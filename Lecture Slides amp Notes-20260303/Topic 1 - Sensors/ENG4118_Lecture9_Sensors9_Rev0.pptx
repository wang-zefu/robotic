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1"/>
  </p:notesMasterIdLst>
  <p:sldIdLst>
    <p:sldId id="256" r:id="rId3"/>
    <p:sldId id="258" r:id="rId4"/>
    <p:sldId id="268" r:id="rId5"/>
    <p:sldId id="314" r:id="rId6"/>
    <p:sldId id="315" r:id="rId7"/>
    <p:sldId id="344" r:id="rId8"/>
    <p:sldId id="347" r:id="rId9"/>
    <p:sldId id="348" r:id="rId10"/>
    <p:sldId id="320" r:id="rId11"/>
    <p:sldId id="346" r:id="rId12"/>
    <p:sldId id="317" r:id="rId13"/>
    <p:sldId id="328" r:id="rId14"/>
    <p:sldId id="349" r:id="rId15"/>
    <p:sldId id="350" r:id="rId16"/>
    <p:sldId id="316" r:id="rId17"/>
    <p:sldId id="324" r:id="rId18"/>
    <p:sldId id="351" r:id="rId19"/>
    <p:sldId id="325" r:id="rId20"/>
    <p:sldId id="318" r:id="rId21"/>
    <p:sldId id="332" r:id="rId22"/>
    <p:sldId id="352" r:id="rId23"/>
    <p:sldId id="353" r:id="rId24"/>
    <p:sldId id="354" r:id="rId25"/>
    <p:sldId id="319" r:id="rId26"/>
    <p:sldId id="336" r:id="rId27"/>
    <p:sldId id="341" r:id="rId28"/>
    <p:sldId id="355" r:id="rId29"/>
    <p:sldId id="312"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D1B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FD17D61-FA34-46F4-B3C7-00CA9B521347}" v="1" dt="2026-02-07T13:40:57.899"/>
  </p1510:revLst>
</p1510:revInfo>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2" autoAdjust="0"/>
    <p:restoredTop sz="95983" autoAdjust="0"/>
  </p:normalViewPr>
  <p:slideViewPr>
    <p:cSldViewPr snapToGrid="0">
      <p:cViewPr varScale="1">
        <p:scale>
          <a:sx n="106" d="100"/>
          <a:sy n="106" d="100"/>
        </p:scale>
        <p:origin x="504" y="108"/>
      </p:cViewPr>
      <p:guideLst/>
    </p:cSldViewPr>
  </p:slideViewPr>
  <p:outlineViewPr>
    <p:cViewPr>
      <p:scale>
        <a:sx n="33" d="100"/>
        <a:sy n="33" d="100"/>
      </p:scale>
      <p:origin x="0" y="-685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vin Worrall" userId="e21a6e1f-6189-4284-9649-bf7c66c7a38c" providerId="ADAL" clId="{B294D135-36AD-4905-82C7-C24D4CC5C725}"/>
    <pc:docChg chg="addSld delSld modSld">
      <pc:chgData name="Kevin Worrall" userId="e21a6e1f-6189-4284-9649-bf7c66c7a38c" providerId="ADAL" clId="{B294D135-36AD-4905-82C7-C24D4CC5C725}" dt="2026-02-07T13:41:49.442" v="14" actId="47"/>
      <pc:docMkLst>
        <pc:docMk/>
      </pc:docMkLst>
      <pc:sldChg chg="modSp mod">
        <pc:chgData name="Kevin Worrall" userId="e21a6e1f-6189-4284-9649-bf7c66c7a38c" providerId="ADAL" clId="{B294D135-36AD-4905-82C7-C24D4CC5C725}" dt="2026-02-07T13:40:05.633" v="1" actId="20577"/>
        <pc:sldMkLst>
          <pc:docMk/>
          <pc:sldMk cId="4242011844" sldId="256"/>
        </pc:sldMkLst>
        <pc:spChg chg="mod">
          <ac:chgData name="Kevin Worrall" userId="e21a6e1f-6189-4284-9649-bf7c66c7a38c" providerId="ADAL" clId="{B294D135-36AD-4905-82C7-C24D4CC5C725}" dt="2026-02-07T13:40:05.633" v="1" actId="20577"/>
          <ac:spMkLst>
            <pc:docMk/>
            <pc:sldMk cId="4242011844" sldId="256"/>
            <ac:spMk id="3" creationId="{0EC2D61B-0204-42F3-52E6-931A9496968D}"/>
          </ac:spMkLst>
        </pc:spChg>
      </pc:sldChg>
      <pc:sldChg chg="del">
        <pc:chgData name="Kevin Worrall" userId="e21a6e1f-6189-4284-9649-bf7c66c7a38c" providerId="ADAL" clId="{B294D135-36AD-4905-82C7-C24D4CC5C725}" dt="2026-02-07T13:41:49.442" v="14" actId="47"/>
        <pc:sldMkLst>
          <pc:docMk/>
          <pc:sldMk cId="1779676731" sldId="260"/>
        </pc:sldMkLst>
      </pc:sldChg>
      <pc:sldChg chg="add del">
        <pc:chgData name="Kevin Worrall" userId="e21a6e1f-6189-4284-9649-bf7c66c7a38c" providerId="ADAL" clId="{B294D135-36AD-4905-82C7-C24D4CC5C725}" dt="2026-02-07T13:41:41.506" v="4" actId="47"/>
        <pc:sldMkLst>
          <pc:docMk/>
          <pc:sldMk cId="3268572376" sldId="327"/>
        </pc:sldMkLst>
      </pc:sldChg>
      <pc:sldChg chg="add del">
        <pc:chgData name="Kevin Worrall" userId="e21a6e1f-6189-4284-9649-bf7c66c7a38c" providerId="ADAL" clId="{B294D135-36AD-4905-82C7-C24D4CC5C725}" dt="2026-02-07T13:41:42.578" v="6" actId="47"/>
        <pc:sldMkLst>
          <pc:docMk/>
          <pc:sldMk cId="872400216" sldId="329"/>
        </pc:sldMkLst>
      </pc:sldChg>
      <pc:sldChg chg="add del">
        <pc:chgData name="Kevin Worrall" userId="e21a6e1f-6189-4284-9649-bf7c66c7a38c" providerId="ADAL" clId="{B294D135-36AD-4905-82C7-C24D4CC5C725}" dt="2026-02-07T13:41:43.017" v="7" actId="47"/>
        <pc:sldMkLst>
          <pc:docMk/>
          <pc:sldMk cId="3378778508" sldId="330"/>
        </pc:sldMkLst>
      </pc:sldChg>
      <pc:sldChg chg="add del">
        <pc:chgData name="Kevin Worrall" userId="e21a6e1f-6189-4284-9649-bf7c66c7a38c" providerId="ADAL" clId="{B294D135-36AD-4905-82C7-C24D4CC5C725}" dt="2026-02-07T13:41:43.388" v="8" actId="47"/>
        <pc:sldMkLst>
          <pc:docMk/>
          <pc:sldMk cId="2922572403" sldId="331"/>
        </pc:sldMkLst>
      </pc:sldChg>
      <pc:sldChg chg="add del">
        <pc:chgData name="Kevin Worrall" userId="e21a6e1f-6189-4284-9649-bf7c66c7a38c" providerId="ADAL" clId="{B294D135-36AD-4905-82C7-C24D4CC5C725}" dt="2026-02-07T13:41:44.210" v="10" actId="47"/>
        <pc:sldMkLst>
          <pc:docMk/>
          <pc:sldMk cId="1241440972" sldId="333"/>
        </pc:sldMkLst>
      </pc:sldChg>
      <pc:sldChg chg="add del">
        <pc:chgData name="Kevin Worrall" userId="e21a6e1f-6189-4284-9649-bf7c66c7a38c" providerId="ADAL" clId="{B294D135-36AD-4905-82C7-C24D4CC5C725}" dt="2026-02-07T13:41:45.047" v="12" actId="47"/>
        <pc:sldMkLst>
          <pc:docMk/>
          <pc:sldMk cId="1282849853" sldId="334"/>
        </pc:sldMkLst>
      </pc:sldChg>
      <pc:sldChg chg="add del">
        <pc:chgData name="Kevin Worrall" userId="e21a6e1f-6189-4284-9649-bf7c66c7a38c" providerId="ADAL" clId="{B294D135-36AD-4905-82C7-C24D4CC5C725}" dt="2026-02-07T13:41:45.466" v="13" actId="47"/>
        <pc:sldMkLst>
          <pc:docMk/>
          <pc:sldMk cId="894147029" sldId="335"/>
        </pc:sldMkLst>
      </pc:sldChg>
      <pc:sldChg chg="add del">
        <pc:chgData name="Kevin Worrall" userId="e21a6e1f-6189-4284-9649-bf7c66c7a38c" providerId="ADAL" clId="{B294D135-36AD-4905-82C7-C24D4CC5C725}" dt="2026-02-07T13:41:40.247" v="3" actId="47"/>
        <pc:sldMkLst>
          <pc:docMk/>
          <pc:sldMk cId="1982128953" sldId="356"/>
        </pc:sldMkLst>
      </pc:sldChg>
      <pc:sldChg chg="add del">
        <pc:chgData name="Kevin Worrall" userId="e21a6e1f-6189-4284-9649-bf7c66c7a38c" providerId="ADAL" clId="{B294D135-36AD-4905-82C7-C24D4CC5C725}" dt="2026-02-07T13:41:42.085" v="5" actId="47"/>
        <pc:sldMkLst>
          <pc:docMk/>
          <pc:sldMk cId="3623392705" sldId="357"/>
        </pc:sldMkLst>
      </pc:sldChg>
      <pc:sldChg chg="add del">
        <pc:chgData name="Kevin Worrall" userId="e21a6e1f-6189-4284-9649-bf7c66c7a38c" providerId="ADAL" clId="{B294D135-36AD-4905-82C7-C24D4CC5C725}" dt="2026-02-07T13:41:43.792" v="9" actId="47"/>
        <pc:sldMkLst>
          <pc:docMk/>
          <pc:sldMk cId="1073090285" sldId="358"/>
        </pc:sldMkLst>
      </pc:sldChg>
      <pc:sldChg chg="add del">
        <pc:chgData name="Kevin Worrall" userId="e21a6e1f-6189-4284-9649-bf7c66c7a38c" providerId="ADAL" clId="{B294D135-36AD-4905-82C7-C24D4CC5C725}" dt="2026-02-07T13:41:44.655" v="11" actId="47"/>
        <pc:sldMkLst>
          <pc:docMk/>
          <pc:sldMk cId="2589105006" sldId="35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185B6B-ECE2-4879-A9A5-03850BAAFBB0}" type="datetimeFigureOut">
              <a:rPr lang="en-GB" smtClean="0"/>
              <a:t>07/02/2026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AA1267-AA76-4E48-81A7-ED6197690896}" type="slidenum">
              <a:rPr lang="en-GB" smtClean="0"/>
              <a:t>‹#›</a:t>
            </a:fld>
            <a:endParaRPr lang="en-GB"/>
          </a:p>
        </p:txBody>
      </p:sp>
    </p:spTree>
    <p:extLst>
      <p:ext uri="{BB962C8B-B14F-4D97-AF65-F5344CB8AC3E}">
        <p14:creationId xmlns:p14="http://schemas.microsoft.com/office/powerpoint/2010/main" val="25689714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F5F04-E335-67A4-FA69-8365E526D23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79DAD6FB-F3BC-752E-D374-800B1DE648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9C8BC70D-06A8-D18A-A788-8FD4FB1B4696}"/>
              </a:ext>
            </a:extLst>
          </p:cNvPr>
          <p:cNvSpPr>
            <a:spLocks noGrp="1"/>
          </p:cNvSpPr>
          <p:nvPr>
            <p:ph type="dt" sz="half" idx="10"/>
          </p:nvPr>
        </p:nvSpPr>
        <p:spPr/>
        <p:txBody>
          <a:bodyPr/>
          <a:lstStyle/>
          <a:p>
            <a:fld id="{72ECCC76-C4AE-4B26-A169-B504EF2FEA67}" type="datetime1">
              <a:rPr lang="en-GB" smtClean="0"/>
              <a:t>07/02/2026</a:t>
            </a:fld>
            <a:endParaRPr lang="en-GB"/>
          </a:p>
        </p:txBody>
      </p:sp>
      <p:sp>
        <p:nvSpPr>
          <p:cNvPr id="5" name="Footer Placeholder 4">
            <a:extLst>
              <a:ext uri="{FF2B5EF4-FFF2-40B4-BE49-F238E27FC236}">
                <a16:creationId xmlns:a16="http://schemas.microsoft.com/office/drawing/2014/main" id="{46DCE3A3-1862-497C-DDA8-5672505EB8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4EEAD9D-BBC4-E88C-BB0F-497F1E27EF11}"/>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423590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C67ED-67B0-A413-78B4-CDBF534FDBBF}"/>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4A41D5D6-9D4D-11E4-06D4-372026C4A08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A8B2683-A2AF-4A75-8A55-9D7F47C47B12}"/>
              </a:ext>
            </a:extLst>
          </p:cNvPr>
          <p:cNvSpPr>
            <a:spLocks noGrp="1"/>
          </p:cNvSpPr>
          <p:nvPr>
            <p:ph type="dt" sz="half" idx="10"/>
          </p:nvPr>
        </p:nvSpPr>
        <p:spPr/>
        <p:txBody>
          <a:bodyPr/>
          <a:lstStyle/>
          <a:p>
            <a:fld id="{96A1C347-D333-4772-8BBB-97D1519B978F}" type="datetime1">
              <a:rPr lang="en-GB" smtClean="0"/>
              <a:t>07/02/2026</a:t>
            </a:fld>
            <a:endParaRPr lang="en-GB"/>
          </a:p>
        </p:txBody>
      </p:sp>
      <p:sp>
        <p:nvSpPr>
          <p:cNvPr id="5" name="Footer Placeholder 4">
            <a:extLst>
              <a:ext uri="{FF2B5EF4-FFF2-40B4-BE49-F238E27FC236}">
                <a16:creationId xmlns:a16="http://schemas.microsoft.com/office/drawing/2014/main" id="{265BA211-1912-E80C-FB03-CEBF5226139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7279302-C457-E101-4432-A6FA5B745F6D}"/>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1435030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8383B-473A-5E42-BF42-66A87607B9D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435053AF-2AFB-8A34-6F64-C9694583519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C75E19C-560D-582B-5C65-BABE728403AE}"/>
              </a:ext>
            </a:extLst>
          </p:cNvPr>
          <p:cNvSpPr>
            <a:spLocks noGrp="1"/>
          </p:cNvSpPr>
          <p:nvPr>
            <p:ph type="dt" sz="half" idx="10"/>
          </p:nvPr>
        </p:nvSpPr>
        <p:spPr/>
        <p:txBody>
          <a:bodyPr/>
          <a:lstStyle/>
          <a:p>
            <a:fld id="{9F23329E-57E4-4B3F-8988-77C63A75B884}" type="datetime1">
              <a:rPr lang="en-GB" smtClean="0"/>
              <a:t>07/02/2026</a:t>
            </a:fld>
            <a:endParaRPr lang="en-GB"/>
          </a:p>
        </p:txBody>
      </p:sp>
      <p:sp>
        <p:nvSpPr>
          <p:cNvPr id="5" name="Footer Placeholder 4">
            <a:extLst>
              <a:ext uri="{FF2B5EF4-FFF2-40B4-BE49-F238E27FC236}">
                <a16:creationId xmlns:a16="http://schemas.microsoft.com/office/drawing/2014/main" id="{89E26A85-9039-9DC7-FCE8-E59C15784A4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37E4C43-E1C4-CF43-D041-995B05E02BE4}"/>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2070355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56A55-F2A7-95D7-5B21-8C725B775886}"/>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A4085870-E1A2-2279-E26B-485EDCBB07A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7D75CDC7-3655-6623-C08B-2A0DDFBA474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C5E85466-A2BA-0F1C-C0EE-3DDD9BBFB112}"/>
              </a:ext>
            </a:extLst>
          </p:cNvPr>
          <p:cNvSpPr>
            <a:spLocks noGrp="1"/>
          </p:cNvSpPr>
          <p:nvPr>
            <p:ph type="dt" sz="half" idx="10"/>
          </p:nvPr>
        </p:nvSpPr>
        <p:spPr/>
        <p:txBody>
          <a:bodyPr/>
          <a:lstStyle/>
          <a:p>
            <a:fld id="{5A98CBF2-F699-452C-AFF8-797997FDB794}" type="datetime1">
              <a:rPr lang="en-GB" smtClean="0"/>
              <a:t>07/02/2026</a:t>
            </a:fld>
            <a:endParaRPr lang="en-GB"/>
          </a:p>
        </p:txBody>
      </p:sp>
      <p:sp>
        <p:nvSpPr>
          <p:cNvPr id="6" name="Footer Placeholder 5">
            <a:extLst>
              <a:ext uri="{FF2B5EF4-FFF2-40B4-BE49-F238E27FC236}">
                <a16:creationId xmlns:a16="http://schemas.microsoft.com/office/drawing/2014/main" id="{40ADF506-CEA6-3A73-C30B-9E8664508B8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31BEED9-EA69-B899-A439-2F43F88F9067}"/>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35906668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8FB61-0B1B-1AA8-C776-6E6E59874D84}"/>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4BE91144-0D95-8068-5D00-7A87B3CBA5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0ECA04A-9C50-74D8-50AB-68DCD684C40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B6E713DA-D885-C472-BAD2-D383CFB17D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04216DC-7E05-7364-DBE6-E5FCE8ADCFC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63A299C5-58E9-0915-C7F9-532BCEB533B9}"/>
              </a:ext>
            </a:extLst>
          </p:cNvPr>
          <p:cNvSpPr>
            <a:spLocks noGrp="1"/>
          </p:cNvSpPr>
          <p:nvPr>
            <p:ph type="dt" sz="half" idx="10"/>
          </p:nvPr>
        </p:nvSpPr>
        <p:spPr/>
        <p:txBody>
          <a:bodyPr/>
          <a:lstStyle/>
          <a:p>
            <a:fld id="{09ACF2AD-4956-4A53-AFF5-1B4F5D45EAF2}" type="datetime1">
              <a:rPr lang="en-GB" smtClean="0"/>
              <a:t>07/02/2026</a:t>
            </a:fld>
            <a:endParaRPr lang="en-GB"/>
          </a:p>
        </p:txBody>
      </p:sp>
      <p:sp>
        <p:nvSpPr>
          <p:cNvPr id="8" name="Footer Placeholder 7">
            <a:extLst>
              <a:ext uri="{FF2B5EF4-FFF2-40B4-BE49-F238E27FC236}">
                <a16:creationId xmlns:a16="http://schemas.microsoft.com/office/drawing/2014/main" id="{FD2A08F8-E9E4-42AA-2BF5-F3FD711CF8E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C9A90D6-B33F-B27A-89BC-5C61CD746F9F}"/>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8543794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8F1DD-33BA-DC1A-503B-EDF553E94625}"/>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259C1459-127D-B946-DCC3-295E311F4556}"/>
              </a:ext>
            </a:extLst>
          </p:cNvPr>
          <p:cNvSpPr>
            <a:spLocks noGrp="1"/>
          </p:cNvSpPr>
          <p:nvPr>
            <p:ph type="dt" sz="half" idx="10"/>
          </p:nvPr>
        </p:nvSpPr>
        <p:spPr/>
        <p:txBody>
          <a:bodyPr/>
          <a:lstStyle/>
          <a:p>
            <a:fld id="{E8A177BF-F63D-4E30-BD42-E3449C11D41D}" type="datetime1">
              <a:rPr lang="en-GB" smtClean="0"/>
              <a:t>07/02/2026</a:t>
            </a:fld>
            <a:endParaRPr lang="en-GB"/>
          </a:p>
        </p:txBody>
      </p:sp>
      <p:sp>
        <p:nvSpPr>
          <p:cNvPr id="4" name="Footer Placeholder 3">
            <a:extLst>
              <a:ext uri="{FF2B5EF4-FFF2-40B4-BE49-F238E27FC236}">
                <a16:creationId xmlns:a16="http://schemas.microsoft.com/office/drawing/2014/main" id="{F06167AD-FE57-199A-AED0-34EC850A929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C4E0EC7-4B04-9729-C509-C54966A06EF8}"/>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40335167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2124B3-7905-CDCE-B292-FD8A2BD1E19B}"/>
              </a:ext>
            </a:extLst>
          </p:cNvPr>
          <p:cNvSpPr>
            <a:spLocks noGrp="1"/>
          </p:cNvSpPr>
          <p:nvPr>
            <p:ph type="dt" sz="half" idx="10"/>
          </p:nvPr>
        </p:nvSpPr>
        <p:spPr/>
        <p:txBody>
          <a:bodyPr/>
          <a:lstStyle/>
          <a:p>
            <a:fld id="{14C573B2-2AE0-4192-8280-C1600F28AEE9}" type="datetime1">
              <a:rPr lang="en-GB" smtClean="0"/>
              <a:t>07/02/2026</a:t>
            </a:fld>
            <a:endParaRPr lang="en-GB"/>
          </a:p>
        </p:txBody>
      </p:sp>
      <p:sp>
        <p:nvSpPr>
          <p:cNvPr id="3" name="Footer Placeholder 2">
            <a:extLst>
              <a:ext uri="{FF2B5EF4-FFF2-40B4-BE49-F238E27FC236}">
                <a16:creationId xmlns:a16="http://schemas.microsoft.com/office/drawing/2014/main" id="{23FA3729-5522-EE34-2FCC-F4BC137CEF81}"/>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FCA7865-47F4-47C5-BBCB-A6249F2A9B3C}"/>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26153887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64DEA-FB17-B8A6-AA81-03FAA82022E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4EF307C4-5CF6-7B6B-7A9A-A16BDDA451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4462CCBA-A6B6-D42B-9A6C-7C4515A57D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CB7EF61-BB13-5B78-32CC-DAE862704CBB}"/>
              </a:ext>
            </a:extLst>
          </p:cNvPr>
          <p:cNvSpPr>
            <a:spLocks noGrp="1"/>
          </p:cNvSpPr>
          <p:nvPr>
            <p:ph type="dt" sz="half" idx="10"/>
          </p:nvPr>
        </p:nvSpPr>
        <p:spPr/>
        <p:txBody>
          <a:bodyPr/>
          <a:lstStyle/>
          <a:p>
            <a:fld id="{B4A15260-07F2-476B-9C6F-C4D22041CE08}" type="datetime1">
              <a:rPr lang="en-GB" smtClean="0"/>
              <a:t>07/02/2026</a:t>
            </a:fld>
            <a:endParaRPr lang="en-GB"/>
          </a:p>
        </p:txBody>
      </p:sp>
      <p:sp>
        <p:nvSpPr>
          <p:cNvPr id="6" name="Footer Placeholder 5">
            <a:extLst>
              <a:ext uri="{FF2B5EF4-FFF2-40B4-BE49-F238E27FC236}">
                <a16:creationId xmlns:a16="http://schemas.microsoft.com/office/drawing/2014/main" id="{3E5CE7C5-8D38-2000-9396-6952E2AC53E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0481D8B-C963-0093-61E4-B314D8287EB9}"/>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2985881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EC570-FFEA-139D-76DD-8FAD26F435B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1235F4C9-5646-2C72-5A74-36DBA95E04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16B733E6-059F-B4E8-2665-301BD49D23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813E015-83D2-B22A-AEFA-3050D046CF74}"/>
              </a:ext>
            </a:extLst>
          </p:cNvPr>
          <p:cNvSpPr>
            <a:spLocks noGrp="1"/>
          </p:cNvSpPr>
          <p:nvPr>
            <p:ph type="dt" sz="half" idx="10"/>
          </p:nvPr>
        </p:nvSpPr>
        <p:spPr/>
        <p:txBody>
          <a:bodyPr/>
          <a:lstStyle/>
          <a:p>
            <a:fld id="{BB4E5123-108F-4342-94A0-5859029BE154}" type="datetime1">
              <a:rPr lang="en-GB" smtClean="0"/>
              <a:t>07/02/2026</a:t>
            </a:fld>
            <a:endParaRPr lang="en-GB"/>
          </a:p>
        </p:txBody>
      </p:sp>
      <p:sp>
        <p:nvSpPr>
          <p:cNvPr id="6" name="Footer Placeholder 5">
            <a:extLst>
              <a:ext uri="{FF2B5EF4-FFF2-40B4-BE49-F238E27FC236}">
                <a16:creationId xmlns:a16="http://schemas.microsoft.com/office/drawing/2014/main" id="{FE0DCC9E-7434-E9C4-BF07-F498CDF742F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97B5824-C721-15E0-005F-09D87B3694D5}"/>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35930628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DA8C0-0F4C-EB7E-4D83-13A13AB3468C}"/>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E92CC711-7438-1B41-AB61-31E43CBF3AD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C47412AF-0EE4-43D6-3E5A-8492725341EF}"/>
              </a:ext>
            </a:extLst>
          </p:cNvPr>
          <p:cNvSpPr>
            <a:spLocks noGrp="1"/>
          </p:cNvSpPr>
          <p:nvPr>
            <p:ph type="dt" sz="half" idx="10"/>
          </p:nvPr>
        </p:nvSpPr>
        <p:spPr/>
        <p:txBody>
          <a:bodyPr/>
          <a:lstStyle/>
          <a:p>
            <a:fld id="{60E4F266-503D-4864-9DE2-FA0A7EE85118}" type="datetime1">
              <a:rPr lang="en-GB" smtClean="0"/>
              <a:t>07/02/2026</a:t>
            </a:fld>
            <a:endParaRPr lang="en-GB"/>
          </a:p>
        </p:txBody>
      </p:sp>
      <p:sp>
        <p:nvSpPr>
          <p:cNvPr id="5" name="Footer Placeholder 4">
            <a:extLst>
              <a:ext uri="{FF2B5EF4-FFF2-40B4-BE49-F238E27FC236}">
                <a16:creationId xmlns:a16="http://schemas.microsoft.com/office/drawing/2014/main" id="{859C32D4-8659-7FED-DBB7-C92D7179A0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0987D87-07EB-4978-82B2-863E55F52477}"/>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25331171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C1CF52-EC45-CAB7-E131-1ECA7B9CBAE5}"/>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D81FF283-34F1-64D3-F66D-2F035B48F68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EC3D3432-534B-D87F-33AD-11D40092D389}"/>
              </a:ext>
            </a:extLst>
          </p:cNvPr>
          <p:cNvSpPr>
            <a:spLocks noGrp="1"/>
          </p:cNvSpPr>
          <p:nvPr>
            <p:ph type="dt" sz="half" idx="10"/>
          </p:nvPr>
        </p:nvSpPr>
        <p:spPr/>
        <p:txBody>
          <a:bodyPr/>
          <a:lstStyle/>
          <a:p>
            <a:fld id="{6E707F4A-1EE2-49D9-97EC-717DDE976EFD}" type="datetime1">
              <a:rPr lang="en-GB" smtClean="0"/>
              <a:t>07/02/2026</a:t>
            </a:fld>
            <a:endParaRPr lang="en-GB"/>
          </a:p>
        </p:txBody>
      </p:sp>
      <p:sp>
        <p:nvSpPr>
          <p:cNvPr id="5" name="Footer Placeholder 4">
            <a:extLst>
              <a:ext uri="{FF2B5EF4-FFF2-40B4-BE49-F238E27FC236}">
                <a16:creationId xmlns:a16="http://schemas.microsoft.com/office/drawing/2014/main" id="{76AAE0A8-0EFF-A6D0-21B8-38A2D7E8A3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4FC8CA4-F6F3-B516-1FBA-074CDC4BF988}"/>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12912230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F5F04-E335-67A4-FA69-8365E526D23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79DAD6FB-F3BC-752E-D374-800B1DE648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9C8BC70D-06A8-D18A-A788-8FD4FB1B4696}"/>
              </a:ext>
            </a:extLst>
          </p:cNvPr>
          <p:cNvSpPr>
            <a:spLocks noGrp="1"/>
          </p:cNvSpPr>
          <p:nvPr>
            <p:ph type="dt" sz="half" idx="10"/>
          </p:nvPr>
        </p:nvSpPr>
        <p:spPr/>
        <p:txBody>
          <a:bodyPr/>
          <a:lstStyle/>
          <a:p>
            <a:fld id="{C7B41495-F5D4-4BAE-846E-C1BA39B38C3E}" type="datetime1">
              <a:rPr lang="en-GB" smtClean="0"/>
              <a:t>07/02/2026</a:t>
            </a:fld>
            <a:endParaRPr lang="en-GB"/>
          </a:p>
        </p:txBody>
      </p:sp>
      <p:sp>
        <p:nvSpPr>
          <p:cNvPr id="5" name="Footer Placeholder 4">
            <a:extLst>
              <a:ext uri="{FF2B5EF4-FFF2-40B4-BE49-F238E27FC236}">
                <a16:creationId xmlns:a16="http://schemas.microsoft.com/office/drawing/2014/main" id="{46DCE3A3-1862-497C-DDA8-5672505EB8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4EEAD9D-BBC4-E88C-BB0F-497F1E27EF11}"/>
              </a:ext>
            </a:extLst>
          </p:cNvPr>
          <p:cNvSpPr>
            <a:spLocks noGrp="1"/>
          </p:cNvSpPr>
          <p:nvPr>
            <p:ph type="sldNum" sz="quarter" idx="12"/>
          </p:nvPr>
        </p:nvSpPr>
        <p:spPr/>
        <p:txBody>
          <a:bodyPr/>
          <a:lstStyle>
            <a:lvl1pPr>
              <a:defRPr sz="2000" b="1"/>
            </a:lvl1pPr>
          </a:lstStyle>
          <a:p>
            <a:fld id="{1ED87AFC-F3F3-4E09-A9D9-1873FFB55ECB}" type="slidenum">
              <a:rPr lang="en-GB" smtClean="0"/>
              <a:pPr/>
              <a:t>‹#›</a:t>
            </a:fld>
            <a:endParaRPr lang="en-GB" dirty="0"/>
          </a:p>
        </p:txBody>
      </p:sp>
    </p:spTree>
    <p:extLst>
      <p:ext uri="{BB962C8B-B14F-4D97-AF65-F5344CB8AC3E}">
        <p14:creationId xmlns:p14="http://schemas.microsoft.com/office/powerpoint/2010/main" val="18971810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C67ED-67B0-A413-78B4-CDBF534FDBBF}"/>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4A41D5D6-9D4D-11E4-06D4-372026C4A08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A8B2683-A2AF-4A75-8A55-9D7F47C47B12}"/>
              </a:ext>
            </a:extLst>
          </p:cNvPr>
          <p:cNvSpPr>
            <a:spLocks noGrp="1"/>
          </p:cNvSpPr>
          <p:nvPr>
            <p:ph type="dt" sz="half" idx="10"/>
          </p:nvPr>
        </p:nvSpPr>
        <p:spPr/>
        <p:txBody>
          <a:bodyPr/>
          <a:lstStyle/>
          <a:p>
            <a:fld id="{F1F00E1F-D883-4734-8D17-FAFD2FE3F82B}" type="datetime1">
              <a:rPr lang="en-GB" smtClean="0"/>
              <a:t>07/02/2026</a:t>
            </a:fld>
            <a:endParaRPr lang="en-GB"/>
          </a:p>
        </p:txBody>
      </p:sp>
      <p:sp>
        <p:nvSpPr>
          <p:cNvPr id="5" name="Footer Placeholder 4">
            <a:extLst>
              <a:ext uri="{FF2B5EF4-FFF2-40B4-BE49-F238E27FC236}">
                <a16:creationId xmlns:a16="http://schemas.microsoft.com/office/drawing/2014/main" id="{265BA211-1912-E80C-FB03-CEBF5226139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7279302-C457-E101-4432-A6FA5B745F6D}"/>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10526223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8383B-473A-5E42-BF42-66A87607B9D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435053AF-2AFB-8A34-6F64-C9694583519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C75E19C-560D-582B-5C65-BABE728403AE}"/>
              </a:ext>
            </a:extLst>
          </p:cNvPr>
          <p:cNvSpPr>
            <a:spLocks noGrp="1"/>
          </p:cNvSpPr>
          <p:nvPr>
            <p:ph type="dt" sz="half" idx="10"/>
          </p:nvPr>
        </p:nvSpPr>
        <p:spPr/>
        <p:txBody>
          <a:bodyPr/>
          <a:lstStyle/>
          <a:p>
            <a:fld id="{FAF03C43-999F-4677-8B7B-A143626357DE}" type="datetime1">
              <a:rPr lang="en-GB" smtClean="0"/>
              <a:t>07/02/2026</a:t>
            </a:fld>
            <a:endParaRPr lang="en-GB"/>
          </a:p>
        </p:txBody>
      </p:sp>
      <p:sp>
        <p:nvSpPr>
          <p:cNvPr id="5" name="Footer Placeholder 4">
            <a:extLst>
              <a:ext uri="{FF2B5EF4-FFF2-40B4-BE49-F238E27FC236}">
                <a16:creationId xmlns:a16="http://schemas.microsoft.com/office/drawing/2014/main" id="{89E26A85-9039-9DC7-FCE8-E59C15784A4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37E4C43-E1C4-CF43-D041-995B05E02BE4}"/>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30683740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56A55-F2A7-95D7-5B21-8C725B775886}"/>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A4085870-E1A2-2279-E26B-485EDCBB07A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7D75CDC7-3655-6623-C08B-2A0DDFBA474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C5E85466-A2BA-0F1C-C0EE-3DDD9BBFB112}"/>
              </a:ext>
            </a:extLst>
          </p:cNvPr>
          <p:cNvSpPr>
            <a:spLocks noGrp="1"/>
          </p:cNvSpPr>
          <p:nvPr>
            <p:ph type="dt" sz="half" idx="10"/>
          </p:nvPr>
        </p:nvSpPr>
        <p:spPr/>
        <p:txBody>
          <a:bodyPr/>
          <a:lstStyle/>
          <a:p>
            <a:fld id="{AD62E2D2-7D84-4F62-AB79-04DD5D6E2A83}" type="datetime1">
              <a:rPr lang="en-GB" smtClean="0"/>
              <a:t>07/02/2026</a:t>
            </a:fld>
            <a:endParaRPr lang="en-GB"/>
          </a:p>
        </p:txBody>
      </p:sp>
      <p:sp>
        <p:nvSpPr>
          <p:cNvPr id="6" name="Footer Placeholder 5">
            <a:extLst>
              <a:ext uri="{FF2B5EF4-FFF2-40B4-BE49-F238E27FC236}">
                <a16:creationId xmlns:a16="http://schemas.microsoft.com/office/drawing/2014/main" id="{40ADF506-CEA6-3A73-C30B-9E8664508B8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31BEED9-EA69-B899-A439-2F43F88F9067}"/>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26467844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8FB61-0B1B-1AA8-C776-6E6E59874D84}"/>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4BE91144-0D95-8068-5D00-7A87B3CBA5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0ECA04A-9C50-74D8-50AB-68DCD684C40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B6E713DA-D885-C472-BAD2-D383CFB17D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04216DC-7E05-7364-DBE6-E5FCE8ADCFC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63A299C5-58E9-0915-C7F9-532BCEB533B9}"/>
              </a:ext>
            </a:extLst>
          </p:cNvPr>
          <p:cNvSpPr>
            <a:spLocks noGrp="1"/>
          </p:cNvSpPr>
          <p:nvPr>
            <p:ph type="dt" sz="half" idx="10"/>
          </p:nvPr>
        </p:nvSpPr>
        <p:spPr/>
        <p:txBody>
          <a:bodyPr/>
          <a:lstStyle/>
          <a:p>
            <a:fld id="{3C542E2F-086F-40AD-AE37-0FE3516ECA88}" type="datetime1">
              <a:rPr lang="en-GB" smtClean="0"/>
              <a:t>07/02/2026</a:t>
            </a:fld>
            <a:endParaRPr lang="en-GB"/>
          </a:p>
        </p:txBody>
      </p:sp>
      <p:sp>
        <p:nvSpPr>
          <p:cNvPr id="8" name="Footer Placeholder 7">
            <a:extLst>
              <a:ext uri="{FF2B5EF4-FFF2-40B4-BE49-F238E27FC236}">
                <a16:creationId xmlns:a16="http://schemas.microsoft.com/office/drawing/2014/main" id="{FD2A08F8-E9E4-42AA-2BF5-F3FD711CF8E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C9A90D6-B33F-B27A-89BC-5C61CD746F9F}"/>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28017092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8F1DD-33BA-DC1A-503B-EDF553E94625}"/>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259C1459-127D-B946-DCC3-295E311F4556}"/>
              </a:ext>
            </a:extLst>
          </p:cNvPr>
          <p:cNvSpPr>
            <a:spLocks noGrp="1"/>
          </p:cNvSpPr>
          <p:nvPr>
            <p:ph type="dt" sz="half" idx="10"/>
          </p:nvPr>
        </p:nvSpPr>
        <p:spPr/>
        <p:txBody>
          <a:bodyPr/>
          <a:lstStyle/>
          <a:p>
            <a:fld id="{28BB7FCF-08A1-4FE4-9E9D-DC420D650C18}" type="datetime1">
              <a:rPr lang="en-GB" smtClean="0"/>
              <a:t>07/02/2026</a:t>
            </a:fld>
            <a:endParaRPr lang="en-GB"/>
          </a:p>
        </p:txBody>
      </p:sp>
      <p:sp>
        <p:nvSpPr>
          <p:cNvPr id="4" name="Footer Placeholder 3">
            <a:extLst>
              <a:ext uri="{FF2B5EF4-FFF2-40B4-BE49-F238E27FC236}">
                <a16:creationId xmlns:a16="http://schemas.microsoft.com/office/drawing/2014/main" id="{F06167AD-FE57-199A-AED0-34EC850A929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C4E0EC7-4B04-9729-C509-C54966A06EF8}"/>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10910281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EDD1B0"/>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2124B3-7905-CDCE-B292-FD8A2BD1E19B}"/>
              </a:ext>
            </a:extLst>
          </p:cNvPr>
          <p:cNvSpPr>
            <a:spLocks noGrp="1"/>
          </p:cNvSpPr>
          <p:nvPr>
            <p:ph type="dt" sz="half" idx="10"/>
          </p:nvPr>
        </p:nvSpPr>
        <p:spPr/>
        <p:txBody>
          <a:bodyPr/>
          <a:lstStyle/>
          <a:p>
            <a:fld id="{EDDDA0C7-BAEE-4F35-8A3B-93DC0CEF01B4}" type="datetime1">
              <a:rPr lang="en-GB" smtClean="0"/>
              <a:t>07/02/2026</a:t>
            </a:fld>
            <a:endParaRPr lang="en-GB"/>
          </a:p>
        </p:txBody>
      </p:sp>
      <p:sp>
        <p:nvSpPr>
          <p:cNvPr id="3" name="Footer Placeholder 2">
            <a:extLst>
              <a:ext uri="{FF2B5EF4-FFF2-40B4-BE49-F238E27FC236}">
                <a16:creationId xmlns:a16="http://schemas.microsoft.com/office/drawing/2014/main" id="{23FA3729-5522-EE34-2FCC-F4BC137CEF81}"/>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FCA7865-47F4-47C5-BBCB-A6249F2A9B3C}"/>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243459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64DEA-FB17-B8A6-AA81-03FAA82022E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4EF307C4-5CF6-7B6B-7A9A-A16BDDA451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4462CCBA-A6B6-D42B-9A6C-7C4515A57D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CB7EF61-BB13-5B78-32CC-DAE862704CBB}"/>
              </a:ext>
            </a:extLst>
          </p:cNvPr>
          <p:cNvSpPr>
            <a:spLocks noGrp="1"/>
          </p:cNvSpPr>
          <p:nvPr>
            <p:ph type="dt" sz="half" idx="10"/>
          </p:nvPr>
        </p:nvSpPr>
        <p:spPr/>
        <p:txBody>
          <a:bodyPr/>
          <a:lstStyle/>
          <a:p>
            <a:fld id="{E92368E4-9C31-482F-B818-B582CFCA3920}" type="datetime1">
              <a:rPr lang="en-GB" smtClean="0"/>
              <a:t>07/02/2026</a:t>
            </a:fld>
            <a:endParaRPr lang="en-GB"/>
          </a:p>
        </p:txBody>
      </p:sp>
      <p:sp>
        <p:nvSpPr>
          <p:cNvPr id="6" name="Footer Placeholder 5">
            <a:extLst>
              <a:ext uri="{FF2B5EF4-FFF2-40B4-BE49-F238E27FC236}">
                <a16:creationId xmlns:a16="http://schemas.microsoft.com/office/drawing/2014/main" id="{3E5CE7C5-8D38-2000-9396-6952E2AC53E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0481D8B-C963-0093-61E4-B314D8287EB9}"/>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17781208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EC570-FFEA-139D-76DD-8FAD26F435B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1235F4C9-5646-2C72-5A74-36DBA95E04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16B733E6-059F-B4E8-2665-301BD49D23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813E015-83D2-B22A-AEFA-3050D046CF74}"/>
              </a:ext>
            </a:extLst>
          </p:cNvPr>
          <p:cNvSpPr>
            <a:spLocks noGrp="1"/>
          </p:cNvSpPr>
          <p:nvPr>
            <p:ph type="dt" sz="half" idx="10"/>
          </p:nvPr>
        </p:nvSpPr>
        <p:spPr/>
        <p:txBody>
          <a:bodyPr/>
          <a:lstStyle/>
          <a:p>
            <a:fld id="{CFA87033-DBE3-47C4-85A3-06E175F67215}" type="datetime1">
              <a:rPr lang="en-GB" smtClean="0"/>
              <a:t>07/02/2026</a:t>
            </a:fld>
            <a:endParaRPr lang="en-GB"/>
          </a:p>
        </p:txBody>
      </p:sp>
      <p:sp>
        <p:nvSpPr>
          <p:cNvPr id="6" name="Footer Placeholder 5">
            <a:extLst>
              <a:ext uri="{FF2B5EF4-FFF2-40B4-BE49-F238E27FC236}">
                <a16:creationId xmlns:a16="http://schemas.microsoft.com/office/drawing/2014/main" id="{FE0DCC9E-7434-E9C4-BF07-F498CDF742F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97B5824-C721-15E0-005F-09D87B3694D5}"/>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36493050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DA8C0-0F4C-EB7E-4D83-13A13AB3468C}"/>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E92CC711-7438-1B41-AB61-31E43CBF3AD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C47412AF-0EE4-43D6-3E5A-8492725341EF}"/>
              </a:ext>
            </a:extLst>
          </p:cNvPr>
          <p:cNvSpPr>
            <a:spLocks noGrp="1"/>
          </p:cNvSpPr>
          <p:nvPr>
            <p:ph type="dt" sz="half" idx="10"/>
          </p:nvPr>
        </p:nvSpPr>
        <p:spPr/>
        <p:txBody>
          <a:bodyPr/>
          <a:lstStyle/>
          <a:p>
            <a:fld id="{5188CAA1-DC3A-4AD5-88F3-EBC71BAF0E08}" type="datetime1">
              <a:rPr lang="en-GB" smtClean="0"/>
              <a:t>07/02/2026</a:t>
            </a:fld>
            <a:endParaRPr lang="en-GB"/>
          </a:p>
        </p:txBody>
      </p:sp>
      <p:sp>
        <p:nvSpPr>
          <p:cNvPr id="5" name="Footer Placeholder 4">
            <a:extLst>
              <a:ext uri="{FF2B5EF4-FFF2-40B4-BE49-F238E27FC236}">
                <a16:creationId xmlns:a16="http://schemas.microsoft.com/office/drawing/2014/main" id="{859C32D4-8659-7FED-DBB7-C92D7179A0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0987D87-07EB-4978-82B2-863E55F52477}"/>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32738702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EDD1B0"/>
        </a:solidFill>
        <a:effectLst/>
      </p:bgPr>
    </p:bg>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C1CF52-EC45-CAB7-E131-1ECA7B9CBAE5}"/>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D81FF283-34F1-64D3-F66D-2F035B48F68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EC3D3432-534B-D87F-33AD-11D40092D389}"/>
              </a:ext>
            </a:extLst>
          </p:cNvPr>
          <p:cNvSpPr>
            <a:spLocks noGrp="1"/>
          </p:cNvSpPr>
          <p:nvPr>
            <p:ph type="dt" sz="half" idx="10"/>
          </p:nvPr>
        </p:nvSpPr>
        <p:spPr/>
        <p:txBody>
          <a:bodyPr/>
          <a:lstStyle/>
          <a:p>
            <a:fld id="{FED66873-85DD-4CDB-895B-8ED6F6A7367F}" type="datetime1">
              <a:rPr lang="en-GB" smtClean="0"/>
              <a:t>07/02/2026</a:t>
            </a:fld>
            <a:endParaRPr lang="en-GB"/>
          </a:p>
        </p:txBody>
      </p:sp>
      <p:sp>
        <p:nvSpPr>
          <p:cNvPr id="5" name="Footer Placeholder 4">
            <a:extLst>
              <a:ext uri="{FF2B5EF4-FFF2-40B4-BE49-F238E27FC236}">
                <a16:creationId xmlns:a16="http://schemas.microsoft.com/office/drawing/2014/main" id="{76AAE0A8-0EFF-A6D0-21B8-38A2D7E8A3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4FC8CA4-F6F3-B516-1FBA-074CDC4BF988}"/>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10403229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DD1B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E5FCCA-3F3F-773D-CD33-62B98DC6A6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E9A4DECA-96E2-A2E3-D34A-F7C25B021B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02B31FA4-DBAE-837F-EEB7-35143BA162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BCCD45-486D-4FE6-B311-4355809C78D3}" type="datetime1">
              <a:rPr lang="en-GB" smtClean="0"/>
              <a:t>07/02/2026</a:t>
            </a:fld>
            <a:endParaRPr lang="en-GB"/>
          </a:p>
        </p:txBody>
      </p:sp>
      <p:sp>
        <p:nvSpPr>
          <p:cNvPr id="5" name="Footer Placeholder 4">
            <a:extLst>
              <a:ext uri="{FF2B5EF4-FFF2-40B4-BE49-F238E27FC236}">
                <a16:creationId xmlns:a16="http://schemas.microsoft.com/office/drawing/2014/main" id="{9061C84C-67E4-49E5-DBCE-67ED85EF16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FF2140A1-6DB9-3D28-8445-9C83A0B707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800" b="1">
                <a:solidFill>
                  <a:schemeClr val="tx1">
                    <a:tint val="75000"/>
                  </a:schemeClr>
                </a:solidFill>
              </a:defRPr>
            </a:lvl1pPr>
          </a:lstStyle>
          <a:p>
            <a:fld id="{1ED87AFC-F3F3-4E09-A9D9-1873FFB55ECB}" type="slidenum">
              <a:rPr lang="en-GB" smtClean="0"/>
              <a:pPr/>
              <a:t>‹#›</a:t>
            </a:fld>
            <a:endParaRPr lang="en-GB" dirty="0"/>
          </a:p>
        </p:txBody>
      </p:sp>
    </p:spTree>
    <p:extLst>
      <p:ext uri="{BB962C8B-B14F-4D97-AF65-F5344CB8AC3E}">
        <p14:creationId xmlns:p14="http://schemas.microsoft.com/office/powerpoint/2010/main" val="38474589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EDD1B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E5FCCA-3F3F-773D-CD33-62B98DC6A6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E9A4DECA-96E2-A2E3-D34A-F7C25B021B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02B31FA4-DBAE-837F-EEB7-35143BA162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0EB35A-6C1C-44EB-A894-5CBC41E755B3}" type="datetime1">
              <a:rPr lang="en-GB" smtClean="0"/>
              <a:t>07/02/2026</a:t>
            </a:fld>
            <a:endParaRPr lang="en-GB"/>
          </a:p>
        </p:txBody>
      </p:sp>
      <p:sp>
        <p:nvSpPr>
          <p:cNvPr id="5" name="Footer Placeholder 4">
            <a:extLst>
              <a:ext uri="{FF2B5EF4-FFF2-40B4-BE49-F238E27FC236}">
                <a16:creationId xmlns:a16="http://schemas.microsoft.com/office/drawing/2014/main" id="{9061C84C-67E4-49E5-DBCE-67ED85EF16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FF2140A1-6DB9-3D28-8445-9C83A0B707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2000" b="1">
                <a:solidFill>
                  <a:schemeClr val="tx1">
                    <a:tint val="75000"/>
                  </a:schemeClr>
                </a:solidFill>
              </a:defRPr>
            </a:lvl1pPr>
          </a:lstStyle>
          <a:p>
            <a:fld id="{1ED87AFC-F3F3-4E09-A9D9-1873FFB55ECB}" type="slidenum">
              <a:rPr lang="en-GB" smtClean="0"/>
              <a:pPr/>
              <a:t>‹#›</a:t>
            </a:fld>
            <a:endParaRPr lang="en-GB" dirty="0"/>
          </a:p>
        </p:txBody>
      </p:sp>
    </p:spTree>
    <p:extLst>
      <p:ext uri="{BB962C8B-B14F-4D97-AF65-F5344CB8AC3E}">
        <p14:creationId xmlns:p14="http://schemas.microsoft.com/office/powerpoint/2010/main" val="3439585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ctrTitle"/>
          </p:nvPr>
        </p:nvSpPr>
        <p:spPr/>
        <p:txBody>
          <a:bodyPr>
            <a:normAutofit fontScale="90000"/>
          </a:bodyPr>
          <a:lstStyle/>
          <a:p>
            <a:r>
              <a:rPr lang="en-GB" b="1" dirty="0"/>
              <a:t>ENG4118/5326 - Robotics 4/M</a:t>
            </a:r>
            <a:br>
              <a:rPr lang="en-GB" b="1" dirty="0"/>
            </a:br>
            <a:r>
              <a:rPr lang="en-GB" b="1" dirty="0"/>
              <a:t>Sensors, Actuators and Image capture, processing and analysis</a:t>
            </a:r>
          </a:p>
        </p:txBody>
      </p:sp>
      <p:sp>
        <p:nvSpPr>
          <p:cNvPr id="3" name="Subtitle 2">
            <a:extLst>
              <a:ext uri="{FF2B5EF4-FFF2-40B4-BE49-F238E27FC236}">
                <a16:creationId xmlns:a16="http://schemas.microsoft.com/office/drawing/2014/main" id="{0EC2D61B-0204-42F3-52E6-931A9496968D}"/>
              </a:ext>
            </a:extLst>
          </p:cNvPr>
          <p:cNvSpPr>
            <a:spLocks noGrp="1"/>
          </p:cNvSpPr>
          <p:nvPr>
            <p:ph type="subTitle" idx="1"/>
          </p:nvPr>
        </p:nvSpPr>
        <p:spPr/>
        <p:txBody>
          <a:bodyPr>
            <a:normAutofit/>
          </a:bodyPr>
          <a:lstStyle/>
          <a:p>
            <a:r>
              <a:rPr lang="en-GB" sz="3600" dirty="0"/>
              <a:t>Lecture 9</a:t>
            </a:r>
          </a:p>
          <a:p>
            <a:r>
              <a:rPr lang="en-GB" sz="3600" dirty="0"/>
              <a:t>Kevin Worrall</a:t>
            </a:r>
          </a:p>
        </p:txBody>
      </p:sp>
      <p:sp>
        <p:nvSpPr>
          <p:cNvPr id="5" name="Slide Number Placeholder 4">
            <a:extLst>
              <a:ext uri="{FF2B5EF4-FFF2-40B4-BE49-F238E27FC236}">
                <a16:creationId xmlns:a16="http://schemas.microsoft.com/office/drawing/2014/main" id="{AE42FB52-67A8-E2C7-2462-FB99CD1C6398}"/>
              </a:ext>
            </a:extLst>
          </p:cNvPr>
          <p:cNvSpPr>
            <a:spLocks noGrp="1"/>
          </p:cNvSpPr>
          <p:nvPr>
            <p:ph type="sldNum" sz="quarter" idx="12"/>
          </p:nvPr>
        </p:nvSpPr>
        <p:spPr/>
        <p:txBody>
          <a:bodyPr/>
          <a:lstStyle/>
          <a:p>
            <a:fld id="{1ED87AFC-F3F3-4E09-A9D9-1873FFB55ECB}" type="slidenum">
              <a:rPr lang="en-GB" smtClean="0"/>
              <a:t>1</a:t>
            </a:fld>
            <a:endParaRPr lang="en-GB"/>
          </a:p>
        </p:txBody>
      </p:sp>
    </p:spTree>
    <p:extLst>
      <p:ext uri="{BB962C8B-B14F-4D97-AF65-F5344CB8AC3E}">
        <p14:creationId xmlns:p14="http://schemas.microsoft.com/office/powerpoint/2010/main" val="4242011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Lecture Overview</a:t>
            </a:r>
          </a:p>
        </p:txBody>
      </p:sp>
      <p:sp>
        <p:nvSpPr>
          <p:cNvPr id="3" name="Subtitle 2">
            <a:extLst>
              <a:ext uri="{FF2B5EF4-FFF2-40B4-BE49-F238E27FC236}">
                <a16:creationId xmlns:a16="http://schemas.microsoft.com/office/drawing/2014/main" id="{0EC2D61B-0204-42F3-52E6-931A9496968D}"/>
              </a:ext>
            </a:extLst>
          </p:cNvPr>
          <p:cNvSpPr>
            <a:spLocks noGrp="1"/>
          </p:cNvSpPr>
          <p:nvPr>
            <p:ph idx="1"/>
          </p:nvPr>
        </p:nvSpPr>
        <p:spPr/>
        <p:txBody>
          <a:bodyPr>
            <a:normAutofit/>
          </a:bodyPr>
          <a:lstStyle/>
          <a:p>
            <a:r>
              <a:rPr lang="en-GB" sz="3600" dirty="0"/>
              <a:t>More sensors</a:t>
            </a:r>
          </a:p>
        </p:txBody>
      </p:sp>
      <p:sp>
        <p:nvSpPr>
          <p:cNvPr id="4" name="Slide Number Placeholder 3">
            <a:extLst>
              <a:ext uri="{FF2B5EF4-FFF2-40B4-BE49-F238E27FC236}">
                <a16:creationId xmlns:a16="http://schemas.microsoft.com/office/drawing/2014/main" id="{8B50761D-BFB0-57EF-E43B-6C4AC298B0C1}"/>
              </a:ext>
            </a:extLst>
          </p:cNvPr>
          <p:cNvSpPr>
            <a:spLocks noGrp="1"/>
          </p:cNvSpPr>
          <p:nvPr>
            <p:ph type="sldNum" sz="quarter" idx="12"/>
          </p:nvPr>
        </p:nvSpPr>
        <p:spPr/>
        <p:txBody>
          <a:bodyPr/>
          <a:lstStyle/>
          <a:p>
            <a:fld id="{1ED87AFC-F3F3-4E09-A9D9-1873FFB55ECB}" type="slidenum">
              <a:rPr lang="en-GB" smtClean="0"/>
              <a:t>2</a:t>
            </a:fld>
            <a:endParaRPr lang="en-GB"/>
          </a:p>
        </p:txBody>
      </p:sp>
      <p:pic>
        <p:nvPicPr>
          <p:cNvPr id="5" name="Picture 4">
            <a:extLst>
              <a:ext uri="{FF2B5EF4-FFF2-40B4-BE49-F238E27FC236}">
                <a16:creationId xmlns:a16="http://schemas.microsoft.com/office/drawing/2014/main" id="{50F57451-DC0D-84D4-4468-91BA2BD39266}"/>
              </a:ext>
            </a:extLst>
          </p:cNvPr>
          <p:cNvPicPr>
            <a:picLocks noChangeAspect="1"/>
          </p:cNvPicPr>
          <p:nvPr/>
        </p:nvPicPr>
        <p:blipFill>
          <a:blip r:embed="rId2"/>
          <a:stretch>
            <a:fillRect/>
          </a:stretch>
        </p:blipFill>
        <p:spPr>
          <a:xfrm>
            <a:off x="6370117" y="1330770"/>
            <a:ext cx="4480965" cy="4196459"/>
          </a:xfrm>
          <a:prstGeom prst="rect">
            <a:avLst/>
          </a:prstGeom>
        </p:spPr>
      </p:pic>
    </p:spTree>
    <p:extLst>
      <p:ext uri="{BB962C8B-B14F-4D97-AF65-F5344CB8AC3E}">
        <p14:creationId xmlns:p14="http://schemas.microsoft.com/office/powerpoint/2010/main" val="654745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Visual Sensors</a:t>
            </a:r>
          </a:p>
        </p:txBody>
      </p:sp>
      <p:sp>
        <p:nvSpPr>
          <p:cNvPr id="3" name="Subtitle 2">
            <a:extLst>
              <a:ext uri="{FF2B5EF4-FFF2-40B4-BE49-F238E27FC236}">
                <a16:creationId xmlns:a16="http://schemas.microsoft.com/office/drawing/2014/main" id="{0EC2D61B-0204-42F3-52E6-931A9496968D}"/>
              </a:ext>
            </a:extLst>
          </p:cNvPr>
          <p:cNvSpPr>
            <a:spLocks noGrp="1"/>
          </p:cNvSpPr>
          <p:nvPr>
            <p:ph idx="1"/>
          </p:nvPr>
        </p:nvSpPr>
        <p:spPr/>
        <p:txBody>
          <a:bodyPr>
            <a:normAutofit/>
          </a:bodyPr>
          <a:lstStyle/>
          <a:p>
            <a:r>
              <a:rPr lang="en-GB" sz="3600" dirty="0"/>
              <a:t>Covered in another section of the course</a:t>
            </a:r>
          </a:p>
          <a:p>
            <a:pPr lvl="1"/>
            <a:r>
              <a:rPr lang="en-GB" sz="2800" dirty="0"/>
              <a:t>Image capture</a:t>
            </a:r>
          </a:p>
          <a:p>
            <a:pPr lvl="1"/>
            <a:r>
              <a:rPr lang="en-GB" sz="2800" dirty="0"/>
              <a:t>Image processing</a:t>
            </a:r>
          </a:p>
          <a:p>
            <a:pPr lvl="1"/>
            <a:r>
              <a:rPr lang="en-GB" sz="2800" dirty="0"/>
              <a:t>Image analysis</a:t>
            </a:r>
          </a:p>
          <a:p>
            <a:pPr lvl="1"/>
            <a:r>
              <a:rPr lang="en-GB" sz="2800" dirty="0"/>
              <a:t>And applications</a:t>
            </a:r>
          </a:p>
          <a:p>
            <a:pPr lvl="2"/>
            <a:r>
              <a:rPr lang="en-GB" sz="2400" dirty="0"/>
              <a:t>Vision</a:t>
            </a:r>
          </a:p>
          <a:p>
            <a:pPr lvl="2"/>
            <a:r>
              <a:rPr lang="en-GB" sz="2400" dirty="0"/>
              <a:t>Stereo Vision</a:t>
            </a:r>
          </a:p>
          <a:p>
            <a:pPr lvl="2"/>
            <a:r>
              <a:rPr lang="en-GB" sz="2400" dirty="0"/>
              <a:t>Motion tracking</a:t>
            </a:r>
          </a:p>
          <a:p>
            <a:r>
              <a:rPr lang="en-GB" sz="3200" dirty="0"/>
              <a:t>A lot to take in</a:t>
            </a:r>
          </a:p>
        </p:txBody>
      </p:sp>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04304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Other Sensors</a:t>
            </a:r>
          </a:p>
        </p:txBody>
      </p:sp>
      <p:sp>
        <p:nvSpPr>
          <p:cNvPr id="4" name="Slide Number Placeholder 3">
            <a:extLst>
              <a:ext uri="{FF2B5EF4-FFF2-40B4-BE49-F238E27FC236}">
                <a16:creationId xmlns:a16="http://schemas.microsoft.com/office/drawing/2014/main" id="{B7A4FE44-321E-BBB1-C3AA-144A9A5E231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17FB244B-6ECD-B8CD-5D64-9B0728808A73}"/>
              </a:ext>
            </a:extLst>
          </p:cNvPr>
          <p:cNvSpPr>
            <a:spLocks noGrp="1"/>
          </p:cNvSpPr>
          <p:nvPr>
            <p:ph idx="1"/>
          </p:nvPr>
        </p:nvSpPr>
        <p:spPr/>
        <p:txBody>
          <a:bodyPr/>
          <a:lstStyle/>
          <a:p>
            <a:r>
              <a:rPr lang="en-GB" dirty="0"/>
              <a:t>There are many other sensors that we have not yet discussed but are in wide use</a:t>
            </a:r>
          </a:p>
          <a:p>
            <a:pPr lvl="1"/>
            <a:r>
              <a:rPr lang="en-GB" dirty="0"/>
              <a:t>Sound and Voice </a:t>
            </a:r>
          </a:p>
          <a:p>
            <a:pPr lvl="1"/>
            <a:r>
              <a:rPr lang="en-GB" dirty="0"/>
              <a:t>Compasses</a:t>
            </a:r>
          </a:p>
          <a:p>
            <a:pPr lvl="1"/>
            <a:r>
              <a:rPr lang="en-GB" dirty="0"/>
              <a:t>IMU</a:t>
            </a:r>
          </a:p>
          <a:p>
            <a:pPr lvl="1"/>
            <a:r>
              <a:rPr lang="en-GB" dirty="0"/>
              <a:t>Motion tracking</a:t>
            </a:r>
          </a:p>
          <a:p>
            <a:pPr lvl="1"/>
            <a:r>
              <a:rPr lang="en-GB" dirty="0"/>
              <a:t>GPS</a:t>
            </a:r>
          </a:p>
          <a:p>
            <a:r>
              <a:rPr lang="en-GB" dirty="0"/>
              <a:t> This lecture aims to introduce these concepts</a:t>
            </a:r>
          </a:p>
          <a:p>
            <a:endParaRPr lang="en-GB" dirty="0"/>
          </a:p>
        </p:txBody>
      </p:sp>
    </p:spTree>
    <p:extLst>
      <p:ext uri="{BB962C8B-B14F-4D97-AF65-F5344CB8AC3E}">
        <p14:creationId xmlns:p14="http://schemas.microsoft.com/office/powerpoint/2010/main" val="484374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Sound and Voice</a:t>
            </a:r>
          </a:p>
        </p:txBody>
      </p:sp>
      <p:sp>
        <p:nvSpPr>
          <p:cNvPr id="3" name="Subtitle 2">
            <a:extLst>
              <a:ext uri="{FF2B5EF4-FFF2-40B4-BE49-F238E27FC236}">
                <a16:creationId xmlns:a16="http://schemas.microsoft.com/office/drawing/2014/main" id="{0EC2D61B-0204-42F3-52E6-931A9496968D}"/>
              </a:ext>
            </a:extLst>
          </p:cNvPr>
          <p:cNvSpPr>
            <a:spLocks noGrp="1"/>
          </p:cNvSpPr>
          <p:nvPr>
            <p:ph type="body" idx="1"/>
          </p:nvPr>
        </p:nvSpPr>
        <p:spPr/>
        <p:txBody>
          <a:bodyPr>
            <a:normAutofit/>
          </a:bodyPr>
          <a:lstStyle/>
          <a:p>
            <a:endParaRPr lang="en-GB" sz="3600" dirty="0"/>
          </a:p>
          <a:p>
            <a:endParaRPr lang="en-GB" sz="3600" dirty="0"/>
          </a:p>
        </p:txBody>
      </p:sp>
      <p:sp>
        <p:nvSpPr>
          <p:cNvPr id="4" name="Slide Number Placeholder 3">
            <a:extLst>
              <a:ext uri="{FF2B5EF4-FFF2-40B4-BE49-F238E27FC236}">
                <a16:creationId xmlns:a16="http://schemas.microsoft.com/office/drawing/2014/main" id="{972127E7-BBE6-243F-1E03-DA2A2738DA11}"/>
              </a:ext>
            </a:extLst>
          </p:cNvPr>
          <p:cNvSpPr>
            <a:spLocks noGrp="1"/>
          </p:cNvSpPr>
          <p:nvPr>
            <p:ph type="sldNum" sz="quarter" idx="12"/>
          </p:nvPr>
        </p:nvSpPr>
        <p:spPr/>
        <p:txBody>
          <a:bodyPr/>
          <a:lstStyle/>
          <a:p>
            <a:fld id="{1ED87AFC-F3F3-4E09-A9D9-1873FFB55ECB}" type="slidenum">
              <a:rPr lang="en-GB" smtClean="0"/>
              <a:t>5</a:t>
            </a:fld>
            <a:endParaRPr lang="en-GB"/>
          </a:p>
        </p:txBody>
      </p:sp>
    </p:spTree>
    <p:extLst>
      <p:ext uri="{BB962C8B-B14F-4D97-AF65-F5344CB8AC3E}">
        <p14:creationId xmlns:p14="http://schemas.microsoft.com/office/powerpoint/2010/main" val="2766966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Sound</a:t>
            </a:r>
          </a:p>
        </p:txBody>
      </p:sp>
      <p:sp>
        <p:nvSpPr>
          <p:cNvPr id="5" name="Content Placeholder 4">
            <a:extLst>
              <a:ext uri="{FF2B5EF4-FFF2-40B4-BE49-F238E27FC236}">
                <a16:creationId xmlns:a16="http://schemas.microsoft.com/office/drawing/2014/main" id="{17FB244B-6ECD-B8CD-5D64-9B0728808A73}"/>
              </a:ext>
            </a:extLst>
          </p:cNvPr>
          <p:cNvSpPr>
            <a:spLocks noGrp="1"/>
          </p:cNvSpPr>
          <p:nvPr>
            <p:ph sz="half" idx="1"/>
          </p:nvPr>
        </p:nvSpPr>
        <p:spPr/>
        <p:txBody>
          <a:bodyPr>
            <a:normAutofit/>
          </a:bodyPr>
          <a:lstStyle/>
          <a:p>
            <a:r>
              <a:rPr lang="en-GB" dirty="0"/>
              <a:t>Sound sensor detects a sound</a:t>
            </a:r>
          </a:p>
          <a:p>
            <a:r>
              <a:rPr lang="en-GB" dirty="0"/>
              <a:t>Sensors converts into an electrical signal</a:t>
            </a:r>
          </a:p>
          <a:p>
            <a:r>
              <a:rPr lang="en-GB" dirty="0"/>
              <a:t>Electrical signal is digitised and can be analysed to interpret the sound wave detected</a:t>
            </a:r>
          </a:p>
          <a:p>
            <a:r>
              <a:rPr lang="en-GB" dirty="0"/>
              <a:t>Sound Sensor</a:t>
            </a:r>
          </a:p>
          <a:p>
            <a:pPr lvl="1"/>
            <a:r>
              <a:rPr lang="en-GB" dirty="0"/>
              <a:t>Microphone</a:t>
            </a:r>
          </a:p>
          <a:p>
            <a:endParaRPr lang="en-GB" dirty="0"/>
          </a:p>
        </p:txBody>
      </p:sp>
      <p:pic>
        <p:nvPicPr>
          <p:cNvPr id="6" name="Content Placeholder 5">
            <a:extLst>
              <a:ext uri="{FF2B5EF4-FFF2-40B4-BE49-F238E27FC236}">
                <a16:creationId xmlns:a16="http://schemas.microsoft.com/office/drawing/2014/main" id="{6DAF9AE9-383C-10FC-4919-D5B539888678}"/>
              </a:ext>
            </a:extLst>
          </p:cNvPr>
          <p:cNvPicPr>
            <a:picLocks noGrp="1" noChangeAspect="1"/>
          </p:cNvPicPr>
          <p:nvPr>
            <p:ph sz="half" idx="2"/>
          </p:nvPr>
        </p:nvPicPr>
        <p:blipFill>
          <a:blip r:embed="rId2"/>
          <a:stretch>
            <a:fillRect/>
          </a:stretch>
        </p:blipFill>
        <p:spPr>
          <a:xfrm>
            <a:off x="7548562" y="1524000"/>
            <a:ext cx="2124075" cy="1905000"/>
          </a:xfrm>
          <a:prstGeom prst="rect">
            <a:avLst/>
          </a:prstGeom>
        </p:spPr>
      </p:pic>
      <p:sp>
        <p:nvSpPr>
          <p:cNvPr id="4" name="Slide Number Placeholder 3">
            <a:extLst>
              <a:ext uri="{FF2B5EF4-FFF2-40B4-BE49-F238E27FC236}">
                <a16:creationId xmlns:a16="http://schemas.microsoft.com/office/drawing/2014/main" id="{B7A4FE44-321E-BBB1-C3AA-144A9A5E231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4B20AE1E-7E19-5513-21C6-4366806DBBC0}"/>
              </a:ext>
            </a:extLst>
          </p:cNvPr>
          <p:cNvPicPr>
            <a:picLocks noChangeAspect="1"/>
          </p:cNvPicPr>
          <p:nvPr/>
        </p:nvPicPr>
        <p:blipFill>
          <a:blip r:embed="rId3"/>
          <a:stretch>
            <a:fillRect/>
          </a:stretch>
        </p:blipFill>
        <p:spPr>
          <a:xfrm>
            <a:off x="7434261" y="3940175"/>
            <a:ext cx="2352675" cy="1905000"/>
          </a:xfrm>
          <a:prstGeom prst="rect">
            <a:avLst/>
          </a:prstGeom>
        </p:spPr>
      </p:pic>
    </p:spTree>
    <p:extLst>
      <p:ext uri="{BB962C8B-B14F-4D97-AF65-F5344CB8AC3E}">
        <p14:creationId xmlns:p14="http://schemas.microsoft.com/office/powerpoint/2010/main" val="2150994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Sound</a:t>
            </a:r>
          </a:p>
        </p:txBody>
      </p:sp>
      <p:sp>
        <p:nvSpPr>
          <p:cNvPr id="5" name="Content Placeholder 4">
            <a:extLst>
              <a:ext uri="{FF2B5EF4-FFF2-40B4-BE49-F238E27FC236}">
                <a16:creationId xmlns:a16="http://schemas.microsoft.com/office/drawing/2014/main" id="{17FB244B-6ECD-B8CD-5D64-9B0728808A73}"/>
              </a:ext>
            </a:extLst>
          </p:cNvPr>
          <p:cNvSpPr>
            <a:spLocks noGrp="1"/>
          </p:cNvSpPr>
          <p:nvPr>
            <p:ph sz="half" idx="1"/>
          </p:nvPr>
        </p:nvSpPr>
        <p:spPr/>
        <p:txBody>
          <a:bodyPr>
            <a:normAutofit/>
          </a:bodyPr>
          <a:lstStyle/>
          <a:p>
            <a:r>
              <a:rPr lang="en-GB" dirty="0"/>
              <a:t>Different type of microphones</a:t>
            </a:r>
          </a:p>
          <a:p>
            <a:r>
              <a:rPr lang="en-GB" dirty="0"/>
              <a:t>Condenser type is one</a:t>
            </a:r>
          </a:p>
          <a:p>
            <a:pPr lvl="1"/>
            <a:r>
              <a:rPr lang="en-GB" dirty="0"/>
              <a:t>Sound waves strike a diaphragm,</a:t>
            </a:r>
          </a:p>
          <a:p>
            <a:pPr lvl="1"/>
            <a:r>
              <a:rPr lang="en-GB" dirty="0"/>
              <a:t>This changes the distance to a second fixed plate</a:t>
            </a:r>
          </a:p>
          <a:p>
            <a:pPr lvl="1"/>
            <a:r>
              <a:rPr lang="en-GB" dirty="0"/>
              <a:t>Using the capacitive effect an output signal is created</a:t>
            </a:r>
          </a:p>
          <a:p>
            <a:pPr lvl="1"/>
            <a:r>
              <a:rPr lang="en-GB" dirty="0"/>
              <a:t>This output can be measured</a:t>
            </a:r>
          </a:p>
          <a:p>
            <a:endParaRPr lang="en-GB" dirty="0"/>
          </a:p>
        </p:txBody>
      </p:sp>
      <p:pic>
        <p:nvPicPr>
          <p:cNvPr id="8" name="Content Placeholder 7">
            <a:extLst>
              <a:ext uri="{FF2B5EF4-FFF2-40B4-BE49-F238E27FC236}">
                <a16:creationId xmlns:a16="http://schemas.microsoft.com/office/drawing/2014/main" id="{D1EE8457-02B9-7CF2-E1CA-19605B2CB85F}"/>
              </a:ext>
            </a:extLst>
          </p:cNvPr>
          <p:cNvPicPr>
            <a:picLocks noGrp="1" noChangeAspect="1"/>
          </p:cNvPicPr>
          <p:nvPr>
            <p:ph sz="half" idx="2"/>
          </p:nvPr>
        </p:nvPicPr>
        <p:blipFill>
          <a:blip r:embed="rId2"/>
          <a:stretch>
            <a:fillRect/>
          </a:stretch>
        </p:blipFill>
        <p:spPr>
          <a:xfrm>
            <a:off x="6172200" y="2581536"/>
            <a:ext cx="5181600" cy="2839516"/>
          </a:xfrm>
          <a:prstGeom prst="rect">
            <a:avLst/>
          </a:prstGeom>
        </p:spPr>
      </p:pic>
      <p:sp>
        <p:nvSpPr>
          <p:cNvPr id="4" name="Slide Number Placeholder 3">
            <a:extLst>
              <a:ext uri="{FF2B5EF4-FFF2-40B4-BE49-F238E27FC236}">
                <a16:creationId xmlns:a16="http://schemas.microsoft.com/office/drawing/2014/main" id="{B7A4FE44-321E-BBB1-C3AA-144A9A5E231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64502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Sound</a:t>
            </a:r>
          </a:p>
        </p:txBody>
      </p:sp>
      <p:sp>
        <p:nvSpPr>
          <p:cNvPr id="5" name="Content Placeholder 4">
            <a:extLst>
              <a:ext uri="{FF2B5EF4-FFF2-40B4-BE49-F238E27FC236}">
                <a16:creationId xmlns:a16="http://schemas.microsoft.com/office/drawing/2014/main" id="{17FB244B-6ECD-B8CD-5D64-9B0728808A73}"/>
              </a:ext>
            </a:extLst>
          </p:cNvPr>
          <p:cNvSpPr>
            <a:spLocks noGrp="1"/>
          </p:cNvSpPr>
          <p:nvPr>
            <p:ph sz="half" idx="1"/>
          </p:nvPr>
        </p:nvSpPr>
        <p:spPr/>
        <p:txBody>
          <a:bodyPr>
            <a:normAutofit/>
          </a:bodyPr>
          <a:lstStyle/>
          <a:p>
            <a:r>
              <a:rPr lang="en-GB" dirty="0"/>
              <a:t>Interface circuits</a:t>
            </a:r>
          </a:p>
          <a:p>
            <a:pPr lvl="1"/>
            <a:r>
              <a:rPr lang="en-GB" dirty="0"/>
              <a:t>Many different types</a:t>
            </a:r>
          </a:p>
          <a:p>
            <a:pPr lvl="1"/>
            <a:r>
              <a:rPr lang="en-GB" dirty="0"/>
              <a:t>Some will just return that a sound within a set frequency was heard</a:t>
            </a:r>
          </a:p>
          <a:p>
            <a:pPr lvl="1"/>
            <a:r>
              <a:rPr lang="en-GB" dirty="0"/>
              <a:t>Others will pass on the complete range of signals heard – this would need further analysis</a:t>
            </a:r>
          </a:p>
          <a:p>
            <a:r>
              <a:rPr lang="en-GB" dirty="0"/>
              <a:t>Different uses</a:t>
            </a:r>
          </a:p>
          <a:p>
            <a:pPr lvl="1"/>
            <a:r>
              <a:rPr lang="en-GB" dirty="0"/>
              <a:t>Detect noise within workspace</a:t>
            </a:r>
          </a:p>
          <a:p>
            <a:pPr lvl="1"/>
            <a:r>
              <a:rPr lang="en-GB" dirty="0"/>
              <a:t>Detect commands</a:t>
            </a:r>
          </a:p>
          <a:p>
            <a:pPr lvl="1"/>
            <a:endParaRPr lang="en-GB" dirty="0"/>
          </a:p>
          <a:p>
            <a:endParaRPr lang="en-GB" dirty="0"/>
          </a:p>
        </p:txBody>
      </p:sp>
      <p:sp>
        <p:nvSpPr>
          <p:cNvPr id="4" name="Slide Number Placeholder 3">
            <a:extLst>
              <a:ext uri="{FF2B5EF4-FFF2-40B4-BE49-F238E27FC236}">
                <a16:creationId xmlns:a16="http://schemas.microsoft.com/office/drawing/2014/main" id="{B7A4FE44-321E-BBB1-C3AA-144A9A5E231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9" name="Picture 8" descr="A screenshot of a computer screen&#10;&#10;Description automatically generated">
            <a:extLst>
              <a:ext uri="{FF2B5EF4-FFF2-40B4-BE49-F238E27FC236}">
                <a16:creationId xmlns:a16="http://schemas.microsoft.com/office/drawing/2014/main" id="{25B59079-2E34-5485-C51C-897477ECE9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01790" y="2132528"/>
            <a:ext cx="4662054" cy="4223822"/>
          </a:xfrm>
          <a:prstGeom prst="rect">
            <a:avLst/>
          </a:prstGeom>
        </p:spPr>
      </p:pic>
      <p:pic>
        <p:nvPicPr>
          <p:cNvPr id="6" name="Content Placeholder 5">
            <a:extLst>
              <a:ext uri="{FF2B5EF4-FFF2-40B4-BE49-F238E27FC236}">
                <a16:creationId xmlns:a16="http://schemas.microsoft.com/office/drawing/2014/main" id="{13A102A6-5F7A-CBA6-F16D-467263628EBC}"/>
              </a:ext>
            </a:extLst>
          </p:cNvPr>
          <p:cNvPicPr>
            <a:picLocks noGrp="1" noChangeAspect="1"/>
          </p:cNvPicPr>
          <p:nvPr>
            <p:ph sz="half" idx="2"/>
          </p:nvPr>
        </p:nvPicPr>
        <p:blipFill>
          <a:blip r:embed="rId3"/>
          <a:stretch>
            <a:fillRect/>
          </a:stretch>
        </p:blipFill>
        <p:spPr>
          <a:xfrm>
            <a:off x="6019800" y="941037"/>
            <a:ext cx="3574472" cy="2382982"/>
          </a:xfrm>
          <a:prstGeom prst="rect">
            <a:avLst/>
          </a:prstGeom>
        </p:spPr>
      </p:pic>
    </p:spTree>
    <p:extLst>
      <p:ext uri="{BB962C8B-B14F-4D97-AF65-F5344CB8AC3E}">
        <p14:creationId xmlns:p14="http://schemas.microsoft.com/office/powerpoint/2010/main" val="1412575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Voice Recognition </a:t>
            </a:r>
          </a:p>
        </p:txBody>
      </p:sp>
      <p:sp>
        <p:nvSpPr>
          <p:cNvPr id="4" name="Slide Number Placeholder 3">
            <a:extLst>
              <a:ext uri="{FF2B5EF4-FFF2-40B4-BE49-F238E27FC236}">
                <a16:creationId xmlns:a16="http://schemas.microsoft.com/office/drawing/2014/main" id="{B7A4FE44-321E-BBB1-C3AA-144A9A5E231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17FB244B-6ECD-B8CD-5D64-9B0728808A73}"/>
              </a:ext>
            </a:extLst>
          </p:cNvPr>
          <p:cNvSpPr>
            <a:spLocks noGrp="1"/>
          </p:cNvSpPr>
          <p:nvPr>
            <p:ph idx="1"/>
          </p:nvPr>
        </p:nvSpPr>
        <p:spPr/>
        <p:txBody>
          <a:bodyPr>
            <a:normAutofit/>
          </a:bodyPr>
          <a:lstStyle/>
          <a:p>
            <a:r>
              <a:rPr lang="en-GB" dirty="0"/>
              <a:t>Involves determining what is said and taking an action based on the perceived information.</a:t>
            </a:r>
          </a:p>
          <a:p>
            <a:r>
              <a:rPr lang="en-GB" dirty="0"/>
              <a:t>Works on the frequency content of spoken words.</a:t>
            </a:r>
          </a:p>
          <a:p>
            <a:r>
              <a:rPr lang="en-GB" dirty="0"/>
              <a:t>Every word is decomposed into its constituent frequencies with a unique signature. Allows the system to recognize the word.</a:t>
            </a:r>
          </a:p>
          <a:p>
            <a:r>
              <a:rPr lang="en-GB" dirty="0"/>
              <a:t>The user must train the system by speaking the words a priori.</a:t>
            </a:r>
          </a:p>
          <a:p>
            <a:pPr lvl="1"/>
            <a:r>
              <a:rPr lang="en-GB" dirty="0"/>
              <a:t>Speech recognition</a:t>
            </a:r>
          </a:p>
          <a:p>
            <a:pPr lvl="1"/>
            <a:r>
              <a:rPr lang="en-GB" dirty="0"/>
              <a:t>Machine learning algorithms</a:t>
            </a:r>
          </a:p>
        </p:txBody>
      </p:sp>
    </p:spTree>
    <p:extLst>
      <p:ext uri="{BB962C8B-B14F-4D97-AF65-F5344CB8AC3E}">
        <p14:creationId xmlns:p14="http://schemas.microsoft.com/office/powerpoint/2010/main" val="222950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Voice Recognition </a:t>
            </a:r>
          </a:p>
        </p:txBody>
      </p:sp>
      <p:sp>
        <p:nvSpPr>
          <p:cNvPr id="4" name="Slide Number Placeholder 3">
            <a:extLst>
              <a:ext uri="{FF2B5EF4-FFF2-40B4-BE49-F238E27FC236}">
                <a16:creationId xmlns:a16="http://schemas.microsoft.com/office/drawing/2014/main" id="{B7A4FE44-321E-BBB1-C3AA-144A9A5E231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17FB244B-6ECD-B8CD-5D64-9B0728808A73}"/>
              </a:ext>
            </a:extLst>
          </p:cNvPr>
          <p:cNvSpPr>
            <a:spLocks noGrp="1"/>
          </p:cNvSpPr>
          <p:nvPr>
            <p:ph idx="1"/>
          </p:nvPr>
        </p:nvSpPr>
        <p:spPr/>
        <p:txBody>
          <a:bodyPr>
            <a:normAutofit/>
          </a:bodyPr>
          <a:lstStyle/>
          <a:p>
            <a:r>
              <a:rPr lang="en-GB" dirty="0"/>
              <a:t>Creates a look-up table of the major frequencies.</a:t>
            </a:r>
          </a:p>
          <a:p>
            <a:r>
              <a:rPr lang="en-GB" dirty="0"/>
              <a:t>Tries to match with the information in the look-up table.</a:t>
            </a:r>
          </a:p>
          <a:p>
            <a:r>
              <a:rPr lang="en-GB" dirty="0"/>
              <a:t>Recognition affected by variations in volume, accent, speed, etc.</a:t>
            </a:r>
          </a:p>
          <a:p>
            <a:r>
              <a:rPr lang="en-GB" dirty="0"/>
              <a:t>More accurate look-up table makes recognition more difficult.</a:t>
            </a:r>
          </a:p>
          <a:p>
            <a:r>
              <a:rPr lang="en-GB" dirty="0"/>
              <a:t>Requires processing power to do this accurately but simple systems can be easily created </a:t>
            </a:r>
          </a:p>
          <a:p>
            <a:pPr marL="0" indent="0">
              <a:buNone/>
            </a:pPr>
            <a:endParaRPr lang="en-GB" dirty="0"/>
          </a:p>
        </p:txBody>
      </p:sp>
    </p:spTree>
    <p:extLst>
      <p:ext uri="{BB962C8B-B14F-4D97-AF65-F5344CB8AC3E}">
        <p14:creationId xmlns:p14="http://schemas.microsoft.com/office/powerpoint/2010/main" val="2731939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Compasses</a:t>
            </a:r>
          </a:p>
        </p:txBody>
      </p:sp>
      <p:sp>
        <p:nvSpPr>
          <p:cNvPr id="3" name="Subtitle 2">
            <a:extLst>
              <a:ext uri="{FF2B5EF4-FFF2-40B4-BE49-F238E27FC236}">
                <a16:creationId xmlns:a16="http://schemas.microsoft.com/office/drawing/2014/main" id="{0EC2D61B-0204-42F3-52E6-931A9496968D}"/>
              </a:ext>
            </a:extLst>
          </p:cNvPr>
          <p:cNvSpPr>
            <a:spLocks noGrp="1"/>
          </p:cNvSpPr>
          <p:nvPr>
            <p:ph type="body" idx="1"/>
          </p:nvPr>
        </p:nvSpPr>
        <p:spPr/>
        <p:txBody>
          <a:bodyPr>
            <a:normAutofit/>
          </a:bodyPr>
          <a:lstStyle/>
          <a:p>
            <a:endParaRPr lang="en-GB" sz="3600" dirty="0"/>
          </a:p>
          <a:p>
            <a:endParaRPr lang="en-GB" sz="3600" dirty="0"/>
          </a:p>
        </p:txBody>
      </p:sp>
      <p:sp>
        <p:nvSpPr>
          <p:cNvPr id="4" name="Slide Number Placeholder 3">
            <a:extLst>
              <a:ext uri="{FF2B5EF4-FFF2-40B4-BE49-F238E27FC236}">
                <a16:creationId xmlns:a16="http://schemas.microsoft.com/office/drawing/2014/main" id="{972127E7-BBE6-243F-1E03-DA2A2738DA11}"/>
              </a:ext>
            </a:extLst>
          </p:cNvPr>
          <p:cNvSpPr>
            <a:spLocks noGrp="1"/>
          </p:cNvSpPr>
          <p:nvPr>
            <p:ph type="sldNum" sz="quarter" idx="12"/>
          </p:nvPr>
        </p:nvSpPr>
        <p:spPr/>
        <p:txBody>
          <a:bodyPr/>
          <a:lstStyle/>
          <a:p>
            <a:fld id="{1ED87AFC-F3F3-4E09-A9D9-1873FFB55ECB}" type="slidenum">
              <a:rPr lang="en-GB" smtClean="0"/>
              <a:t>11</a:t>
            </a:fld>
            <a:endParaRPr lang="en-GB"/>
          </a:p>
        </p:txBody>
      </p:sp>
    </p:spTree>
    <p:extLst>
      <p:ext uri="{BB962C8B-B14F-4D97-AF65-F5344CB8AC3E}">
        <p14:creationId xmlns:p14="http://schemas.microsoft.com/office/powerpoint/2010/main" val="2873463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Compasses</a:t>
            </a:r>
          </a:p>
        </p:txBody>
      </p:sp>
      <p:sp>
        <p:nvSpPr>
          <p:cNvPr id="5" name="Content Placeholder 4">
            <a:extLst>
              <a:ext uri="{FF2B5EF4-FFF2-40B4-BE49-F238E27FC236}">
                <a16:creationId xmlns:a16="http://schemas.microsoft.com/office/drawing/2014/main" id="{17FB244B-6ECD-B8CD-5D64-9B0728808A73}"/>
              </a:ext>
            </a:extLst>
          </p:cNvPr>
          <p:cNvSpPr>
            <a:spLocks noGrp="1"/>
          </p:cNvSpPr>
          <p:nvPr>
            <p:ph sz="half" idx="1"/>
          </p:nvPr>
        </p:nvSpPr>
        <p:spPr/>
        <p:txBody>
          <a:bodyPr>
            <a:normAutofit/>
          </a:bodyPr>
          <a:lstStyle/>
          <a:p>
            <a:r>
              <a:rPr lang="en-GB" dirty="0"/>
              <a:t>Navigational device</a:t>
            </a:r>
          </a:p>
          <a:p>
            <a:r>
              <a:rPr lang="en-GB" dirty="0"/>
              <a:t>Shows direction relative to the Earth’s magnetic field</a:t>
            </a:r>
          </a:p>
          <a:p>
            <a:r>
              <a:rPr lang="en-GB" dirty="0"/>
              <a:t>Can provide a fixed point for reference for a mobile robot or an additional fixed reference point for a manipulator</a:t>
            </a:r>
          </a:p>
          <a:p>
            <a:pPr marL="0" indent="0">
              <a:buNone/>
            </a:pPr>
            <a:endParaRPr lang="en-GB" dirty="0"/>
          </a:p>
        </p:txBody>
      </p:sp>
      <p:pic>
        <p:nvPicPr>
          <p:cNvPr id="8" name="Content Placeholder 7">
            <a:extLst>
              <a:ext uri="{FF2B5EF4-FFF2-40B4-BE49-F238E27FC236}">
                <a16:creationId xmlns:a16="http://schemas.microsoft.com/office/drawing/2014/main" id="{6442E531-28FA-681F-7A95-863CAC8355A7}"/>
              </a:ext>
            </a:extLst>
          </p:cNvPr>
          <p:cNvPicPr>
            <a:picLocks noGrp="1" noChangeAspect="1"/>
          </p:cNvPicPr>
          <p:nvPr>
            <p:ph sz="half" idx="2"/>
          </p:nvPr>
        </p:nvPicPr>
        <p:blipFill>
          <a:blip r:embed="rId2"/>
          <a:stretch>
            <a:fillRect/>
          </a:stretch>
        </p:blipFill>
        <p:spPr>
          <a:xfrm>
            <a:off x="6477000" y="2339181"/>
            <a:ext cx="4572000" cy="3324225"/>
          </a:xfrm>
          <a:prstGeom prst="rect">
            <a:avLst/>
          </a:prstGeom>
        </p:spPr>
      </p:pic>
      <p:sp>
        <p:nvSpPr>
          <p:cNvPr id="4" name="Slide Number Placeholder 3">
            <a:extLst>
              <a:ext uri="{FF2B5EF4-FFF2-40B4-BE49-F238E27FC236}">
                <a16:creationId xmlns:a16="http://schemas.microsoft.com/office/drawing/2014/main" id="{B7A4FE44-321E-BBB1-C3AA-144A9A5E231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8899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Compasses</a:t>
            </a:r>
          </a:p>
        </p:txBody>
      </p:sp>
      <p:sp>
        <p:nvSpPr>
          <p:cNvPr id="5" name="Content Placeholder 4">
            <a:extLst>
              <a:ext uri="{FF2B5EF4-FFF2-40B4-BE49-F238E27FC236}">
                <a16:creationId xmlns:a16="http://schemas.microsoft.com/office/drawing/2014/main" id="{17FB244B-6ECD-B8CD-5D64-9B0728808A73}"/>
              </a:ext>
            </a:extLst>
          </p:cNvPr>
          <p:cNvSpPr>
            <a:spLocks noGrp="1"/>
          </p:cNvSpPr>
          <p:nvPr>
            <p:ph sz="half" idx="1"/>
          </p:nvPr>
        </p:nvSpPr>
        <p:spPr/>
        <p:txBody>
          <a:bodyPr>
            <a:normAutofit fontScale="70000" lnSpcReduction="20000"/>
          </a:bodyPr>
          <a:lstStyle/>
          <a:p>
            <a:r>
              <a:rPr lang="en-GB" dirty="0"/>
              <a:t>For robotics – Magnetometers are usually used</a:t>
            </a:r>
          </a:p>
          <a:p>
            <a:pPr lvl="1"/>
            <a:r>
              <a:rPr lang="en-GB" dirty="0"/>
              <a:t>Normally in a triaxial configuration</a:t>
            </a:r>
          </a:p>
          <a:p>
            <a:r>
              <a:rPr lang="en-GB" dirty="0"/>
              <a:t>Can detect the magnetic field about the sensor</a:t>
            </a:r>
          </a:p>
          <a:p>
            <a:pPr lvl="1"/>
            <a:r>
              <a:rPr lang="en-GB" dirty="0"/>
              <a:t>Like haff effect sensors but can provide details about the magnetic field</a:t>
            </a:r>
          </a:p>
          <a:p>
            <a:r>
              <a:rPr lang="en-GB" dirty="0"/>
              <a:t>Normally used to detect the strength of a magnetic field</a:t>
            </a:r>
          </a:p>
          <a:p>
            <a:r>
              <a:rPr lang="en-GB" dirty="0"/>
              <a:t>With some coding the number of degrees from North can be calculated – hence the compass</a:t>
            </a:r>
          </a:p>
          <a:p>
            <a:r>
              <a:rPr lang="en-GB" dirty="0"/>
              <a:t>Accelerometers are normally included so the Earths “down” (gravity vector) can be detected</a:t>
            </a:r>
          </a:p>
          <a:p>
            <a:pPr lvl="1"/>
            <a:r>
              <a:rPr lang="en-GB" dirty="0"/>
              <a:t>Compensates for tilt etc</a:t>
            </a:r>
          </a:p>
        </p:txBody>
      </p:sp>
      <p:pic>
        <p:nvPicPr>
          <p:cNvPr id="7" name="Content Placeholder 6" descr="A black and white electronic device&#10;&#10;Description automatically generated">
            <a:extLst>
              <a:ext uri="{FF2B5EF4-FFF2-40B4-BE49-F238E27FC236}">
                <a16:creationId xmlns:a16="http://schemas.microsoft.com/office/drawing/2014/main" id="{0DA6D5FB-24D7-E5B4-0F97-BE4C2E05160B}"/>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391400" y="3086894"/>
            <a:ext cx="2743200" cy="1828800"/>
          </a:xfrm>
        </p:spPr>
      </p:pic>
      <p:sp>
        <p:nvSpPr>
          <p:cNvPr id="4" name="Slide Number Placeholder 3">
            <a:extLst>
              <a:ext uri="{FF2B5EF4-FFF2-40B4-BE49-F238E27FC236}">
                <a16:creationId xmlns:a16="http://schemas.microsoft.com/office/drawing/2014/main" id="{B7A4FE44-321E-BBB1-C3AA-144A9A5E231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789617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Compasses</a:t>
            </a:r>
          </a:p>
        </p:txBody>
      </p:sp>
      <p:sp>
        <p:nvSpPr>
          <p:cNvPr id="4" name="Slide Number Placeholder 3">
            <a:extLst>
              <a:ext uri="{FF2B5EF4-FFF2-40B4-BE49-F238E27FC236}">
                <a16:creationId xmlns:a16="http://schemas.microsoft.com/office/drawing/2014/main" id="{B7A4FE44-321E-BBB1-C3AA-144A9A5E231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17FB244B-6ECD-B8CD-5D64-9B0728808A73}"/>
              </a:ext>
            </a:extLst>
          </p:cNvPr>
          <p:cNvSpPr>
            <a:spLocks noGrp="1"/>
          </p:cNvSpPr>
          <p:nvPr>
            <p:ph idx="1"/>
          </p:nvPr>
        </p:nvSpPr>
        <p:spPr/>
        <p:txBody>
          <a:bodyPr>
            <a:normAutofit/>
          </a:bodyPr>
          <a:lstStyle/>
          <a:p>
            <a:r>
              <a:rPr lang="en-GB" dirty="0"/>
              <a:t>Main uses</a:t>
            </a:r>
          </a:p>
          <a:p>
            <a:pPr lvl="1"/>
            <a:r>
              <a:rPr lang="en-GB" dirty="0"/>
              <a:t>Providing a reference point </a:t>
            </a:r>
          </a:p>
          <a:p>
            <a:pPr lvl="1"/>
            <a:r>
              <a:rPr lang="en-GB" dirty="0"/>
              <a:t>heading control for mobile robots</a:t>
            </a:r>
          </a:p>
          <a:p>
            <a:pPr lvl="1"/>
            <a:r>
              <a:rPr lang="en-GB" dirty="0"/>
              <a:t>Can be used to measure the angle from a set magnetic field point</a:t>
            </a:r>
          </a:p>
          <a:p>
            <a:pPr lvl="1"/>
            <a:r>
              <a:rPr lang="en-GB" dirty="0"/>
              <a:t>External motion control</a:t>
            </a:r>
          </a:p>
          <a:p>
            <a:r>
              <a:rPr lang="en-GB" dirty="0"/>
              <a:t>Be aware of the drawbacks</a:t>
            </a:r>
          </a:p>
          <a:p>
            <a:pPr lvl="1"/>
            <a:r>
              <a:rPr lang="en-GB" dirty="0"/>
              <a:t>Other Magnetic fields can alter the measurements</a:t>
            </a:r>
          </a:p>
          <a:p>
            <a:pPr lvl="1"/>
            <a:r>
              <a:rPr lang="en-GB" dirty="0"/>
              <a:t>Steel in buildings and surroundings can alter the magnetic field</a:t>
            </a:r>
          </a:p>
          <a:p>
            <a:pPr lvl="1"/>
            <a:endParaRPr lang="en-GB" dirty="0"/>
          </a:p>
          <a:p>
            <a:pPr lvl="1"/>
            <a:endParaRPr lang="en-GB" dirty="0"/>
          </a:p>
        </p:txBody>
      </p:sp>
    </p:spTree>
    <p:extLst>
      <p:ext uri="{BB962C8B-B14F-4D97-AF65-F5344CB8AC3E}">
        <p14:creationId xmlns:p14="http://schemas.microsoft.com/office/powerpoint/2010/main" val="692058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IMU</a:t>
            </a:r>
          </a:p>
        </p:txBody>
      </p:sp>
      <p:sp>
        <p:nvSpPr>
          <p:cNvPr id="3" name="Subtitle 2">
            <a:extLst>
              <a:ext uri="{FF2B5EF4-FFF2-40B4-BE49-F238E27FC236}">
                <a16:creationId xmlns:a16="http://schemas.microsoft.com/office/drawing/2014/main" id="{0EC2D61B-0204-42F3-52E6-931A9496968D}"/>
              </a:ext>
            </a:extLst>
          </p:cNvPr>
          <p:cNvSpPr>
            <a:spLocks noGrp="1"/>
          </p:cNvSpPr>
          <p:nvPr>
            <p:ph type="body" idx="1"/>
          </p:nvPr>
        </p:nvSpPr>
        <p:spPr/>
        <p:txBody>
          <a:bodyPr>
            <a:normAutofit/>
          </a:bodyPr>
          <a:lstStyle/>
          <a:p>
            <a:endParaRPr lang="en-GB" sz="3600" dirty="0"/>
          </a:p>
          <a:p>
            <a:endParaRPr lang="en-GB" sz="3600" dirty="0"/>
          </a:p>
        </p:txBody>
      </p:sp>
      <p:sp>
        <p:nvSpPr>
          <p:cNvPr id="4" name="Slide Number Placeholder 3">
            <a:extLst>
              <a:ext uri="{FF2B5EF4-FFF2-40B4-BE49-F238E27FC236}">
                <a16:creationId xmlns:a16="http://schemas.microsoft.com/office/drawing/2014/main" id="{972127E7-BBE6-243F-1E03-DA2A2738DA11}"/>
              </a:ext>
            </a:extLst>
          </p:cNvPr>
          <p:cNvSpPr>
            <a:spLocks noGrp="1"/>
          </p:cNvSpPr>
          <p:nvPr>
            <p:ph type="sldNum" sz="quarter" idx="12"/>
          </p:nvPr>
        </p:nvSpPr>
        <p:spPr/>
        <p:txBody>
          <a:bodyPr/>
          <a:lstStyle/>
          <a:p>
            <a:fld id="{1ED87AFC-F3F3-4E09-A9D9-1873FFB55ECB}" type="slidenum">
              <a:rPr lang="en-GB" smtClean="0"/>
              <a:t>15</a:t>
            </a:fld>
            <a:endParaRPr lang="en-GB"/>
          </a:p>
        </p:txBody>
      </p:sp>
    </p:spTree>
    <p:extLst>
      <p:ext uri="{BB962C8B-B14F-4D97-AF65-F5344CB8AC3E}">
        <p14:creationId xmlns:p14="http://schemas.microsoft.com/office/powerpoint/2010/main" val="30857537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IMU</a:t>
            </a:r>
          </a:p>
        </p:txBody>
      </p:sp>
      <p:sp>
        <p:nvSpPr>
          <p:cNvPr id="5" name="Content Placeholder 4">
            <a:extLst>
              <a:ext uri="{FF2B5EF4-FFF2-40B4-BE49-F238E27FC236}">
                <a16:creationId xmlns:a16="http://schemas.microsoft.com/office/drawing/2014/main" id="{17FB244B-6ECD-B8CD-5D64-9B0728808A73}"/>
              </a:ext>
            </a:extLst>
          </p:cNvPr>
          <p:cNvSpPr>
            <a:spLocks noGrp="1"/>
          </p:cNvSpPr>
          <p:nvPr>
            <p:ph sz="half" idx="1"/>
          </p:nvPr>
        </p:nvSpPr>
        <p:spPr/>
        <p:txBody>
          <a:bodyPr/>
          <a:lstStyle/>
          <a:p>
            <a:r>
              <a:rPr lang="en-GB" dirty="0"/>
              <a:t>Inertia Measurement Unit</a:t>
            </a:r>
          </a:p>
          <a:p>
            <a:r>
              <a:rPr lang="en-GB" dirty="0"/>
              <a:t>Made up of </a:t>
            </a:r>
          </a:p>
          <a:p>
            <a:pPr lvl="1"/>
            <a:r>
              <a:rPr lang="en-GB" dirty="0"/>
              <a:t>Accelerometers</a:t>
            </a:r>
          </a:p>
          <a:p>
            <a:pPr lvl="1"/>
            <a:r>
              <a:rPr lang="en-GB" dirty="0"/>
              <a:t>Rate Gyroscopes</a:t>
            </a:r>
          </a:p>
          <a:p>
            <a:pPr lvl="1"/>
            <a:r>
              <a:rPr lang="en-GB" dirty="0"/>
              <a:t>Magnetometers</a:t>
            </a:r>
          </a:p>
          <a:p>
            <a:r>
              <a:rPr lang="en-GB" dirty="0"/>
              <a:t>Various constructs</a:t>
            </a:r>
          </a:p>
          <a:p>
            <a:pPr lvl="1"/>
            <a:r>
              <a:rPr lang="en-GB" dirty="0"/>
              <a:t>MEMs based</a:t>
            </a:r>
          </a:p>
          <a:p>
            <a:pPr lvl="2"/>
            <a:r>
              <a:rPr lang="en-GB" dirty="0"/>
              <a:t>Allows for digital interfacing and filtering to be done on aboard</a:t>
            </a:r>
          </a:p>
          <a:p>
            <a:endParaRPr lang="en-GB" dirty="0"/>
          </a:p>
        </p:txBody>
      </p:sp>
      <p:pic>
        <p:nvPicPr>
          <p:cNvPr id="6" name="Content Placeholder 5">
            <a:extLst>
              <a:ext uri="{FF2B5EF4-FFF2-40B4-BE49-F238E27FC236}">
                <a16:creationId xmlns:a16="http://schemas.microsoft.com/office/drawing/2014/main" id="{A11223D3-1F46-E7DA-2FE1-A9E1391C644E}"/>
              </a:ext>
            </a:extLst>
          </p:cNvPr>
          <p:cNvPicPr>
            <a:picLocks noGrp="1" noChangeAspect="1"/>
          </p:cNvPicPr>
          <p:nvPr>
            <p:ph sz="half" idx="2"/>
          </p:nvPr>
        </p:nvPicPr>
        <p:blipFill>
          <a:blip r:embed="rId2"/>
          <a:stretch>
            <a:fillRect/>
          </a:stretch>
        </p:blipFill>
        <p:spPr>
          <a:xfrm>
            <a:off x="7796212" y="3048794"/>
            <a:ext cx="1933575" cy="1905000"/>
          </a:xfrm>
          <a:prstGeom prst="rect">
            <a:avLst/>
          </a:prstGeom>
        </p:spPr>
      </p:pic>
      <p:sp>
        <p:nvSpPr>
          <p:cNvPr id="4" name="Slide Number Placeholder 3">
            <a:extLst>
              <a:ext uri="{FF2B5EF4-FFF2-40B4-BE49-F238E27FC236}">
                <a16:creationId xmlns:a16="http://schemas.microsoft.com/office/drawing/2014/main" id="{B7A4FE44-321E-BBB1-C3AA-144A9A5E231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17295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IMU</a:t>
            </a:r>
          </a:p>
        </p:txBody>
      </p:sp>
      <p:sp>
        <p:nvSpPr>
          <p:cNvPr id="5" name="Content Placeholder 4">
            <a:extLst>
              <a:ext uri="{FF2B5EF4-FFF2-40B4-BE49-F238E27FC236}">
                <a16:creationId xmlns:a16="http://schemas.microsoft.com/office/drawing/2014/main" id="{17FB244B-6ECD-B8CD-5D64-9B0728808A73}"/>
              </a:ext>
            </a:extLst>
          </p:cNvPr>
          <p:cNvSpPr>
            <a:spLocks noGrp="1"/>
          </p:cNvSpPr>
          <p:nvPr>
            <p:ph sz="half" idx="1"/>
          </p:nvPr>
        </p:nvSpPr>
        <p:spPr/>
        <p:txBody>
          <a:bodyPr>
            <a:normAutofit lnSpcReduction="10000"/>
          </a:bodyPr>
          <a:lstStyle/>
          <a:p>
            <a:r>
              <a:rPr lang="en-GB" dirty="0"/>
              <a:t>The theory behind the main components has been covered</a:t>
            </a:r>
          </a:p>
          <a:p>
            <a:r>
              <a:rPr lang="en-GB" dirty="0"/>
              <a:t>IMUs combine more than these though</a:t>
            </a:r>
          </a:p>
          <a:p>
            <a:pPr lvl="1"/>
            <a:r>
              <a:rPr lang="en-GB" dirty="0"/>
              <a:t>Temperature sensor</a:t>
            </a:r>
          </a:p>
          <a:p>
            <a:pPr lvl="1"/>
            <a:r>
              <a:rPr lang="en-GB" dirty="0"/>
              <a:t>Signal conditioning</a:t>
            </a:r>
          </a:p>
          <a:p>
            <a:pPr lvl="1"/>
            <a:r>
              <a:rPr lang="en-GB" dirty="0"/>
              <a:t>External interface</a:t>
            </a:r>
          </a:p>
          <a:p>
            <a:pPr lvl="1"/>
            <a:r>
              <a:rPr lang="en-GB" dirty="0"/>
              <a:t>Motion processes</a:t>
            </a:r>
          </a:p>
          <a:p>
            <a:r>
              <a:rPr lang="en-GB" dirty="0"/>
              <a:t>Typically, onboard software</a:t>
            </a:r>
          </a:p>
          <a:p>
            <a:pPr lvl="1"/>
            <a:r>
              <a:rPr lang="en-GB" dirty="0"/>
              <a:t>Filtering</a:t>
            </a:r>
          </a:p>
          <a:p>
            <a:pPr lvl="1"/>
            <a:r>
              <a:rPr lang="en-GB" dirty="0"/>
              <a:t>Sensor fusion</a:t>
            </a:r>
          </a:p>
          <a:p>
            <a:pPr lvl="1"/>
            <a:endParaRPr lang="en-GB" dirty="0"/>
          </a:p>
          <a:p>
            <a:endParaRPr lang="en-GB" dirty="0"/>
          </a:p>
        </p:txBody>
      </p:sp>
      <p:pic>
        <p:nvPicPr>
          <p:cNvPr id="6" name="Content Placeholder 5">
            <a:extLst>
              <a:ext uri="{FF2B5EF4-FFF2-40B4-BE49-F238E27FC236}">
                <a16:creationId xmlns:a16="http://schemas.microsoft.com/office/drawing/2014/main" id="{5B88F80B-1638-2F58-30E5-C683E4FD3CAD}"/>
              </a:ext>
            </a:extLst>
          </p:cNvPr>
          <p:cNvPicPr>
            <a:picLocks noGrp="1" noChangeAspect="1"/>
          </p:cNvPicPr>
          <p:nvPr>
            <p:ph sz="half" idx="2"/>
          </p:nvPr>
        </p:nvPicPr>
        <p:blipFill>
          <a:blip r:embed="rId2"/>
          <a:stretch>
            <a:fillRect/>
          </a:stretch>
        </p:blipFill>
        <p:spPr>
          <a:xfrm>
            <a:off x="6172200" y="2362853"/>
            <a:ext cx="5181600" cy="3276882"/>
          </a:xfrm>
          <a:prstGeom prst="rect">
            <a:avLst/>
          </a:prstGeom>
        </p:spPr>
      </p:pic>
      <p:sp>
        <p:nvSpPr>
          <p:cNvPr id="4" name="Slide Number Placeholder 3">
            <a:extLst>
              <a:ext uri="{FF2B5EF4-FFF2-40B4-BE49-F238E27FC236}">
                <a16:creationId xmlns:a16="http://schemas.microsoft.com/office/drawing/2014/main" id="{B7A4FE44-321E-BBB1-C3AA-144A9A5E231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39937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IMU</a:t>
            </a:r>
          </a:p>
        </p:txBody>
      </p:sp>
      <p:sp>
        <p:nvSpPr>
          <p:cNvPr id="4" name="Slide Number Placeholder 3">
            <a:extLst>
              <a:ext uri="{FF2B5EF4-FFF2-40B4-BE49-F238E27FC236}">
                <a16:creationId xmlns:a16="http://schemas.microsoft.com/office/drawing/2014/main" id="{B7A4FE44-321E-BBB1-C3AA-144A9A5E231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17FB244B-6ECD-B8CD-5D64-9B0728808A73}"/>
              </a:ext>
            </a:extLst>
          </p:cNvPr>
          <p:cNvSpPr>
            <a:spLocks noGrp="1"/>
          </p:cNvSpPr>
          <p:nvPr>
            <p:ph idx="1"/>
          </p:nvPr>
        </p:nvSpPr>
        <p:spPr/>
        <p:txBody>
          <a:bodyPr/>
          <a:lstStyle/>
          <a:p>
            <a:r>
              <a:rPr lang="en-GB" dirty="0"/>
              <a:t>But why integrate all these?</a:t>
            </a:r>
          </a:p>
          <a:p>
            <a:pPr lvl="1"/>
            <a:r>
              <a:rPr lang="en-GB" dirty="0"/>
              <a:t>Motion of the system can be referenced to this single point</a:t>
            </a:r>
          </a:p>
          <a:p>
            <a:pPr lvl="1"/>
            <a:r>
              <a:rPr lang="en-GB" dirty="0"/>
              <a:t>The output of each sensor can compensate for the output of the other sensors</a:t>
            </a:r>
          </a:p>
          <a:p>
            <a:r>
              <a:rPr lang="en-GB" dirty="0"/>
              <a:t>What can the IMU be used for?</a:t>
            </a:r>
          </a:p>
          <a:p>
            <a:pPr lvl="1"/>
            <a:r>
              <a:rPr lang="en-GB" dirty="0"/>
              <a:t>In place of the single sensors provided before – providing more information</a:t>
            </a:r>
          </a:p>
          <a:p>
            <a:pPr lvl="1"/>
            <a:r>
              <a:rPr lang="en-GB" dirty="0"/>
              <a:t>Motion sensing </a:t>
            </a:r>
          </a:p>
          <a:p>
            <a:pPr lvl="2"/>
            <a:r>
              <a:rPr lang="en-GB" dirty="0"/>
              <a:t>AR, VR</a:t>
            </a:r>
          </a:p>
          <a:p>
            <a:pPr lvl="2"/>
            <a:r>
              <a:rPr lang="en-GB" dirty="0"/>
              <a:t>Robotics in general</a:t>
            </a:r>
          </a:p>
          <a:p>
            <a:pPr lvl="1"/>
            <a:endParaRPr lang="en-GB" dirty="0"/>
          </a:p>
          <a:p>
            <a:pPr lvl="1"/>
            <a:endParaRPr lang="en-GB" dirty="0"/>
          </a:p>
          <a:p>
            <a:endParaRPr lang="en-GB" dirty="0"/>
          </a:p>
        </p:txBody>
      </p:sp>
    </p:spTree>
    <p:extLst>
      <p:ext uri="{BB962C8B-B14F-4D97-AF65-F5344CB8AC3E}">
        <p14:creationId xmlns:p14="http://schemas.microsoft.com/office/powerpoint/2010/main" val="248026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Motion Tracking</a:t>
            </a:r>
          </a:p>
        </p:txBody>
      </p:sp>
      <p:sp>
        <p:nvSpPr>
          <p:cNvPr id="3" name="Subtitle 2">
            <a:extLst>
              <a:ext uri="{FF2B5EF4-FFF2-40B4-BE49-F238E27FC236}">
                <a16:creationId xmlns:a16="http://schemas.microsoft.com/office/drawing/2014/main" id="{0EC2D61B-0204-42F3-52E6-931A9496968D}"/>
              </a:ext>
            </a:extLst>
          </p:cNvPr>
          <p:cNvSpPr>
            <a:spLocks noGrp="1"/>
          </p:cNvSpPr>
          <p:nvPr>
            <p:ph type="body" idx="1"/>
          </p:nvPr>
        </p:nvSpPr>
        <p:spPr/>
        <p:txBody>
          <a:bodyPr>
            <a:normAutofit/>
          </a:bodyPr>
          <a:lstStyle/>
          <a:p>
            <a:endParaRPr lang="en-GB" sz="3600" dirty="0"/>
          </a:p>
          <a:p>
            <a:endParaRPr lang="en-GB" sz="3600" dirty="0"/>
          </a:p>
        </p:txBody>
      </p:sp>
      <p:sp>
        <p:nvSpPr>
          <p:cNvPr id="4" name="Slide Number Placeholder 3">
            <a:extLst>
              <a:ext uri="{FF2B5EF4-FFF2-40B4-BE49-F238E27FC236}">
                <a16:creationId xmlns:a16="http://schemas.microsoft.com/office/drawing/2014/main" id="{972127E7-BBE6-243F-1E03-DA2A2738DA11}"/>
              </a:ext>
            </a:extLst>
          </p:cNvPr>
          <p:cNvSpPr>
            <a:spLocks noGrp="1"/>
          </p:cNvSpPr>
          <p:nvPr>
            <p:ph type="sldNum" sz="quarter" idx="12"/>
          </p:nvPr>
        </p:nvSpPr>
        <p:spPr/>
        <p:txBody>
          <a:bodyPr/>
          <a:lstStyle/>
          <a:p>
            <a:fld id="{1ED87AFC-F3F3-4E09-A9D9-1873FFB55ECB}" type="slidenum">
              <a:rPr lang="en-GB" smtClean="0"/>
              <a:t>19</a:t>
            </a:fld>
            <a:endParaRPr lang="en-GB"/>
          </a:p>
        </p:txBody>
      </p:sp>
    </p:spTree>
    <p:extLst>
      <p:ext uri="{BB962C8B-B14F-4D97-AF65-F5344CB8AC3E}">
        <p14:creationId xmlns:p14="http://schemas.microsoft.com/office/powerpoint/2010/main" val="4036497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Motion tracking</a:t>
            </a:r>
          </a:p>
        </p:txBody>
      </p:sp>
      <p:sp>
        <p:nvSpPr>
          <p:cNvPr id="5" name="Content Placeholder 4">
            <a:extLst>
              <a:ext uri="{FF2B5EF4-FFF2-40B4-BE49-F238E27FC236}">
                <a16:creationId xmlns:a16="http://schemas.microsoft.com/office/drawing/2014/main" id="{17FB244B-6ECD-B8CD-5D64-9B0728808A73}"/>
              </a:ext>
            </a:extLst>
          </p:cNvPr>
          <p:cNvSpPr>
            <a:spLocks noGrp="1"/>
          </p:cNvSpPr>
          <p:nvPr>
            <p:ph sz="half" idx="1"/>
          </p:nvPr>
        </p:nvSpPr>
        <p:spPr/>
        <p:txBody>
          <a:bodyPr/>
          <a:lstStyle/>
          <a:p>
            <a:r>
              <a:rPr lang="en-GB" dirty="0"/>
              <a:t>Sometime internal sensors are not enough or do not provide a full picture of the current operational environment</a:t>
            </a:r>
          </a:p>
          <a:p>
            <a:r>
              <a:rPr lang="en-GB" dirty="0"/>
              <a:t>Need to look at the system AND the environment</a:t>
            </a:r>
          </a:p>
          <a:p>
            <a:r>
              <a:rPr lang="en-GB" dirty="0"/>
              <a:t>Motion tracking is used for this</a:t>
            </a:r>
          </a:p>
          <a:p>
            <a:pPr lvl="1"/>
            <a:r>
              <a:rPr lang="en-GB" dirty="0"/>
              <a:t>Films and video games use this as motion capture</a:t>
            </a:r>
          </a:p>
          <a:p>
            <a:endParaRPr lang="en-GB" dirty="0"/>
          </a:p>
          <a:p>
            <a:endParaRPr lang="en-GB" dirty="0"/>
          </a:p>
        </p:txBody>
      </p:sp>
      <p:pic>
        <p:nvPicPr>
          <p:cNvPr id="8" name="Content Placeholder 7" descr="A stage with lights on&#10;&#10;Description automatically generated with medium confidence">
            <a:extLst>
              <a:ext uri="{FF2B5EF4-FFF2-40B4-BE49-F238E27FC236}">
                <a16:creationId xmlns:a16="http://schemas.microsoft.com/office/drawing/2014/main" id="{77CC9B6F-0BFE-874E-5D72-DED827A2F67A}"/>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2559124"/>
            <a:ext cx="5181600" cy="2884339"/>
          </a:xfrm>
        </p:spPr>
      </p:pic>
      <p:sp>
        <p:nvSpPr>
          <p:cNvPr id="4" name="Slide Number Placeholder 3">
            <a:extLst>
              <a:ext uri="{FF2B5EF4-FFF2-40B4-BE49-F238E27FC236}">
                <a16:creationId xmlns:a16="http://schemas.microsoft.com/office/drawing/2014/main" id="{B7A4FE44-321E-BBB1-C3AA-144A9A5E231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60839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Motion tracking</a:t>
            </a:r>
          </a:p>
        </p:txBody>
      </p:sp>
      <p:sp>
        <p:nvSpPr>
          <p:cNvPr id="5" name="Content Placeholder 4">
            <a:extLst>
              <a:ext uri="{FF2B5EF4-FFF2-40B4-BE49-F238E27FC236}">
                <a16:creationId xmlns:a16="http://schemas.microsoft.com/office/drawing/2014/main" id="{17FB244B-6ECD-B8CD-5D64-9B0728808A73}"/>
              </a:ext>
            </a:extLst>
          </p:cNvPr>
          <p:cNvSpPr>
            <a:spLocks noGrp="1"/>
          </p:cNvSpPr>
          <p:nvPr>
            <p:ph sz="half" idx="1"/>
          </p:nvPr>
        </p:nvSpPr>
        <p:spPr/>
        <p:txBody>
          <a:bodyPr>
            <a:normAutofit fontScale="92500"/>
          </a:bodyPr>
          <a:lstStyle/>
          <a:p>
            <a:r>
              <a:rPr lang="en-GB" dirty="0"/>
              <a:t>Many different approaches</a:t>
            </a:r>
          </a:p>
          <a:p>
            <a:pPr lvl="1"/>
            <a:r>
              <a:rPr lang="en-GB" dirty="0"/>
              <a:t>Visual, </a:t>
            </a:r>
          </a:p>
          <a:p>
            <a:pPr lvl="1"/>
            <a:r>
              <a:rPr lang="en-GB" dirty="0"/>
              <a:t>Infrared,</a:t>
            </a:r>
          </a:p>
          <a:p>
            <a:pPr lvl="1"/>
            <a:r>
              <a:rPr lang="en-GB" dirty="0"/>
              <a:t>Magnetic</a:t>
            </a:r>
          </a:p>
          <a:p>
            <a:r>
              <a:rPr lang="en-GB" dirty="0"/>
              <a:t>Markers are normally placed in critical areas of the system</a:t>
            </a:r>
          </a:p>
          <a:p>
            <a:r>
              <a:rPr lang="en-GB" dirty="0"/>
              <a:t>These are tracked by using a series of cameras</a:t>
            </a:r>
          </a:p>
          <a:p>
            <a:r>
              <a:rPr lang="en-GB" dirty="0"/>
              <a:t>Triangulation is then used</a:t>
            </a:r>
          </a:p>
          <a:p>
            <a:r>
              <a:rPr lang="en-GB" dirty="0"/>
              <a:t>Some systems claim </a:t>
            </a:r>
            <a:r>
              <a:rPr lang="el-GR" dirty="0"/>
              <a:t>μ</a:t>
            </a:r>
            <a:r>
              <a:rPr lang="en-GB" dirty="0"/>
              <a:t>m precision</a:t>
            </a:r>
          </a:p>
          <a:p>
            <a:endParaRPr lang="en-GB" dirty="0"/>
          </a:p>
        </p:txBody>
      </p:sp>
      <p:pic>
        <p:nvPicPr>
          <p:cNvPr id="6" name="Content Placeholder 5">
            <a:extLst>
              <a:ext uri="{FF2B5EF4-FFF2-40B4-BE49-F238E27FC236}">
                <a16:creationId xmlns:a16="http://schemas.microsoft.com/office/drawing/2014/main" id="{CC5273A6-E148-1515-02AC-0CE0B1DB6D67}"/>
              </a:ext>
            </a:extLst>
          </p:cNvPr>
          <p:cNvPicPr>
            <a:picLocks noGrp="1" noChangeAspect="1"/>
          </p:cNvPicPr>
          <p:nvPr>
            <p:ph sz="half" idx="2"/>
          </p:nvPr>
        </p:nvPicPr>
        <p:blipFill>
          <a:blip r:embed="rId2"/>
          <a:stretch>
            <a:fillRect/>
          </a:stretch>
        </p:blipFill>
        <p:spPr>
          <a:xfrm>
            <a:off x="6172200" y="2234368"/>
            <a:ext cx="5181600" cy="3533851"/>
          </a:xfrm>
          <a:prstGeom prst="rect">
            <a:avLst/>
          </a:prstGeom>
        </p:spPr>
      </p:pic>
      <p:sp>
        <p:nvSpPr>
          <p:cNvPr id="4" name="Slide Number Placeholder 3">
            <a:extLst>
              <a:ext uri="{FF2B5EF4-FFF2-40B4-BE49-F238E27FC236}">
                <a16:creationId xmlns:a16="http://schemas.microsoft.com/office/drawing/2014/main" id="{B7A4FE44-321E-BBB1-C3AA-144A9A5E231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78930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Motion tracking</a:t>
            </a:r>
          </a:p>
        </p:txBody>
      </p:sp>
      <p:sp>
        <p:nvSpPr>
          <p:cNvPr id="5" name="Content Placeholder 4">
            <a:extLst>
              <a:ext uri="{FF2B5EF4-FFF2-40B4-BE49-F238E27FC236}">
                <a16:creationId xmlns:a16="http://schemas.microsoft.com/office/drawing/2014/main" id="{17FB244B-6ECD-B8CD-5D64-9B0728808A73}"/>
              </a:ext>
            </a:extLst>
          </p:cNvPr>
          <p:cNvSpPr>
            <a:spLocks noGrp="1"/>
          </p:cNvSpPr>
          <p:nvPr>
            <p:ph sz="half" idx="1"/>
          </p:nvPr>
        </p:nvSpPr>
        <p:spPr/>
        <p:txBody>
          <a:bodyPr/>
          <a:lstStyle/>
          <a:p>
            <a:r>
              <a:rPr lang="en-GB" dirty="0"/>
              <a:t>Magnetic system operates in a similar way</a:t>
            </a:r>
          </a:p>
          <a:p>
            <a:pPr lvl="1"/>
            <a:r>
              <a:rPr lang="en-GB" dirty="0"/>
              <a:t>Base station emits emf</a:t>
            </a:r>
          </a:p>
          <a:p>
            <a:pPr lvl="1"/>
            <a:r>
              <a:rPr lang="en-GB" dirty="0"/>
              <a:t>Receivers pick this up and reflect the signal back</a:t>
            </a:r>
          </a:p>
          <a:p>
            <a:pPr lvl="1"/>
            <a:r>
              <a:rPr lang="en-GB" dirty="0"/>
              <a:t>Triangulation can be used but normally systems are more advanced</a:t>
            </a:r>
          </a:p>
          <a:p>
            <a:pPr lvl="1"/>
            <a:endParaRPr lang="en-GB" dirty="0"/>
          </a:p>
          <a:p>
            <a:endParaRPr lang="en-GB" dirty="0"/>
          </a:p>
          <a:p>
            <a:endParaRPr lang="en-GB" dirty="0"/>
          </a:p>
        </p:txBody>
      </p:sp>
      <p:pic>
        <p:nvPicPr>
          <p:cNvPr id="10" name="Content Placeholder 9" descr="A black box with several rectangular objects&#10;&#10;Description automatically generated">
            <a:extLst>
              <a:ext uri="{FF2B5EF4-FFF2-40B4-BE49-F238E27FC236}">
                <a16:creationId xmlns:a16="http://schemas.microsoft.com/office/drawing/2014/main" id="{4A3A9CFE-C332-3A4B-8E6D-D46BDD65163A}"/>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2273230"/>
            <a:ext cx="5181600" cy="3456127"/>
          </a:xfrm>
        </p:spPr>
      </p:pic>
      <p:sp>
        <p:nvSpPr>
          <p:cNvPr id="4" name="Slide Number Placeholder 3">
            <a:extLst>
              <a:ext uri="{FF2B5EF4-FFF2-40B4-BE49-F238E27FC236}">
                <a16:creationId xmlns:a16="http://schemas.microsoft.com/office/drawing/2014/main" id="{B7A4FE44-321E-BBB1-C3AA-144A9A5E231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85555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Motion tracking</a:t>
            </a:r>
          </a:p>
        </p:txBody>
      </p:sp>
      <p:sp>
        <p:nvSpPr>
          <p:cNvPr id="5" name="Content Placeholder 4">
            <a:extLst>
              <a:ext uri="{FF2B5EF4-FFF2-40B4-BE49-F238E27FC236}">
                <a16:creationId xmlns:a16="http://schemas.microsoft.com/office/drawing/2014/main" id="{17FB244B-6ECD-B8CD-5D64-9B0728808A73}"/>
              </a:ext>
            </a:extLst>
          </p:cNvPr>
          <p:cNvSpPr>
            <a:spLocks noGrp="1"/>
          </p:cNvSpPr>
          <p:nvPr>
            <p:ph idx="1"/>
          </p:nvPr>
        </p:nvSpPr>
        <p:spPr/>
        <p:txBody>
          <a:bodyPr/>
          <a:lstStyle/>
          <a:p>
            <a:r>
              <a:rPr lang="en-GB" dirty="0"/>
              <a:t>Using motion tracking </a:t>
            </a:r>
          </a:p>
          <a:p>
            <a:pPr lvl="1"/>
            <a:r>
              <a:rPr lang="en-GB" dirty="0"/>
              <a:t>Track external the path of a robot</a:t>
            </a:r>
          </a:p>
          <a:p>
            <a:pPr lvl="1"/>
            <a:r>
              <a:rPr lang="en-GB" dirty="0"/>
              <a:t>Track a robot manipulator</a:t>
            </a:r>
          </a:p>
          <a:p>
            <a:pPr lvl="1"/>
            <a:r>
              <a:rPr lang="en-GB" dirty="0"/>
              <a:t>Allow for planning </a:t>
            </a:r>
          </a:p>
          <a:p>
            <a:pPr lvl="1"/>
            <a:r>
              <a:rPr lang="en-GB" dirty="0"/>
              <a:t>Provide external feedback to improve the internal feedback</a:t>
            </a:r>
          </a:p>
          <a:p>
            <a:pPr lvl="1"/>
            <a:endParaRPr lang="en-GB" dirty="0"/>
          </a:p>
          <a:p>
            <a:endParaRPr lang="en-GB" dirty="0"/>
          </a:p>
          <a:p>
            <a:endParaRPr lang="en-GB" dirty="0"/>
          </a:p>
        </p:txBody>
      </p:sp>
      <p:sp>
        <p:nvSpPr>
          <p:cNvPr id="4" name="Slide Number Placeholder 3">
            <a:extLst>
              <a:ext uri="{FF2B5EF4-FFF2-40B4-BE49-F238E27FC236}">
                <a16:creationId xmlns:a16="http://schemas.microsoft.com/office/drawing/2014/main" id="{B7A4FE44-321E-BBB1-C3AA-144A9A5E231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40484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GPS</a:t>
            </a:r>
          </a:p>
        </p:txBody>
      </p:sp>
      <p:sp>
        <p:nvSpPr>
          <p:cNvPr id="3" name="Subtitle 2">
            <a:extLst>
              <a:ext uri="{FF2B5EF4-FFF2-40B4-BE49-F238E27FC236}">
                <a16:creationId xmlns:a16="http://schemas.microsoft.com/office/drawing/2014/main" id="{0EC2D61B-0204-42F3-52E6-931A9496968D}"/>
              </a:ext>
            </a:extLst>
          </p:cNvPr>
          <p:cNvSpPr>
            <a:spLocks noGrp="1"/>
          </p:cNvSpPr>
          <p:nvPr>
            <p:ph type="body" idx="1"/>
          </p:nvPr>
        </p:nvSpPr>
        <p:spPr/>
        <p:txBody>
          <a:bodyPr>
            <a:normAutofit/>
          </a:bodyPr>
          <a:lstStyle/>
          <a:p>
            <a:endParaRPr lang="en-GB" sz="3600" dirty="0"/>
          </a:p>
          <a:p>
            <a:endParaRPr lang="en-GB" sz="3600" dirty="0"/>
          </a:p>
        </p:txBody>
      </p:sp>
      <p:sp>
        <p:nvSpPr>
          <p:cNvPr id="4" name="Slide Number Placeholder 3">
            <a:extLst>
              <a:ext uri="{FF2B5EF4-FFF2-40B4-BE49-F238E27FC236}">
                <a16:creationId xmlns:a16="http://schemas.microsoft.com/office/drawing/2014/main" id="{972127E7-BBE6-243F-1E03-DA2A2738DA11}"/>
              </a:ext>
            </a:extLst>
          </p:cNvPr>
          <p:cNvSpPr>
            <a:spLocks noGrp="1"/>
          </p:cNvSpPr>
          <p:nvPr>
            <p:ph type="sldNum" sz="quarter" idx="12"/>
          </p:nvPr>
        </p:nvSpPr>
        <p:spPr/>
        <p:txBody>
          <a:bodyPr/>
          <a:lstStyle/>
          <a:p>
            <a:fld id="{1ED87AFC-F3F3-4E09-A9D9-1873FFB55ECB}" type="slidenum">
              <a:rPr lang="en-GB" smtClean="0"/>
              <a:t>24</a:t>
            </a:fld>
            <a:endParaRPr lang="en-GB"/>
          </a:p>
        </p:txBody>
      </p:sp>
    </p:spTree>
    <p:extLst>
      <p:ext uri="{BB962C8B-B14F-4D97-AF65-F5344CB8AC3E}">
        <p14:creationId xmlns:p14="http://schemas.microsoft.com/office/powerpoint/2010/main" val="41188516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GPS</a:t>
            </a:r>
          </a:p>
        </p:txBody>
      </p:sp>
      <p:sp>
        <p:nvSpPr>
          <p:cNvPr id="5" name="Content Placeholder 4">
            <a:extLst>
              <a:ext uri="{FF2B5EF4-FFF2-40B4-BE49-F238E27FC236}">
                <a16:creationId xmlns:a16="http://schemas.microsoft.com/office/drawing/2014/main" id="{17FB244B-6ECD-B8CD-5D64-9B0728808A73}"/>
              </a:ext>
            </a:extLst>
          </p:cNvPr>
          <p:cNvSpPr>
            <a:spLocks noGrp="1"/>
          </p:cNvSpPr>
          <p:nvPr>
            <p:ph sz="half" idx="1"/>
          </p:nvPr>
        </p:nvSpPr>
        <p:spPr/>
        <p:txBody>
          <a:bodyPr>
            <a:normAutofit/>
          </a:bodyPr>
          <a:lstStyle/>
          <a:p>
            <a:r>
              <a:rPr lang="en-GB" dirty="0"/>
              <a:t>Used in mobile robots and navigation systems to determine the current position of the device relative to a global reference frame. </a:t>
            </a:r>
          </a:p>
          <a:p>
            <a:r>
              <a:rPr lang="en-GB" dirty="0"/>
              <a:t>The system includes many satellites orbiting the Earth at about 20,000 km, a control and monitoring station on Earth, and the GPS receivers.</a:t>
            </a:r>
          </a:p>
        </p:txBody>
      </p:sp>
      <p:pic>
        <p:nvPicPr>
          <p:cNvPr id="6" name="Content Placeholder 5">
            <a:extLst>
              <a:ext uri="{FF2B5EF4-FFF2-40B4-BE49-F238E27FC236}">
                <a16:creationId xmlns:a16="http://schemas.microsoft.com/office/drawing/2014/main" id="{9E9D2E6C-B091-5B9D-F97F-3B54C74AC46E}"/>
              </a:ext>
            </a:extLst>
          </p:cNvPr>
          <p:cNvPicPr>
            <a:picLocks noGrp="1" noChangeAspect="1"/>
          </p:cNvPicPr>
          <p:nvPr>
            <p:ph sz="half" idx="2"/>
          </p:nvPr>
        </p:nvPicPr>
        <p:blipFill>
          <a:blip r:embed="rId2"/>
          <a:stretch>
            <a:fillRect/>
          </a:stretch>
        </p:blipFill>
        <p:spPr>
          <a:xfrm>
            <a:off x="6587331" y="1825625"/>
            <a:ext cx="4351338" cy="4351338"/>
          </a:xfrm>
          <a:prstGeom prst="rect">
            <a:avLst/>
          </a:prstGeom>
        </p:spPr>
      </p:pic>
      <p:sp>
        <p:nvSpPr>
          <p:cNvPr id="4" name="Slide Number Placeholder 3">
            <a:extLst>
              <a:ext uri="{FF2B5EF4-FFF2-40B4-BE49-F238E27FC236}">
                <a16:creationId xmlns:a16="http://schemas.microsoft.com/office/drawing/2014/main" id="{B7A4FE44-321E-BBB1-C3AA-144A9A5E231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48416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GPS</a:t>
            </a:r>
          </a:p>
        </p:txBody>
      </p:sp>
      <p:sp>
        <p:nvSpPr>
          <p:cNvPr id="4" name="Slide Number Placeholder 3">
            <a:extLst>
              <a:ext uri="{FF2B5EF4-FFF2-40B4-BE49-F238E27FC236}">
                <a16:creationId xmlns:a16="http://schemas.microsoft.com/office/drawing/2014/main" id="{B7A4FE44-321E-BBB1-C3AA-144A9A5E231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17FB244B-6ECD-B8CD-5D64-9B0728808A73}"/>
              </a:ext>
            </a:extLst>
          </p:cNvPr>
          <p:cNvSpPr>
            <a:spLocks noGrp="1"/>
          </p:cNvSpPr>
          <p:nvPr>
            <p:ph idx="1"/>
          </p:nvPr>
        </p:nvSpPr>
        <p:spPr/>
        <p:txBody>
          <a:bodyPr>
            <a:normAutofit fontScale="92500" lnSpcReduction="10000"/>
          </a:bodyPr>
          <a:lstStyle/>
          <a:p>
            <a:r>
              <a:rPr lang="en-GB" dirty="0"/>
              <a:t>The receiver uses the transmitted data from the satellites to calculate its position. This information can be sent directly to the control system of a mobile robot for positioning purposes and navigation.</a:t>
            </a:r>
          </a:p>
          <a:p>
            <a:r>
              <a:rPr lang="en-GB" dirty="0"/>
              <a:t>Each satellite sends signals at precise intervals with information about the time the signal was sent and location of the satellite. </a:t>
            </a:r>
          </a:p>
          <a:p>
            <a:r>
              <a:rPr lang="en-GB" dirty="0"/>
              <a:t>The GPS unit reads the signals sent by four satellites, and using the difference between the current time and the time at which each signal was sent calculates the distance to the satellite. </a:t>
            </a:r>
          </a:p>
          <a:p>
            <a:r>
              <a:rPr lang="en-GB" dirty="0"/>
              <a:t>Each distance forms a sphere centred at the satellite, on which the GPS unit resides. The intersection between these spheres is the location of the GPS unit.</a:t>
            </a:r>
          </a:p>
        </p:txBody>
      </p:sp>
    </p:spTree>
    <p:extLst>
      <p:ext uri="{BB962C8B-B14F-4D97-AF65-F5344CB8AC3E}">
        <p14:creationId xmlns:p14="http://schemas.microsoft.com/office/powerpoint/2010/main" val="3969615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GPS</a:t>
            </a:r>
          </a:p>
        </p:txBody>
      </p:sp>
      <p:sp>
        <p:nvSpPr>
          <p:cNvPr id="5" name="Content Placeholder 4">
            <a:extLst>
              <a:ext uri="{FF2B5EF4-FFF2-40B4-BE49-F238E27FC236}">
                <a16:creationId xmlns:a16="http://schemas.microsoft.com/office/drawing/2014/main" id="{17FB244B-6ECD-B8CD-5D64-9B0728808A73}"/>
              </a:ext>
            </a:extLst>
          </p:cNvPr>
          <p:cNvSpPr>
            <a:spLocks noGrp="1"/>
          </p:cNvSpPr>
          <p:nvPr>
            <p:ph sz="half" idx="1"/>
          </p:nvPr>
        </p:nvSpPr>
        <p:spPr/>
        <p:txBody>
          <a:bodyPr>
            <a:normAutofit fontScale="85000" lnSpcReduction="20000"/>
          </a:bodyPr>
          <a:lstStyle/>
          <a:p>
            <a:r>
              <a:rPr lang="en-GB" dirty="0"/>
              <a:t>Can be extremely accurate sub metre</a:t>
            </a:r>
          </a:p>
          <a:p>
            <a:pPr lvl="1"/>
            <a:r>
              <a:rPr lang="en-GB" dirty="0"/>
              <a:t>Differential GPS can improve this</a:t>
            </a:r>
          </a:p>
          <a:p>
            <a:pPr lvl="2"/>
            <a:r>
              <a:rPr lang="en-GB" dirty="0"/>
              <a:t>Two receivers with a fixed distance between them</a:t>
            </a:r>
          </a:p>
          <a:p>
            <a:pPr lvl="2"/>
            <a:r>
              <a:rPr lang="en-GB" dirty="0"/>
              <a:t>Triangulation</a:t>
            </a:r>
          </a:p>
          <a:p>
            <a:r>
              <a:rPr lang="en-GB" dirty="0"/>
              <a:t>Only really for outside</a:t>
            </a:r>
          </a:p>
          <a:p>
            <a:pPr lvl="1"/>
            <a:r>
              <a:rPr lang="en-GB" dirty="0"/>
              <a:t>Just ask your phone</a:t>
            </a:r>
          </a:p>
          <a:p>
            <a:r>
              <a:rPr lang="en-GB" dirty="0"/>
              <a:t>Should also be implemented when you can</a:t>
            </a:r>
          </a:p>
          <a:p>
            <a:r>
              <a:rPr lang="en-GB" dirty="0"/>
              <a:t>Can take time to settle and locate satellites</a:t>
            </a:r>
          </a:p>
          <a:p>
            <a:r>
              <a:rPr lang="en-GB" dirty="0"/>
              <a:t>Many off the shelf providers</a:t>
            </a:r>
          </a:p>
          <a:p>
            <a:r>
              <a:rPr lang="en-GB" dirty="0"/>
              <a:t>…oh care needs to be taken with Antenna position</a:t>
            </a:r>
          </a:p>
          <a:p>
            <a:endParaRPr lang="en-GB" dirty="0"/>
          </a:p>
        </p:txBody>
      </p:sp>
      <p:pic>
        <p:nvPicPr>
          <p:cNvPr id="6" name="Content Placeholder 5">
            <a:extLst>
              <a:ext uri="{FF2B5EF4-FFF2-40B4-BE49-F238E27FC236}">
                <a16:creationId xmlns:a16="http://schemas.microsoft.com/office/drawing/2014/main" id="{B7B099AC-27D8-6E3F-BD09-6BC31255EE4D}"/>
              </a:ext>
            </a:extLst>
          </p:cNvPr>
          <p:cNvPicPr>
            <a:picLocks noGrp="1" noChangeAspect="1"/>
          </p:cNvPicPr>
          <p:nvPr>
            <p:ph sz="half" idx="2"/>
          </p:nvPr>
        </p:nvPicPr>
        <p:blipFill>
          <a:blip r:embed="rId2"/>
          <a:stretch>
            <a:fillRect/>
          </a:stretch>
        </p:blipFill>
        <p:spPr>
          <a:xfrm>
            <a:off x="6587331" y="1825625"/>
            <a:ext cx="4351338" cy="4351338"/>
          </a:xfrm>
          <a:prstGeom prst="rect">
            <a:avLst/>
          </a:prstGeom>
        </p:spPr>
      </p:pic>
      <p:sp>
        <p:nvSpPr>
          <p:cNvPr id="4" name="Slide Number Placeholder 3">
            <a:extLst>
              <a:ext uri="{FF2B5EF4-FFF2-40B4-BE49-F238E27FC236}">
                <a16:creationId xmlns:a16="http://schemas.microsoft.com/office/drawing/2014/main" id="{B7A4FE44-321E-BBB1-C3AA-144A9A5E231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74331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References</a:t>
            </a:r>
          </a:p>
        </p:txBody>
      </p:sp>
      <p:sp>
        <p:nvSpPr>
          <p:cNvPr id="3" name="Subtitle 2">
            <a:extLst>
              <a:ext uri="{FF2B5EF4-FFF2-40B4-BE49-F238E27FC236}">
                <a16:creationId xmlns:a16="http://schemas.microsoft.com/office/drawing/2014/main" id="{0EC2D61B-0204-42F3-52E6-931A9496968D}"/>
              </a:ext>
            </a:extLst>
          </p:cNvPr>
          <p:cNvSpPr>
            <a:spLocks noGrp="1"/>
          </p:cNvSpPr>
          <p:nvPr>
            <p:ph idx="1"/>
          </p:nvPr>
        </p:nvSpPr>
        <p:spPr/>
        <p:txBody>
          <a:bodyPr>
            <a:normAutofit/>
          </a:bodyPr>
          <a:lstStyle/>
          <a:p>
            <a:r>
              <a:rPr lang="en-GB" sz="3600" dirty="0" err="1"/>
              <a:t>Niku</a:t>
            </a:r>
            <a:r>
              <a:rPr lang="en-GB" sz="3600" dirty="0"/>
              <a:t>, S.B. , Introduction to Robotics, 2nd Edition, Wiley, New Jersey, 2011</a:t>
            </a:r>
          </a:p>
        </p:txBody>
      </p:sp>
      <p:sp>
        <p:nvSpPr>
          <p:cNvPr id="4" name="Slide Number Placeholder 3">
            <a:extLst>
              <a:ext uri="{FF2B5EF4-FFF2-40B4-BE49-F238E27FC236}">
                <a16:creationId xmlns:a16="http://schemas.microsoft.com/office/drawing/2014/main" id="{62FD1B44-9760-B004-EF98-E85A9BE76561}"/>
              </a:ext>
            </a:extLst>
          </p:cNvPr>
          <p:cNvSpPr>
            <a:spLocks noGrp="1"/>
          </p:cNvSpPr>
          <p:nvPr>
            <p:ph type="sldNum" sz="quarter" idx="12"/>
          </p:nvPr>
        </p:nvSpPr>
        <p:spPr/>
        <p:txBody>
          <a:bodyPr/>
          <a:lstStyle/>
          <a:p>
            <a:fld id="{1ED87AFC-F3F3-4E09-A9D9-1873FFB55ECB}" type="slidenum">
              <a:rPr lang="en-GB" smtClean="0"/>
              <a:t>28</a:t>
            </a:fld>
            <a:endParaRPr lang="en-GB"/>
          </a:p>
        </p:txBody>
      </p:sp>
    </p:spTree>
    <p:extLst>
      <p:ext uri="{BB962C8B-B14F-4D97-AF65-F5344CB8AC3E}">
        <p14:creationId xmlns:p14="http://schemas.microsoft.com/office/powerpoint/2010/main" val="11223861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428</TotalTime>
  <Words>1026</Words>
  <Application>Microsoft Office PowerPoint</Application>
  <PresentationFormat>Widescreen</PresentationFormat>
  <Paragraphs>189</Paragraphs>
  <Slides>28</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28</vt:i4>
      </vt:variant>
    </vt:vector>
  </HeadingPairs>
  <TitlesOfParts>
    <vt:vector size="33" baseType="lpstr">
      <vt:lpstr>Arial</vt:lpstr>
      <vt:lpstr>Calibri</vt:lpstr>
      <vt:lpstr>Calibri Light</vt:lpstr>
      <vt:lpstr>Office Theme</vt:lpstr>
      <vt:lpstr>1_Office Theme</vt:lpstr>
      <vt:lpstr>ENG4118/5326 - Robotics 4/M Sensors, Actuators and Image capture, processing and analysis</vt:lpstr>
      <vt:lpstr>Lecture Overview</vt:lpstr>
      <vt:lpstr>Visual Sensors</vt:lpstr>
      <vt:lpstr>Other Sensors</vt:lpstr>
      <vt:lpstr>Sound and Voice</vt:lpstr>
      <vt:lpstr>Sound</vt:lpstr>
      <vt:lpstr>Sound</vt:lpstr>
      <vt:lpstr>Sound</vt:lpstr>
      <vt:lpstr>Voice Recognition </vt:lpstr>
      <vt:lpstr>Voice Recognition </vt:lpstr>
      <vt:lpstr>Compasses</vt:lpstr>
      <vt:lpstr>Compasses</vt:lpstr>
      <vt:lpstr>Compasses</vt:lpstr>
      <vt:lpstr>Compasses</vt:lpstr>
      <vt:lpstr>IMU</vt:lpstr>
      <vt:lpstr>IMU</vt:lpstr>
      <vt:lpstr>IMU</vt:lpstr>
      <vt:lpstr>IMU</vt:lpstr>
      <vt:lpstr>Motion Tracking</vt:lpstr>
      <vt:lpstr>Motion tracking</vt:lpstr>
      <vt:lpstr>Motion tracking</vt:lpstr>
      <vt:lpstr>Motion tracking</vt:lpstr>
      <vt:lpstr>Motion tracking</vt:lpstr>
      <vt:lpstr>GPS</vt:lpstr>
      <vt:lpstr>GPS</vt:lpstr>
      <vt:lpstr>GPS</vt:lpstr>
      <vt:lpstr>GPS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ENG5009 –  Advanced Control 5</dc:title>
  <dc:creator>Kevin Worrall</dc:creator>
  <cp:lastModifiedBy>Kevin Worrall</cp:lastModifiedBy>
  <cp:revision>1</cp:revision>
  <dcterms:created xsi:type="dcterms:W3CDTF">2024-01-08T14:11:01Z</dcterms:created>
  <dcterms:modified xsi:type="dcterms:W3CDTF">2026-02-07T13:41:53Z</dcterms:modified>
</cp:coreProperties>
</file>