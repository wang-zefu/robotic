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9" r:id="rId1"/>
  </p:sldMasterIdLst>
  <p:notesMasterIdLst>
    <p:notesMasterId r:id="rId27"/>
  </p:notesMasterIdLst>
  <p:sldIdLst>
    <p:sldId id="281"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9" r:id="rId19"/>
    <p:sldId id="273" r:id="rId20"/>
    <p:sldId id="274" r:id="rId21"/>
    <p:sldId id="275" r:id="rId22"/>
    <p:sldId id="276" r:id="rId23"/>
    <p:sldId id="277" r:id="rId24"/>
    <p:sldId id="278" r:id="rId25"/>
    <p:sldId id="280" r:id="rId26"/>
  </p:sldIdLst>
  <p:sldSz cx="10080625" cy="5670550"/>
  <p:notesSz cx="7559675" cy="106918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AC5DDD-C2B5-4525-AE1E-EAAEE3287323}" v="12" dt="2025-02-16T12:39:35.6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06" autoAdjust="0"/>
    <p:restoredTop sz="94660"/>
  </p:normalViewPr>
  <p:slideViewPr>
    <p:cSldViewPr snapToGrid="0">
      <p:cViewPr varScale="1">
        <p:scale>
          <a:sx n="120" d="100"/>
          <a:sy n="120" d="100"/>
        </p:scale>
        <p:origin x="108" y="9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Worrall" userId="e21a6e1f-6189-4284-9649-bf7c66c7a38c" providerId="ADAL" clId="{43AC5DDD-C2B5-4525-AE1E-EAAEE3287323}"/>
    <pc:docChg chg="undo custSel addSld delSld modSld">
      <pc:chgData name="Kevin Worrall" userId="e21a6e1f-6189-4284-9649-bf7c66c7a38c" providerId="ADAL" clId="{43AC5DDD-C2B5-4525-AE1E-EAAEE3287323}" dt="2025-02-16T12:39:35.699" v="109" actId="20577"/>
      <pc:docMkLst>
        <pc:docMk/>
      </pc:docMkLst>
      <pc:sldChg chg="addSp delSp modSp mod setBg setClrOvrMap chgLayout">
        <pc:chgData name="Kevin Worrall" userId="e21a6e1f-6189-4284-9649-bf7c66c7a38c" providerId="ADAL" clId="{43AC5DDD-C2B5-4525-AE1E-EAAEE3287323}" dt="2025-02-16T12:39:01.425" v="103" actId="20577"/>
        <pc:sldMkLst>
          <pc:docMk/>
          <pc:sldMk cId="0" sldId="256"/>
        </pc:sldMkLst>
        <pc:spChg chg="mod ord">
          <ac:chgData name="Kevin Worrall" userId="e21a6e1f-6189-4284-9649-bf7c66c7a38c" providerId="ADAL" clId="{43AC5DDD-C2B5-4525-AE1E-EAAEE3287323}" dt="2025-02-16T12:39:01.425" v="103" actId="20577"/>
          <ac:spMkLst>
            <pc:docMk/>
            <pc:sldMk cId="0" sldId="256"/>
            <ac:spMk id="124" creationId="{00000000-0000-0000-0000-000000000000}"/>
          </ac:spMkLst>
        </pc:spChg>
        <pc:spChg chg="del">
          <ac:chgData name="Kevin Worrall" userId="e21a6e1f-6189-4284-9649-bf7c66c7a38c" providerId="ADAL" clId="{43AC5DDD-C2B5-4525-AE1E-EAAEE3287323}" dt="2025-02-16T12:35:46.074" v="30" actId="478"/>
          <ac:spMkLst>
            <pc:docMk/>
            <pc:sldMk cId="0" sldId="256"/>
            <ac:spMk id="126" creationId="{00000000-0000-0000-0000-000000000000}"/>
          </ac:spMkLst>
        </pc:spChg>
        <pc:spChg chg="add del">
          <ac:chgData name="Kevin Worrall" userId="e21a6e1f-6189-4284-9649-bf7c66c7a38c" providerId="ADAL" clId="{43AC5DDD-C2B5-4525-AE1E-EAAEE3287323}" dt="2025-02-16T12:37:58.749" v="78" actId="26606"/>
          <ac:spMkLst>
            <pc:docMk/>
            <pc:sldMk cId="0" sldId="256"/>
            <ac:spMk id="141" creationId="{59647F54-801D-44AB-8284-EDDFF7763139}"/>
          </ac:spMkLst>
        </pc:spChg>
        <pc:spChg chg="add del">
          <ac:chgData name="Kevin Worrall" userId="e21a6e1f-6189-4284-9649-bf7c66c7a38c" providerId="ADAL" clId="{43AC5DDD-C2B5-4525-AE1E-EAAEE3287323}" dt="2025-02-16T12:37:58.749" v="78" actId="26606"/>
          <ac:spMkLst>
            <pc:docMk/>
            <pc:sldMk cId="0" sldId="256"/>
            <ac:spMk id="143" creationId="{510C9632-BB6F-48EE-AB65-501878BA5DB6}"/>
          </ac:spMkLst>
        </pc:spChg>
        <pc:spChg chg="add del">
          <ac:chgData name="Kevin Worrall" userId="e21a6e1f-6189-4284-9649-bf7c66c7a38c" providerId="ADAL" clId="{43AC5DDD-C2B5-4525-AE1E-EAAEE3287323}" dt="2025-02-16T12:37:58.749" v="78" actId="26606"/>
          <ac:spMkLst>
            <pc:docMk/>
            <pc:sldMk cId="0" sldId="256"/>
            <ac:spMk id="145" creationId="{4EC8AAB6-953B-4D29-9967-3C44D06BB4E8}"/>
          </ac:spMkLst>
        </pc:spChg>
        <pc:spChg chg="add del">
          <ac:chgData name="Kevin Worrall" userId="e21a6e1f-6189-4284-9649-bf7c66c7a38c" providerId="ADAL" clId="{43AC5DDD-C2B5-4525-AE1E-EAAEE3287323}" dt="2025-02-16T12:37:58.749" v="78" actId="26606"/>
          <ac:spMkLst>
            <pc:docMk/>
            <pc:sldMk cId="0" sldId="256"/>
            <ac:spMk id="147" creationId="{C89ED458-2326-40DC-9C7B-1A717B6551AD}"/>
          </ac:spMkLst>
        </pc:spChg>
        <pc:spChg chg="add del">
          <ac:chgData name="Kevin Worrall" userId="e21a6e1f-6189-4284-9649-bf7c66c7a38c" providerId="ADAL" clId="{43AC5DDD-C2B5-4525-AE1E-EAAEE3287323}" dt="2025-02-16T12:37:58.749" v="78" actId="26606"/>
          <ac:spMkLst>
            <pc:docMk/>
            <pc:sldMk cId="0" sldId="256"/>
            <ac:spMk id="149" creationId="{6F9D1DE6-E368-4F07-85F9-D5B767477DDF}"/>
          </ac:spMkLst>
        </pc:spChg>
        <pc:spChg chg="add del">
          <ac:chgData name="Kevin Worrall" userId="e21a6e1f-6189-4284-9649-bf7c66c7a38c" providerId="ADAL" clId="{43AC5DDD-C2B5-4525-AE1E-EAAEE3287323}" dt="2025-02-16T12:37:58.749" v="78" actId="26606"/>
          <ac:spMkLst>
            <pc:docMk/>
            <pc:sldMk cId="0" sldId="256"/>
            <ac:spMk id="151" creationId="{F63B1F66-4ACE-4A01-8ADF-F175A9C358B2}"/>
          </ac:spMkLst>
        </pc:spChg>
        <pc:spChg chg="add del">
          <ac:chgData name="Kevin Worrall" userId="e21a6e1f-6189-4284-9649-bf7c66c7a38c" providerId="ADAL" clId="{43AC5DDD-C2B5-4525-AE1E-EAAEE3287323}" dt="2025-02-16T12:37:58.749" v="78" actId="26606"/>
          <ac:spMkLst>
            <pc:docMk/>
            <pc:sldMk cId="0" sldId="256"/>
            <ac:spMk id="153" creationId="{CF8448ED-9332-4A9B-8CAB-B1985E596E20}"/>
          </ac:spMkLst>
        </pc:spChg>
        <pc:spChg chg="add del">
          <ac:chgData name="Kevin Worrall" userId="e21a6e1f-6189-4284-9649-bf7c66c7a38c" providerId="ADAL" clId="{43AC5DDD-C2B5-4525-AE1E-EAAEE3287323}" dt="2025-02-16T12:37:58.749" v="78" actId="26606"/>
          <ac:spMkLst>
            <pc:docMk/>
            <pc:sldMk cId="0" sldId="256"/>
            <ac:spMk id="155" creationId="{ED3A2261-1C75-40FF-8CD6-18C5900C1C8D}"/>
          </ac:spMkLst>
        </pc:spChg>
        <pc:spChg chg="add">
          <ac:chgData name="Kevin Worrall" userId="e21a6e1f-6189-4284-9649-bf7c66c7a38c" providerId="ADAL" clId="{43AC5DDD-C2B5-4525-AE1E-EAAEE3287323}" dt="2025-02-16T12:37:58.811" v="79" actId="26606"/>
          <ac:spMkLst>
            <pc:docMk/>
            <pc:sldMk cId="0" sldId="256"/>
            <ac:spMk id="167" creationId="{079CE317-680B-449C-A423-71C1FE069B4C}"/>
          </ac:spMkLst>
        </pc:spChg>
        <pc:spChg chg="add">
          <ac:chgData name="Kevin Worrall" userId="e21a6e1f-6189-4284-9649-bf7c66c7a38c" providerId="ADAL" clId="{43AC5DDD-C2B5-4525-AE1E-EAAEE3287323}" dt="2025-02-16T12:37:58.811" v="79" actId="26606"/>
          <ac:spMkLst>
            <pc:docMk/>
            <pc:sldMk cId="0" sldId="256"/>
            <ac:spMk id="168" creationId="{643780CE-2BE5-46F6-97B2-60DF30217ED3}"/>
          </ac:spMkLst>
        </pc:spChg>
        <pc:spChg chg="add">
          <ac:chgData name="Kevin Worrall" userId="e21a6e1f-6189-4284-9649-bf7c66c7a38c" providerId="ADAL" clId="{43AC5DDD-C2B5-4525-AE1E-EAAEE3287323}" dt="2025-02-16T12:37:58.811" v="79" actId="26606"/>
          <ac:spMkLst>
            <pc:docMk/>
            <pc:sldMk cId="0" sldId="256"/>
            <ac:spMk id="169" creationId="{61A87A49-68E6-459E-A5A6-46229FF42125}"/>
          </ac:spMkLst>
        </pc:spChg>
        <pc:spChg chg="add">
          <ac:chgData name="Kevin Worrall" userId="e21a6e1f-6189-4284-9649-bf7c66c7a38c" providerId="ADAL" clId="{43AC5DDD-C2B5-4525-AE1E-EAAEE3287323}" dt="2025-02-16T12:37:58.811" v="79" actId="26606"/>
          <ac:spMkLst>
            <pc:docMk/>
            <pc:sldMk cId="0" sldId="256"/>
            <ac:spMk id="170" creationId="{F6ACD5FC-CAFE-48EB-B765-60EED2E052F0}"/>
          </ac:spMkLst>
        </pc:spChg>
        <pc:spChg chg="add">
          <ac:chgData name="Kevin Worrall" userId="e21a6e1f-6189-4284-9649-bf7c66c7a38c" providerId="ADAL" clId="{43AC5DDD-C2B5-4525-AE1E-EAAEE3287323}" dt="2025-02-16T12:37:58.811" v="79" actId="26606"/>
          <ac:spMkLst>
            <pc:docMk/>
            <pc:sldMk cId="0" sldId="256"/>
            <ac:spMk id="171" creationId="{9F33B405-D785-4738-B1C0-6A0AA5E98286}"/>
          </ac:spMkLst>
        </pc:spChg>
        <pc:spChg chg="add">
          <ac:chgData name="Kevin Worrall" userId="e21a6e1f-6189-4284-9649-bf7c66c7a38c" providerId="ADAL" clId="{43AC5DDD-C2B5-4525-AE1E-EAAEE3287323}" dt="2025-02-16T12:37:58.811" v="79" actId="26606"/>
          <ac:spMkLst>
            <pc:docMk/>
            <pc:sldMk cId="0" sldId="256"/>
            <ac:spMk id="172" creationId="{4233DC0E-DE6C-4FB6-A529-51B162641AB8}"/>
          </ac:spMkLst>
        </pc:spChg>
        <pc:spChg chg="add">
          <ac:chgData name="Kevin Worrall" userId="e21a6e1f-6189-4284-9649-bf7c66c7a38c" providerId="ADAL" clId="{43AC5DDD-C2B5-4525-AE1E-EAAEE3287323}" dt="2025-02-16T12:37:58.811" v="79" actId="26606"/>
          <ac:spMkLst>
            <pc:docMk/>
            <pc:sldMk cId="0" sldId="256"/>
            <ac:spMk id="173" creationId="{3870477F-E451-4BC3-863F-0E2FC572884B}"/>
          </ac:spMkLst>
        </pc:spChg>
        <pc:spChg chg="add">
          <ac:chgData name="Kevin Worrall" userId="e21a6e1f-6189-4284-9649-bf7c66c7a38c" providerId="ADAL" clId="{43AC5DDD-C2B5-4525-AE1E-EAAEE3287323}" dt="2025-02-16T12:37:58.811" v="79" actId="26606"/>
          <ac:spMkLst>
            <pc:docMk/>
            <pc:sldMk cId="0" sldId="256"/>
            <ac:spMk id="174" creationId="{B4A81DE1-E2BC-4A31-99EE-71350421B0EA}"/>
          </ac:spMkLst>
        </pc:spChg>
        <pc:picChg chg="mod">
          <ac:chgData name="Kevin Worrall" userId="e21a6e1f-6189-4284-9649-bf7c66c7a38c" providerId="ADAL" clId="{43AC5DDD-C2B5-4525-AE1E-EAAEE3287323}" dt="2025-02-16T12:37:58.811" v="79" actId="26606"/>
          <ac:picMkLst>
            <pc:docMk/>
            <pc:sldMk cId="0" sldId="256"/>
            <ac:picMk id="125" creationId="{00000000-0000-0000-0000-000000000000}"/>
          </ac:picMkLst>
        </pc:picChg>
      </pc:sldChg>
      <pc:sldChg chg="delSp modSp del mod chgLayout">
        <pc:chgData name="Kevin Worrall" userId="e21a6e1f-6189-4284-9649-bf7c66c7a38c" providerId="ADAL" clId="{43AC5DDD-C2B5-4525-AE1E-EAAEE3287323}" dt="2025-02-16T12:39:07.629" v="104" actId="47"/>
        <pc:sldMkLst>
          <pc:docMk/>
          <pc:sldMk cId="0" sldId="257"/>
        </pc:sldMkLst>
        <pc:spChg chg="mod">
          <ac:chgData name="Kevin Worrall" userId="e21a6e1f-6189-4284-9649-bf7c66c7a38c" providerId="ADAL" clId="{43AC5DDD-C2B5-4525-AE1E-EAAEE3287323}" dt="2025-02-16T12:35:48.460" v="31" actId="6549"/>
          <ac:spMkLst>
            <pc:docMk/>
            <pc:sldMk cId="0" sldId="257"/>
            <ac:spMk id="127" creationId="{00000000-0000-0000-0000-000000000000}"/>
          </ac:spMkLst>
        </pc:spChg>
        <pc:spChg chg="del">
          <ac:chgData name="Kevin Worrall" userId="e21a6e1f-6189-4284-9649-bf7c66c7a38c" providerId="ADAL" clId="{43AC5DDD-C2B5-4525-AE1E-EAAEE3287323}" dt="2025-02-16T12:35:50.550" v="32" actId="478"/>
          <ac:spMkLst>
            <pc:docMk/>
            <pc:sldMk cId="0" sldId="257"/>
            <ac:spMk id="128" creationId="{00000000-0000-0000-0000-000000000000}"/>
          </ac:spMkLst>
        </pc:spChg>
      </pc:sldChg>
      <pc:sldChg chg="addSp delSp modSp mod chgLayout modNotes">
        <pc:chgData name="Kevin Worrall" userId="e21a6e1f-6189-4284-9649-bf7c66c7a38c" providerId="ADAL" clId="{43AC5DDD-C2B5-4525-AE1E-EAAEE3287323}" dt="2025-02-16T12:36:03.169" v="37" actId="478"/>
        <pc:sldMkLst>
          <pc:docMk/>
          <pc:sldMk cId="0" sldId="258"/>
        </pc:sldMkLst>
        <pc:spChg chg="del mod">
          <ac:chgData name="Kevin Worrall" userId="e21a6e1f-6189-4284-9649-bf7c66c7a38c" providerId="ADAL" clId="{43AC5DDD-C2B5-4525-AE1E-EAAEE3287323}" dt="2025-02-16T12:36:03.169" v="37" actId="478"/>
          <ac:spMkLst>
            <pc:docMk/>
            <pc:sldMk cId="0" sldId="258"/>
            <ac:spMk id="132" creationId="{00000000-0000-0000-0000-000000000000}"/>
          </ac:spMkLst>
        </pc:spChg>
        <pc:spChg chg="add del">
          <ac:chgData name="Kevin Worrall" userId="e21a6e1f-6189-4284-9649-bf7c66c7a38c" providerId="ADAL" clId="{43AC5DDD-C2B5-4525-AE1E-EAAEE3287323}" dt="2025-02-16T12:36:01.394" v="36" actId="478"/>
          <ac:spMkLst>
            <pc:docMk/>
            <pc:sldMk cId="0" sldId="258"/>
            <ac:spMk id="133" creationId="{00000000-0000-0000-0000-000000000000}"/>
          </ac:spMkLst>
        </pc:spChg>
      </pc:sldChg>
      <pc:sldChg chg="delSp mod chgLayout modNotes">
        <pc:chgData name="Kevin Worrall" userId="e21a6e1f-6189-4284-9649-bf7c66c7a38c" providerId="ADAL" clId="{43AC5DDD-C2B5-4525-AE1E-EAAEE3287323}" dt="2025-02-16T12:36:08.129" v="39" actId="478"/>
        <pc:sldMkLst>
          <pc:docMk/>
          <pc:sldMk cId="0" sldId="259"/>
        </pc:sldMkLst>
        <pc:spChg chg="del">
          <ac:chgData name="Kevin Worrall" userId="e21a6e1f-6189-4284-9649-bf7c66c7a38c" providerId="ADAL" clId="{43AC5DDD-C2B5-4525-AE1E-EAAEE3287323}" dt="2025-02-16T12:36:06.129" v="38" actId="478"/>
          <ac:spMkLst>
            <pc:docMk/>
            <pc:sldMk cId="0" sldId="259"/>
            <ac:spMk id="136" creationId="{00000000-0000-0000-0000-000000000000}"/>
          </ac:spMkLst>
        </pc:spChg>
        <pc:spChg chg="del">
          <ac:chgData name="Kevin Worrall" userId="e21a6e1f-6189-4284-9649-bf7c66c7a38c" providerId="ADAL" clId="{43AC5DDD-C2B5-4525-AE1E-EAAEE3287323}" dt="2025-02-16T12:36:08.129" v="39" actId="478"/>
          <ac:spMkLst>
            <pc:docMk/>
            <pc:sldMk cId="0" sldId="259"/>
            <ac:spMk id="137" creationId="{00000000-0000-0000-0000-000000000000}"/>
          </ac:spMkLst>
        </pc:spChg>
      </pc:sldChg>
      <pc:sldChg chg="delSp modSp mod chgLayout">
        <pc:chgData name="Kevin Worrall" userId="e21a6e1f-6189-4284-9649-bf7c66c7a38c" providerId="ADAL" clId="{43AC5DDD-C2B5-4525-AE1E-EAAEE3287323}" dt="2025-02-16T12:36:12.689" v="41" actId="478"/>
        <pc:sldMkLst>
          <pc:docMk/>
          <pc:sldMk cId="0" sldId="260"/>
        </pc:sldMkLst>
        <pc:spChg chg="del">
          <ac:chgData name="Kevin Worrall" userId="e21a6e1f-6189-4284-9649-bf7c66c7a38c" providerId="ADAL" clId="{43AC5DDD-C2B5-4525-AE1E-EAAEE3287323}" dt="2025-02-16T12:36:11.099" v="40" actId="478"/>
          <ac:spMkLst>
            <pc:docMk/>
            <pc:sldMk cId="0" sldId="260"/>
            <ac:spMk id="140" creationId="{00000000-0000-0000-0000-000000000000}"/>
          </ac:spMkLst>
        </pc:spChg>
        <pc:spChg chg="del">
          <ac:chgData name="Kevin Worrall" userId="e21a6e1f-6189-4284-9649-bf7c66c7a38c" providerId="ADAL" clId="{43AC5DDD-C2B5-4525-AE1E-EAAEE3287323}" dt="2025-02-16T12:36:12.689" v="41" actId="478"/>
          <ac:spMkLst>
            <pc:docMk/>
            <pc:sldMk cId="0" sldId="260"/>
            <ac:spMk id="141" creationId="{00000000-0000-0000-0000-000000000000}"/>
          </ac:spMkLst>
        </pc:spChg>
        <pc:spChg chg="mod">
          <ac:chgData name="Kevin Worrall" userId="e21a6e1f-6189-4284-9649-bf7c66c7a38c" providerId="ADAL" clId="{43AC5DDD-C2B5-4525-AE1E-EAAEE3287323}" dt="2025-02-16T12:33:13.019" v="22" actId="27636"/>
          <ac:spMkLst>
            <pc:docMk/>
            <pc:sldMk cId="0" sldId="260"/>
            <ac:spMk id="143" creationId="{00000000-0000-0000-0000-000000000000}"/>
          </ac:spMkLst>
        </pc:spChg>
      </pc:sldChg>
      <pc:sldChg chg="delSp modSp mod chgLayout">
        <pc:chgData name="Kevin Worrall" userId="e21a6e1f-6189-4284-9649-bf7c66c7a38c" providerId="ADAL" clId="{43AC5DDD-C2B5-4525-AE1E-EAAEE3287323}" dt="2025-02-16T12:36:22.139" v="43" actId="478"/>
        <pc:sldMkLst>
          <pc:docMk/>
          <pc:sldMk cId="0" sldId="261"/>
        </pc:sldMkLst>
        <pc:spChg chg="del">
          <ac:chgData name="Kevin Worrall" userId="e21a6e1f-6189-4284-9649-bf7c66c7a38c" providerId="ADAL" clId="{43AC5DDD-C2B5-4525-AE1E-EAAEE3287323}" dt="2025-02-16T12:36:20.719" v="42" actId="478"/>
          <ac:spMkLst>
            <pc:docMk/>
            <pc:sldMk cId="0" sldId="261"/>
            <ac:spMk id="144" creationId="{00000000-0000-0000-0000-000000000000}"/>
          </ac:spMkLst>
        </pc:spChg>
        <pc:spChg chg="del">
          <ac:chgData name="Kevin Worrall" userId="e21a6e1f-6189-4284-9649-bf7c66c7a38c" providerId="ADAL" clId="{43AC5DDD-C2B5-4525-AE1E-EAAEE3287323}" dt="2025-02-16T12:36:22.139" v="43" actId="478"/>
          <ac:spMkLst>
            <pc:docMk/>
            <pc:sldMk cId="0" sldId="261"/>
            <ac:spMk id="145" creationId="{00000000-0000-0000-0000-000000000000}"/>
          </ac:spMkLst>
        </pc:spChg>
        <pc:spChg chg="mod">
          <ac:chgData name="Kevin Worrall" userId="e21a6e1f-6189-4284-9649-bf7c66c7a38c" providerId="ADAL" clId="{43AC5DDD-C2B5-4525-AE1E-EAAEE3287323}" dt="2025-02-16T12:33:05.843" v="16" actId="27636"/>
          <ac:spMkLst>
            <pc:docMk/>
            <pc:sldMk cId="0" sldId="261"/>
            <ac:spMk id="147" creationId="{00000000-0000-0000-0000-000000000000}"/>
          </ac:spMkLst>
        </pc:spChg>
      </pc:sldChg>
      <pc:sldChg chg="delSp modSp mod chgLayout">
        <pc:chgData name="Kevin Worrall" userId="e21a6e1f-6189-4284-9649-bf7c66c7a38c" providerId="ADAL" clId="{43AC5DDD-C2B5-4525-AE1E-EAAEE3287323}" dt="2025-02-16T12:36:26.519" v="45" actId="478"/>
        <pc:sldMkLst>
          <pc:docMk/>
          <pc:sldMk cId="0" sldId="262"/>
        </pc:sldMkLst>
        <pc:spChg chg="del">
          <ac:chgData name="Kevin Worrall" userId="e21a6e1f-6189-4284-9649-bf7c66c7a38c" providerId="ADAL" clId="{43AC5DDD-C2B5-4525-AE1E-EAAEE3287323}" dt="2025-02-16T12:36:24.859" v="44" actId="478"/>
          <ac:spMkLst>
            <pc:docMk/>
            <pc:sldMk cId="0" sldId="262"/>
            <ac:spMk id="148" creationId="{00000000-0000-0000-0000-000000000000}"/>
          </ac:spMkLst>
        </pc:spChg>
        <pc:spChg chg="del">
          <ac:chgData name="Kevin Worrall" userId="e21a6e1f-6189-4284-9649-bf7c66c7a38c" providerId="ADAL" clId="{43AC5DDD-C2B5-4525-AE1E-EAAEE3287323}" dt="2025-02-16T12:36:26.519" v="45" actId="478"/>
          <ac:spMkLst>
            <pc:docMk/>
            <pc:sldMk cId="0" sldId="262"/>
            <ac:spMk id="149" creationId="{00000000-0000-0000-0000-000000000000}"/>
          </ac:spMkLst>
        </pc:spChg>
        <pc:spChg chg="mod">
          <ac:chgData name="Kevin Worrall" userId="e21a6e1f-6189-4284-9649-bf7c66c7a38c" providerId="ADAL" clId="{43AC5DDD-C2B5-4525-AE1E-EAAEE3287323}" dt="2025-02-16T12:33:13.019" v="23" actId="27636"/>
          <ac:spMkLst>
            <pc:docMk/>
            <pc:sldMk cId="0" sldId="262"/>
            <ac:spMk id="151" creationId="{00000000-0000-0000-0000-000000000000}"/>
          </ac:spMkLst>
        </pc:spChg>
      </pc:sldChg>
      <pc:sldChg chg="delSp mod chgLayout modNotes">
        <pc:chgData name="Kevin Worrall" userId="e21a6e1f-6189-4284-9649-bf7c66c7a38c" providerId="ADAL" clId="{43AC5DDD-C2B5-4525-AE1E-EAAEE3287323}" dt="2025-02-16T12:36:31.108" v="47" actId="478"/>
        <pc:sldMkLst>
          <pc:docMk/>
          <pc:sldMk cId="0" sldId="263"/>
        </pc:sldMkLst>
        <pc:spChg chg="del">
          <ac:chgData name="Kevin Worrall" userId="e21a6e1f-6189-4284-9649-bf7c66c7a38c" providerId="ADAL" clId="{43AC5DDD-C2B5-4525-AE1E-EAAEE3287323}" dt="2025-02-16T12:36:29.119" v="46" actId="478"/>
          <ac:spMkLst>
            <pc:docMk/>
            <pc:sldMk cId="0" sldId="263"/>
            <ac:spMk id="154" creationId="{00000000-0000-0000-0000-000000000000}"/>
          </ac:spMkLst>
        </pc:spChg>
        <pc:spChg chg="del">
          <ac:chgData name="Kevin Worrall" userId="e21a6e1f-6189-4284-9649-bf7c66c7a38c" providerId="ADAL" clId="{43AC5DDD-C2B5-4525-AE1E-EAAEE3287323}" dt="2025-02-16T12:36:31.108" v="47" actId="478"/>
          <ac:spMkLst>
            <pc:docMk/>
            <pc:sldMk cId="0" sldId="263"/>
            <ac:spMk id="155" creationId="{00000000-0000-0000-0000-000000000000}"/>
          </ac:spMkLst>
        </pc:spChg>
      </pc:sldChg>
      <pc:sldChg chg="delSp mod chgLayout modNotes">
        <pc:chgData name="Kevin Worrall" userId="e21a6e1f-6189-4284-9649-bf7c66c7a38c" providerId="ADAL" clId="{43AC5DDD-C2B5-4525-AE1E-EAAEE3287323}" dt="2025-02-16T12:36:36.160" v="49" actId="478"/>
        <pc:sldMkLst>
          <pc:docMk/>
          <pc:sldMk cId="0" sldId="264"/>
        </pc:sldMkLst>
        <pc:spChg chg="del">
          <ac:chgData name="Kevin Worrall" userId="e21a6e1f-6189-4284-9649-bf7c66c7a38c" providerId="ADAL" clId="{43AC5DDD-C2B5-4525-AE1E-EAAEE3287323}" dt="2025-02-16T12:36:34.929" v="48" actId="478"/>
          <ac:spMkLst>
            <pc:docMk/>
            <pc:sldMk cId="0" sldId="264"/>
            <ac:spMk id="160" creationId="{00000000-0000-0000-0000-000000000000}"/>
          </ac:spMkLst>
        </pc:spChg>
        <pc:spChg chg="del">
          <ac:chgData name="Kevin Worrall" userId="e21a6e1f-6189-4284-9649-bf7c66c7a38c" providerId="ADAL" clId="{43AC5DDD-C2B5-4525-AE1E-EAAEE3287323}" dt="2025-02-16T12:36:36.160" v="49" actId="478"/>
          <ac:spMkLst>
            <pc:docMk/>
            <pc:sldMk cId="0" sldId="264"/>
            <ac:spMk id="161" creationId="{00000000-0000-0000-0000-000000000000}"/>
          </ac:spMkLst>
        </pc:spChg>
      </pc:sldChg>
      <pc:sldChg chg="mod chgLayout modNotes">
        <pc:chgData name="Kevin Worrall" userId="e21a6e1f-6189-4284-9649-bf7c66c7a38c" providerId="ADAL" clId="{43AC5DDD-C2B5-4525-AE1E-EAAEE3287323}" dt="2025-02-16T12:34:55.089" v="29" actId="6264"/>
        <pc:sldMkLst>
          <pc:docMk/>
          <pc:sldMk cId="0" sldId="265"/>
        </pc:sldMkLst>
      </pc:sldChg>
      <pc:sldChg chg="delSp mod chgLayout modNotes">
        <pc:chgData name="Kevin Worrall" userId="e21a6e1f-6189-4284-9649-bf7c66c7a38c" providerId="ADAL" clId="{43AC5DDD-C2B5-4525-AE1E-EAAEE3287323}" dt="2025-02-16T12:36:42.609" v="51" actId="478"/>
        <pc:sldMkLst>
          <pc:docMk/>
          <pc:sldMk cId="0" sldId="266"/>
        </pc:sldMkLst>
        <pc:spChg chg="del">
          <ac:chgData name="Kevin Worrall" userId="e21a6e1f-6189-4284-9649-bf7c66c7a38c" providerId="ADAL" clId="{43AC5DDD-C2B5-4525-AE1E-EAAEE3287323}" dt="2025-02-16T12:36:40.609" v="50" actId="478"/>
          <ac:spMkLst>
            <pc:docMk/>
            <pc:sldMk cId="0" sldId="266"/>
            <ac:spMk id="168" creationId="{00000000-0000-0000-0000-000000000000}"/>
          </ac:spMkLst>
        </pc:spChg>
        <pc:spChg chg="del">
          <ac:chgData name="Kevin Worrall" userId="e21a6e1f-6189-4284-9649-bf7c66c7a38c" providerId="ADAL" clId="{43AC5DDD-C2B5-4525-AE1E-EAAEE3287323}" dt="2025-02-16T12:36:42.609" v="51" actId="478"/>
          <ac:spMkLst>
            <pc:docMk/>
            <pc:sldMk cId="0" sldId="266"/>
            <ac:spMk id="169" creationId="{00000000-0000-0000-0000-000000000000}"/>
          </ac:spMkLst>
        </pc:spChg>
      </pc:sldChg>
      <pc:sldChg chg="delSp mod chgLayout modNotes">
        <pc:chgData name="Kevin Worrall" userId="e21a6e1f-6189-4284-9649-bf7c66c7a38c" providerId="ADAL" clId="{43AC5DDD-C2B5-4525-AE1E-EAAEE3287323}" dt="2025-02-16T12:36:47.689" v="53" actId="478"/>
        <pc:sldMkLst>
          <pc:docMk/>
          <pc:sldMk cId="0" sldId="267"/>
        </pc:sldMkLst>
        <pc:spChg chg="del">
          <ac:chgData name="Kevin Worrall" userId="e21a6e1f-6189-4284-9649-bf7c66c7a38c" providerId="ADAL" clId="{43AC5DDD-C2B5-4525-AE1E-EAAEE3287323}" dt="2025-02-16T12:36:45.779" v="52" actId="478"/>
          <ac:spMkLst>
            <pc:docMk/>
            <pc:sldMk cId="0" sldId="267"/>
            <ac:spMk id="174" creationId="{00000000-0000-0000-0000-000000000000}"/>
          </ac:spMkLst>
        </pc:spChg>
        <pc:spChg chg="del">
          <ac:chgData name="Kevin Worrall" userId="e21a6e1f-6189-4284-9649-bf7c66c7a38c" providerId="ADAL" clId="{43AC5DDD-C2B5-4525-AE1E-EAAEE3287323}" dt="2025-02-16T12:36:47.689" v="53" actId="478"/>
          <ac:spMkLst>
            <pc:docMk/>
            <pc:sldMk cId="0" sldId="267"/>
            <ac:spMk id="175" creationId="{00000000-0000-0000-0000-000000000000}"/>
          </ac:spMkLst>
        </pc:spChg>
      </pc:sldChg>
      <pc:sldChg chg="delSp mod chgLayout modNotes">
        <pc:chgData name="Kevin Worrall" userId="e21a6e1f-6189-4284-9649-bf7c66c7a38c" providerId="ADAL" clId="{43AC5DDD-C2B5-4525-AE1E-EAAEE3287323}" dt="2025-02-16T12:36:52.700" v="55" actId="478"/>
        <pc:sldMkLst>
          <pc:docMk/>
          <pc:sldMk cId="0" sldId="268"/>
        </pc:sldMkLst>
        <pc:spChg chg="del">
          <ac:chgData name="Kevin Worrall" userId="e21a6e1f-6189-4284-9649-bf7c66c7a38c" providerId="ADAL" clId="{43AC5DDD-C2B5-4525-AE1E-EAAEE3287323}" dt="2025-02-16T12:36:51.179" v="54" actId="478"/>
          <ac:spMkLst>
            <pc:docMk/>
            <pc:sldMk cId="0" sldId="268"/>
            <ac:spMk id="178" creationId="{00000000-0000-0000-0000-000000000000}"/>
          </ac:spMkLst>
        </pc:spChg>
        <pc:spChg chg="del">
          <ac:chgData name="Kevin Worrall" userId="e21a6e1f-6189-4284-9649-bf7c66c7a38c" providerId="ADAL" clId="{43AC5DDD-C2B5-4525-AE1E-EAAEE3287323}" dt="2025-02-16T12:36:52.700" v="55" actId="478"/>
          <ac:spMkLst>
            <pc:docMk/>
            <pc:sldMk cId="0" sldId="268"/>
            <ac:spMk id="179" creationId="{00000000-0000-0000-0000-000000000000}"/>
          </ac:spMkLst>
        </pc:spChg>
      </pc:sldChg>
      <pc:sldChg chg="delSp mod chgLayout modNotes">
        <pc:chgData name="Kevin Worrall" userId="e21a6e1f-6189-4284-9649-bf7c66c7a38c" providerId="ADAL" clId="{43AC5DDD-C2B5-4525-AE1E-EAAEE3287323}" dt="2025-02-16T12:36:56.979" v="57" actId="478"/>
        <pc:sldMkLst>
          <pc:docMk/>
          <pc:sldMk cId="0" sldId="269"/>
        </pc:sldMkLst>
        <pc:spChg chg="del">
          <ac:chgData name="Kevin Worrall" userId="e21a6e1f-6189-4284-9649-bf7c66c7a38c" providerId="ADAL" clId="{43AC5DDD-C2B5-4525-AE1E-EAAEE3287323}" dt="2025-02-16T12:36:55.360" v="56" actId="478"/>
          <ac:spMkLst>
            <pc:docMk/>
            <pc:sldMk cId="0" sldId="269"/>
            <ac:spMk id="183" creationId="{00000000-0000-0000-0000-000000000000}"/>
          </ac:spMkLst>
        </pc:spChg>
        <pc:spChg chg="del">
          <ac:chgData name="Kevin Worrall" userId="e21a6e1f-6189-4284-9649-bf7c66c7a38c" providerId="ADAL" clId="{43AC5DDD-C2B5-4525-AE1E-EAAEE3287323}" dt="2025-02-16T12:36:56.979" v="57" actId="478"/>
          <ac:spMkLst>
            <pc:docMk/>
            <pc:sldMk cId="0" sldId="269"/>
            <ac:spMk id="184" creationId="{00000000-0000-0000-0000-000000000000}"/>
          </ac:spMkLst>
        </pc:spChg>
      </pc:sldChg>
      <pc:sldChg chg="delSp modSp mod chgLayout">
        <pc:chgData name="Kevin Worrall" userId="e21a6e1f-6189-4284-9649-bf7c66c7a38c" providerId="ADAL" clId="{43AC5DDD-C2B5-4525-AE1E-EAAEE3287323}" dt="2025-02-16T12:37:02.969" v="59" actId="478"/>
        <pc:sldMkLst>
          <pc:docMk/>
          <pc:sldMk cId="0" sldId="270"/>
        </pc:sldMkLst>
        <pc:spChg chg="del">
          <ac:chgData name="Kevin Worrall" userId="e21a6e1f-6189-4284-9649-bf7c66c7a38c" providerId="ADAL" clId="{43AC5DDD-C2B5-4525-AE1E-EAAEE3287323}" dt="2025-02-16T12:37:00.269" v="58" actId="478"/>
          <ac:spMkLst>
            <pc:docMk/>
            <pc:sldMk cId="0" sldId="270"/>
            <ac:spMk id="188" creationId="{00000000-0000-0000-0000-000000000000}"/>
          </ac:spMkLst>
        </pc:spChg>
        <pc:spChg chg="del">
          <ac:chgData name="Kevin Worrall" userId="e21a6e1f-6189-4284-9649-bf7c66c7a38c" providerId="ADAL" clId="{43AC5DDD-C2B5-4525-AE1E-EAAEE3287323}" dt="2025-02-16T12:37:02.969" v="59" actId="478"/>
          <ac:spMkLst>
            <pc:docMk/>
            <pc:sldMk cId="0" sldId="270"/>
            <ac:spMk id="189" creationId="{00000000-0000-0000-0000-000000000000}"/>
          </ac:spMkLst>
        </pc:spChg>
        <pc:spChg chg="mod">
          <ac:chgData name="Kevin Worrall" userId="e21a6e1f-6189-4284-9649-bf7c66c7a38c" providerId="ADAL" clId="{43AC5DDD-C2B5-4525-AE1E-EAAEE3287323}" dt="2025-02-16T12:33:05.854" v="18" actId="27636"/>
          <ac:spMkLst>
            <pc:docMk/>
            <pc:sldMk cId="0" sldId="270"/>
            <ac:spMk id="191" creationId="{00000000-0000-0000-0000-000000000000}"/>
          </ac:spMkLst>
        </pc:spChg>
      </pc:sldChg>
      <pc:sldChg chg="mod chgLayout modNotes">
        <pc:chgData name="Kevin Worrall" userId="e21a6e1f-6189-4284-9649-bf7c66c7a38c" providerId="ADAL" clId="{43AC5DDD-C2B5-4525-AE1E-EAAEE3287323}" dt="2025-02-16T12:34:55.089" v="29" actId="6264"/>
        <pc:sldMkLst>
          <pc:docMk/>
          <pc:sldMk cId="0" sldId="271"/>
        </pc:sldMkLst>
      </pc:sldChg>
      <pc:sldChg chg="delSp mod chgLayout modNotes">
        <pc:chgData name="Kevin Worrall" userId="e21a6e1f-6189-4284-9649-bf7c66c7a38c" providerId="ADAL" clId="{43AC5DDD-C2B5-4525-AE1E-EAAEE3287323}" dt="2025-02-16T12:37:07.479" v="61" actId="478"/>
        <pc:sldMkLst>
          <pc:docMk/>
          <pc:sldMk cId="0" sldId="272"/>
        </pc:sldMkLst>
        <pc:spChg chg="del">
          <ac:chgData name="Kevin Worrall" userId="e21a6e1f-6189-4284-9649-bf7c66c7a38c" providerId="ADAL" clId="{43AC5DDD-C2B5-4525-AE1E-EAAEE3287323}" dt="2025-02-16T12:37:06.219" v="60" actId="478"/>
          <ac:spMkLst>
            <pc:docMk/>
            <pc:sldMk cId="0" sldId="272"/>
            <ac:spMk id="197" creationId="{00000000-0000-0000-0000-000000000000}"/>
          </ac:spMkLst>
        </pc:spChg>
        <pc:spChg chg="del">
          <ac:chgData name="Kevin Worrall" userId="e21a6e1f-6189-4284-9649-bf7c66c7a38c" providerId="ADAL" clId="{43AC5DDD-C2B5-4525-AE1E-EAAEE3287323}" dt="2025-02-16T12:37:07.479" v="61" actId="478"/>
          <ac:spMkLst>
            <pc:docMk/>
            <pc:sldMk cId="0" sldId="272"/>
            <ac:spMk id="198" creationId="{00000000-0000-0000-0000-000000000000}"/>
          </ac:spMkLst>
        </pc:spChg>
      </pc:sldChg>
      <pc:sldChg chg="mod chgLayout modNotes">
        <pc:chgData name="Kevin Worrall" userId="e21a6e1f-6189-4284-9649-bf7c66c7a38c" providerId="ADAL" clId="{43AC5DDD-C2B5-4525-AE1E-EAAEE3287323}" dt="2025-02-16T12:34:55.089" v="29" actId="6264"/>
        <pc:sldMkLst>
          <pc:docMk/>
          <pc:sldMk cId="0" sldId="273"/>
        </pc:sldMkLst>
      </pc:sldChg>
      <pc:sldChg chg="delSp mod chgLayout modNotes">
        <pc:chgData name="Kevin Worrall" userId="e21a6e1f-6189-4284-9649-bf7c66c7a38c" providerId="ADAL" clId="{43AC5DDD-C2B5-4525-AE1E-EAAEE3287323}" dt="2025-02-16T12:37:11.439" v="63" actId="478"/>
        <pc:sldMkLst>
          <pc:docMk/>
          <pc:sldMk cId="0" sldId="274"/>
        </pc:sldMkLst>
        <pc:spChg chg="del">
          <ac:chgData name="Kevin Worrall" userId="e21a6e1f-6189-4284-9649-bf7c66c7a38c" providerId="ADAL" clId="{43AC5DDD-C2B5-4525-AE1E-EAAEE3287323}" dt="2025-02-16T12:37:10.179" v="62" actId="478"/>
          <ac:spMkLst>
            <pc:docMk/>
            <pc:sldMk cId="0" sldId="274"/>
            <ac:spMk id="207" creationId="{00000000-0000-0000-0000-000000000000}"/>
          </ac:spMkLst>
        </pc:spChg>
        <pc:spChg chg="del">
          <ac:chgData name="Kevin Worrall" userId="e21a6e1f-6189-4284-9649-bf7c66c7a38c" providerId="ADAL" clId="{43AC5DDD-C2B5-4525-AE1E-EAAEE3287323}" dt="2025-02-16T12:37:11.439" v="63" actId="478"/>
          <ac:spMkLst>
            <pc:docMk/>
            <pc:sldMk cId="0" sldId="274"/>
            <ac:spMk id="208" creationId="{00000000-0000-0000-0000-000000000000}"/>
          </ac:spMkLst>
        </pc:spChg>
      </pc:sldChg>
      <pc:sldChg chg="delSp modSp mod chgLayout modNotes">
        <pc:chgData name="Kevin Worrall" userId="e21a6e1f-6189-4284-9649-bf7c66c7a38c" providerId="ADAL" clId="{43AC5DDD-C2B5-4525-AE1E-EAAEE3287323}" dt="2025-02-16T12:39:35.699" v="109" actId="20577"/>
        <pc:sldMkLst>
          <pc:docMk/>
          <pc:sldMk cId="0" sldId="275"/>
        </pc:sldMkLst>
        <pc:spChg chg="del">
          <ac:chgData name="Kevin Worrall" userId="e21a6e1f-6189-4284-9649-bf7c66c7a38c" providerId="ADAL" clId="{43AC5DDD-C2B5-4525-AE1E-EAAEE3287323}" dt="2025-02-16T12:37:17.319" v="64" actId="478"/>
          <ac:spMkLst>
            <pc:docMk/>
            <pc:sldMk cId="0" sldId="275"/>
            <ac:spMk id="212" creationId="{00000000-0000-0000-0000-000000000000}"/>
          </ac:spMkLst>
        </pc:spChg>
        <pc:spChg chg="del">
          <ac:chgData name="Kevin Worrall" userId="e21a6e1f-6189-4284-9649-bf7c66c7a38c" providerId="ADAL" clId="{43AC5DDD-C2B5-4525-AE1E-EAAEE3287323}" dt="2025-02-16T12:37:18.734" v="65" actId="478"/>
          <ac:spMkLst>
            <pc:docMk/>
            <pc:sldMk cId="0" sldId="275"/>
            <ac:spMk id="213" creationId="{00000000-0000-0000-0000-000000000000}"/>
          </ac:spMkLst>
        </pc:spChg>
        <pc:spChg chg="mod">
          <ac:chgData name="Kevin Worrall" userId="e21a6e1f-6189-4284-9649-bf7c66c7a38c" providerId="ADAL" clId="{43AC5DDD-C2B5-4525-AE1E-EAAEE3287323}" dt="2025-02-16T12:39:35.699" v="109" actId="20577"/>
          <ac:spMkLst>
            <pc:docMk/>
            <pc:sldMk cId="0" sldId="275"/>
            <ac:spMk id="215" creationId="{00000000-0000-0000-0000-000000000000}"/>
          </ac:spMkLst>
        </pc:spChg>
      </pc:sldChg>
      <pc:sldChg chg="delSp modSp mod chgLayout">
        <pc:chgData name="Kevin Worrall" userId="e21a6e1f-6189-4284-9649-bf7c66c7a38c" providerId="ADAL" clId="{43AC5DDD-C2B5-4525-AE1E-EAAEE3287323}" dt="2025-02-16T12:37:25.494" v="67" actId="478"/>
        <pc:sldMkLst>
          <pc:docMk/>
          <pc:sldMk cId="0" sldId="276"/>
        </pc:sldMkLst>
        <pc:spChg chg="del">
          <ac:chgData name="Kevin Worrall" userId="e21a6e1f-6189-4284-9649-bf7c66c7a38c" providerId="ADAL" clId="{43AC5DDD-C2B5-4525-AE1E-EAAEE3287323}" dt="2025-02-16T12:37:23.689" v="66" actId="478"/>
          <ac:spMkLst>
            <pc:docMk/>
            <pc:sldMk cId="0" sldId="276"/>
            <ac:spMk id="218" creationId="{00000000-0000-0000-0000-000000000000}"/>
          </ac:spMkLst>
        </pc:spChg>
        <pc:spChg chg="del">
          <ac:chgData name="Kevin Worrall" userId="e21a6e1f-6189-4284-9649-bf7c66c7a38c" providerId="ADAL" clId="{43AC5DDD-C2B5-4525-AE1E-EAAEE3287323}" dt="2025-02-16T12:37:25.494" v="67" actId="478"/>
          <ac:spMkLst>
            <pc:docMk/>
            <pc:sldMk cId="0" sldId="276"/>
            <ac:spMk id="219" creationId="{00000000-0000-0000-0000-000000000000}"/>
          </ac:spMkLst>
        </pc:spChg>
        <pc:spChg chg="mod">
          <ac:chgData name="Kevin Worrall" userId="e21a6e1f-6189-4284-9649-bf7c66c7a38c" providerId="ADAL" clId="{43AC5DDD-C2B5-4525-AE1E-EAAEE3287323}" dt="2025-02-16T12:33:13.039" v="24" actId="27636"/>
          <ac:spMkLst>
            <pc:docMk/>
            <pc:sldMk cId="0" sldId="276"/>
            <ac:spMk id="221" creationId="{00000000-0000-0000-0000-000000000000}"/>
          </ac:spMkLst>
        </pc:spChg>
      </pc:sldChg>
      <pc:sldChg chg="delSp mod chgLayout modNotes">
        <pc:chgData name="Kevin Worrall" userId="e21a6e1f-6189-4284-9649-bf7c66c7a38c" providerId="ADAL" clId="{43AC5DDD-C2B5-4525-AE1E-EAAEE3287323}" dt="2025-02-16T12:37:30.349" v="69" actId="478"/>
        <pc:sldMkLst>
          <pc:docMk/>
          <pc:sldMk cId="0" sldId="277"/>
        </pc:sldMkLst>
        <pc:spChg chg="del">
          <ac:chgData name="Kevin Worrall" userId="e21a6e1f-6189-4284-9649-bf7c66c7a38c" providerId="ADAL" clId="{43AC5DDD-C2B5-4525-AE1E-EAAEE3287323}" dt="2025-02-16T12:37:28.239" v="68" actId="478"/>
          <ac:spMkLst>
            <pc:docMk/>
            <pc:sldMk cId="0" sldId="277"/>
            <ac:spMk id="223" creationId="{00000000-0000-0000-0000-000000000000}"/>
          </ac:spMkLst>
        </pc:spChg>
        <pc:spChg chg="del">
          <ac:chgData name="Kevin Worrall" userId="e21a6e1f-6189-4284-9649-bf7c66c7a38c" providerId="ADAL" clId="{43AC5DDD-C2B5-4525-AE1E-EAAEE3287323}" dt="2025-02-16T12:37:30.349" v="69" actId="478"/>
          <ac:spMkLst>
            <pc:docMk/>
            <pc:sldMk cId="0" sldId="277"/>
            <ac:spMk id="224" creationId="{00000000-0000-0000-0000-000000000000}"/>
          </ac:spMkLst>
        </pc:spChg>
      </pc:sldChg>
      <pc:sldChg chg="delSp modSp mod chgLayout">
        <pc:chgData name="Kevin Worrall" userId="e21a6e1f-6189-4284-9649-bf7c66c7a38c" providerId="ADAL" clId="{43AC5DDD-C2B5-4525-AE1E-EAAEE3287323}" dt="2025-02-16T12:37:34.949" v="71" actId="478"/>
        <pc:sldMkLst>
          <pc:docMk/>
          <pc:sldMk cId="0" sldId="278"/>
        </pc:sldMkLst>
        <pc:spChg chg="del">
          <ac:chgData name="Kevin Worrall" userId="e21a6e1f-6189-4284-9649-bf7c66c7a38c" providerId="ADAL" clId="{43AC5DDD-C2B5-4525-AE1E-EAAEE3287323}" dt="2025-02-16T12:37:33.359" v="70" actId="478"/>
          <ac:spMkLst>
            <pc:docMk/>
            <pc:sldMk cId="0" sldId="278"/>
            <ac:spMk id="230" creationId="{00000000-0000-0000-0000-000000000000}"/>
          </ac:spMkLst>
        </pc:spChg>
        <pc:spChg chg="del">
          <ac:chgData name="Kevin Worrall" userId="e21a6e1f-6189-4284-9649-bf7c66c7a38c" providerId="ADAL" clId="{43AC5DDD-C2B5-4525-AE1E-EAAEE3287323}" dt="2025-02-16T12:37:34.949" v="71" actId="478"/>
          <ac:spMkLst>
            <pc:docMk/>
            <pc:sldMk cId="0" sldId="278"/>
            <ac:spMk id="231" creationId="{00000000-0000-0000-0000-000000000000}"/>
          </ac:spMkLst>
        </pc:spChg>
        <pc:spChg chg="mod">
          <ac:chgData name="Kevin Worrall" userId="e21a6e1f-6189-4284-9649-bf7c66c7a38c" providerId="ADAL" clId="{43AC5DDD-C2B5-4525-AE1E-EAAEE3287323}" dt="2025-02-16T12:33:13.039" v="25" actId="27636"/>
          <ac:spMkLst>
            <pc:docMk/>
            <pc:sldMk cId="0" sldId="278"/>
            <ac:spMk id="233" creationId="{00000000-0000-0000-0000-000000000000}"/>
          </ac:spMkLst>
        </pc:spChg>
      </pc:sldChg>
      <pc:sldChg chg="delSp modSp mod chgLayout modNotes">
        <pc:chgData name="Kevin Worrall" userId="e21a6e1f-6189-4284-9649-bf7c66c7a38c" providerId="ADAL" clId="{43AC5DDD-C2B5-4525-AE1E-EAAEE3287323}" dt="2025-02-16T12:37:41.889" v="74" actId="478"/>
        <pc:sldMkLst>
          <pc:docMk/>
          <pc:sldMk cId="0" sldId="279"/>
        </pc:sldMkLst>
        <pc:spChg chg="del">
          <ac:chgData name="Kevin Worrall" userId="e21a6e1f-6189-4284-9649-bf7c66c7a38c" providerId="ADAL" clId="{43AC5DDD-C2B5-4525-AE1E-EAAEE3287323}" dt="2025-02-16T12:37:39.859" v="73" actId="478"/>
          <ac:spMkLst>
            <pc:docMk/>
            <pc:sldMk cId="0" sldId="279"/>
            <ac:spMk id="235" creationId="{00000000-0000-0000-0000-000000000000}"/>
          </ac:spMkLst>
        </pc:spChg>
        <pc:spChg chg="del">
          <ac:chgData name="Kevin Worrall" userId="e21a6e1f-6189-4284-9649-bf7c66c7a38c" providerId="ADAL" clId="{43AC5DDD-C2B5-4525-AE1E-EAAEE3287323}" dt="2025-02-16T12:37:41.889" v="74" actId="478"/>
          <ac:spMkLst>
            <pc:docMk/>
            <pc:sldMk cId="0" sldId="279"/>
            <ac:spMk id="236" creationId="{00000000-0000-0000-0000-000000000000}"/>
          </ac:spMkLst>
        </pc:spChg>
        <pc:spChg chg="mod">
          <ac:chgData name="Kevin Worrall" userId="e21a6e1f-6189-4284-9649-bf7c66c7a38c" providerId="ADAL" clId="{43AC5DDD-C2B5-4525-AE1E-EAAEE3287323}" dt="2025-02-16T12:37:37.939" v="72" actId="20577"/>
          <ac:spMkLst>
            <pc:docMk/>
            <pc:sldMk cId="0" sldId="279"/>
            <ac:spMk id="238" creationId="{00000000-0000-0000-0000-000000000000}"/>
          </ac:spMkLst>
        </pc:spChg>
      </pc:sldChg>
      <pc:sldChg chg="delSp mod chgLayout modNotes">
        <pc:chgData name="Kevin Worrall" userId="e21a6e1f-6189-4284-9649-bf7c66c7a38c" providerId="ADAL" clId="{43AC5DDD-C2B5-4525-AE1E-EAAEE3287323}" dt="2025-02-16T12:37:46.739" v="76" actId="478"/>
        <pc:sldMkLst>
          <pc:docMk/>
          <pc:sldMk cId="0" sldId="280"/>
        </pc:sldMkLst>
        <pc:spChg chg="del">
          <ac:chgData name="Kevin Worrall" userId="e21a6e1f-6189-4284-9649-bf7c66c7a38c" providerId="ADAL" clId="{43AC5DDD-C2B5-4525-AE1E-EAAEE3287323}" dt="2025-02-16T12:37:45.319" v="75" actId="478"/>
          <ac:spMkLst>
            <pc:docMk/>
            <pc:sldMk cId="0" sldId="280"/>
            <ac:spMk id="239" creationId="{00000000-0000-0000-0000-000000000000}"/>
          </ac:spMkLst>
        </pc:spChg>
        <pc:spChg chg="del">
          <ac:chgData name="Kevin Worrall" userId="e21a6e1f-6189-4284-9649-bf7c66c7a38c" providerId="ADAL" clId="{43AC5DDD-C2B5-4525-AE1E-EAAEE3287323}" dt="2025-02-16T12:37:46.739" v="76" actId="478"/>
          <ac:spMkLst>
            <pc:docMk/>
            <pc:sldMk cId="0" sldId="280"/>
            <ac:spMk id="240" creationId="{00000000-0000-0000-0000-000000000000}"/>
          </ac:spMkLst>
        </pc:spChg>
      </pc:sldChg>
      <pc:sldChg chg="modSp new mod">
        <pc:chgData name="Kevin Worrall" userId="e21a6e1f-6189-4284-9649-bf7c66c7a38c" providerId="ADAL" clId="{43AC5DDD-C2B5-4525-AE1E-EAAEE3287323}" dt="2025-02-16T12:38:39.269" v="90" actId="20577"/>
        <pc:sldMkLst>
          <pc:docMk/>
          <pc:sldMk cId="1395027418" sldId="281"/>
        </pc:sldMkLst>
        <pc:spChg chg="mod">
          <ac:chgData name="Kevin Worrall" userId="e21a6e1f-6189-4284-9649-bf7c66c7a38c" providerId="ADAL" clId="{43AC5DDD-C2B5-4525-AE1E-EAAEE3287323}" dt="2025-02-16T12:38:39.269" v="90" actId="20577"/>
          <ac:spMkLst>
            <pc:docMk/>
            <pc:sldMk cId="1395027418" sldId="281"/>
            <ac:spMk id="2" creationId="{7BDC44AF-966A-C3B1-9615-0D123AD54846}"/>
          </ac:spMkLst>
        </pc:spChg>
        <pc:spChg chg="mod">
          <ac:chgData name="Kevin Worrall" userId="e21a6e1f-6189-4284-9649-bf7c66c7a38c" providerId="ADAL" clId="{43AC5DDD-C2B5-4525-AE1E-EAAEE3287323}" dt="2025-02-16T12:38:36.039" v="87"/>
          <ac:spMkLst>
            <pc:docMk/>
            <pc:sldMk cId="1395027418" sldId="281"/>
            <ac:spMk id="3" creationId="{829CBD25-A45B-29A9-D897-83FB9F52F5E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8"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n-GB" sz="4400" b="0" strike="noStrike" spc="-1">
                <a:solidFill>
                  <a:srgbClr val="000000"/>
                </a:solidFill>
                <a:latin typeface="Arial"/>
              </a:rPr>
              <a:t>Click to move the slide</a:t>
            </a:r>
          </a:p>
        </p:txBody>
      </p:sp>
      <p:sp>
        <p:nvSpPr>
          <p:cNvPr id="11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en-GB" sz="2000" b="0" strike="noStrike" spc="-1">
                <a:solidFill>
                  <a:srgbClr val="000000"/>
                </a:solidFill>
                <a:latin typeface="Arial"/>
              </a:rPr>
              <a:t>Click to edit the notes format</a:t>
            </a:r>
          </a:p>
        </p:txBody>
      </p:sp>
      <p:sp>
        <p:nvSpPr>
          <p:cNvPr id="120"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GB" sz="1400" b="0" strike="noStrike" spc="-1">
                <a:solidFill>
                  <a:srgbClr val="000000"/>
                </a:solidFill>
                <a:latin typeface="Times New Roman"/>
              </a:rPr>
              <a:t>&lt;header&gt;</a:t>
            </a:r>
          </a:p>
        </p:txBody>
      </p:sp>
      <p:sp>
        <p:nvSpPr>
          <p:cNvPr id="121"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GB" sz="1400" b="0" strike="noStrike" spc="-1">
                <a:solidFill>
                  <a:srgbClr val="000000"/>
                </a:solidFill>
                <a:latin typeface="Times New Roman"/>
              </a:defRPr>
            </a:lvl1pPr>
          </a:lstStyle>
          <a:p>
            <a:pPr indent="0" algn="r">
              <a:buNone/>
            </a:pPr>
            <a:r>
              <a:rPr lang="en-GB" sz="1400" b="0" strike="noStrike" spc="-1">
                <a:solidFill>
                  <a:srgbClr val="000000"/>
                </a:solidFill>
                <a:latin typeface="Times New Roman"/>
              </a:rPr>
              <a:t>&lt;date/time&gt;</a:t>
            </a:r>
          </a:p>
        </p:txBody>
      </p:sp>
      <p:sp>
        <p:nvSpPr>
          <p:cNvPr id="122"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GB" sz="1400" b="0" strike="noStrike" spc="-1">
                <a:solidFill>
                  <a:srgbClr val="000000"/>
                </a:solidFill>
                <a:latin typeface="Times New Roman"/>
              </a:defRPr>
            </a:lvl1pPr>
          </a:lstStyle>
          <a:p>
            <a:pPr indent="0">
              <a:buNone/>
            </a:pPr>
            <a:r>
              <a:rPr lang="en-GB" sz="1400" b="0" strike="noStrike" spc="-1">
                <a:solidFill>
                  <a:srgbClr val="000000"/>
                </a:solidFill>
                <a:latin typeface="Times New Roman"/>
              </a:rPr>
              <a:t>&lt;footer&gt;</a:t>
            </a:r>
          </a:p>
        </p:txBody>
      </p:sp>
      <p:sp>
        <p:nvSpPr>
          <p:cNvPr id="123"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strike="noStrike" spc="-1">
                <a:solidFill>
                  <a:srgbClr val="000000"/>
                </a:solidFill>
                <a:latin typeface="Times New Roman"/>
              </a:defRPr>
            </a:lvl1pPr>
          </a:lstStyle>
          <a:p>
            <a:pPr indent="0" algn="r">
              <a:buNone/>
            </a:pPr>
            <a:fld id="{E66B427F-B9ED-4010-8EF2-4CF9EA09F752}" type="slidenum">
              <a:rPr lang="en-GB" sz="1400" b="0" strike="noStrike" spc="-1">
                <a:solidFill>
                  <a:srgbClr val="000000"/>
                </a:solidFill>
                <a:latin typeface="Times New Roman"/>
              </a:rPr>
              <a:t>‹#›</a:t>
            </a:fld>
            <a:endParaRPr lang="en-GB"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2025928E-4F16-47F3-9385-7C0E485B8B27}"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48"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532CEC29-D477-4CB8-A240-3865BBE204BE}" type="slidenum">
              <a:rPr lang="en-GB" sz="1300" b="0" strike="noStrike" spc="-1">
                <a:solidFill>
                  <a:srgbClr val="000000"/>
                </a:solidFill>
                <a:latin typeface="Calibri"/>
                <a:ea typeface="DejaVu Sans"/>
              </a:rPr>
              <a:t>3</a:t>
            </a:fld>
            <a:endParaRPr lang="en-GB" sz="1300" b="0" strike="noStrike" spc="-1">
              <a:solidFill>
                <a:srgbClr val="000000"/>
              </a:solidFill>
              <a:latin typeface="Arial"/>
            </a:endParaRPr>
          </a:p>
        </p:txBody>
      </p:sp>
      <p:sp>
        <p:nvSpPr>
          <p:cNvPr id="249" name="PlaceHolder 1"/>
          <p:cNvSpPr>
            <a:spLocks noGrp="1" noRot="1" noChangeAspect="1"/>
          </p:cNvSpPr>
          <p:nvPr>
            <p:ph type="sldImg"/>
          </p:nvPr>
        </p:nvSpPr>
        <p:spPr>
          <a:xfrm>
            <a:off x="573088" y="1336675"/>
            <a:ext cx="6411912" cy="3606800"/>
          </a:xfrm>
          <a:prstGeom prst="rect">
            <a:avLst/>
          </a:prstGeom>
          <a:ln w="0">
            <a:noFill/>
          </a:ln>
        </p:spPr>
      </p:sp>
      <p:sp>
        <p:nvSpPr>
          <p:cNvPr id="250"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344B0832-8A30-4EA3-8C34-A637A90601CB}"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52"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AA6A431B-A56D-48BA-8570-5DD5267C656F}" type="slidenum">
              <a:rPr lang="en-GB" sz="1300" b="0" strike="noStrike" spc="-1">
                <a:solidFill>
                  <a:srgbClr val="000000"/>
                </a:solidFill>
                <a:latin typeface="Calibri"/>
                <a:ea typeface="DejaVu Sans"/>
              </a:rPr>
              <a:t>4</a:t>
            </a:fld>
            <a:endParaRPr lang="en-GB" sz="1300" b="0" strike="noStrike" spc="-1">
              <a:solidFill>
                <a:srgbClr val="000000"/>
              </a:solidFill>
              <a:latin typeface="Arial"/>
            </a:endParaRPr>
          </a:p>
        </p:txBody>
      </p:sp>
      <p:sp>
        <p:nvSpPr>
          <p:cNvPr id="253" name="PlaceHolder 1"/>
          <p:cNvSpPr>
            <a:spLocks noGrp="1" noRot="1" noChangeAspect="1"/>
          </p:cNvSpPr>
          <p:nvPr>
            <p:ph type="sldImg"/>
          </p:nvPr>
        </p:nvSpPr>
        <p:spPr>
          <a:xfrm>
            <a:off x="573088" y="1336675"/>
            <a:ext cx="6411912" cy="3606800"/>
          </a:xfrm>
          <a:prstGeom prst="rect">
            <a:avLst/>
          </a:prstGeom>
          <a:ln w="0">
            <a:noFill/>
          </a:ln>
        </p:spPr>
      </p:sp>
      <p:sp>
        <p:nvSpPr>
          <p:cNvPr id="254"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38D99389-2A21-4990-BCAE-9943CEA20314}"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56"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F7D514A0-5612-42D3-860C-DCDF19454BE4}" type="slidenum">
              <a:rPr lang="en-GB" sz="1300" b="0" strike="noStrike" spc="-1">
                <a:solidFill>
                  <a:srgbClr val="000000"/>
                </a:solidFill>
                <a:latin typeface="Calibri"/>
                <a:ea typeface="DejaVu Sans"/>
              </a:rPr>
              <a:t>5</a:t>
            </a:fld>
            <a:endParaRPr lang="en-GB" sz="1300" b="0" strike="noStrike" spc="-1">
              <a:solidFill>
                <a:srgbClr val="000000"/>
              </a:solidFill>
              <a:latin typeface="Arial"/>
            </a:endParaRPr>
          </a:p>
        </p:txBody>
      </p:sp>
      <p:sp>
        <p:nvSpPr>
          <p:cNvPr id="257" name="PlaceHolder 1"/>
          <p:cNvSpPr>
            <a:spLocks noGrp="1" noRot="1" noChangeAspect="1"/>
          </p:cNvSpPr>
          <p:nvPr>
            <p:ph type="sldImg"/>
          </p:nvPr>
        </p:nvSpPr>
        <p:spPr>
          <a:xfrm>
            <a:off x="573088" y="1336675"/>
            <a:ext cx="6411912" cy="3606800"/>
          </a:xfrm>
          <a:prstGeom prst="rect">
            <a:avLst/>
          </a:prstGeom>
          <a:ln w="0">
            <a:noFill/>
          </a:ln>
        </p:spPr>
      </p:sp>
      <p:sp>
        <p:nvSpPr>
          <p:cNvPr id="258"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B27F901D-1A22-409E-92B2-60390E71EAF2}"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60"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E38BAD4C-F8FC-4B1A-838F-1BCA14892343}" type="slidenum">
              <a:rPr lang="en-GB" sz="1300" b="0" strike="noStrike" spc="-1">
                <a:solidFill>
                  <a:srgbClr val="000000"/>
                </a:solidFill>
                <a:latin typeface="Calibri"/>
                <a:ea typeface="DejaVu Sans"/>
              </a:rPr>
              <a:t>6</a:t>
            </a:fld>
            <a:endParaRPr lang="en-GB" sz="1300" b="0" strike="noStrike" spc="-1">
              <a:solidFill>
                <a:srgbClr val="000000"/>
              </a:solidFill>
              <a:latin typeface="Arial"/>
            </a:endParaRPr>
          </a:p>
        </p:txBody>
      </p:sp>
      <p:sp>
        <p:nvSpPr>
          <p:cNvPr id="261" name="PlaceHolder 1"/>
          <p:cNvSpPr>
            <a:spLocks noGrp="1" noRot="1" noChangeAspect="1"/>
          </p:cNvSpPr>
          <p:nvPr>
            <p:ph type="sldImg"/>
          </p:nvPr>
        </p:nvSpPr>
        <p:spPr>
          <a:xfrm>
            <a:off x="573088" y="1336675"/>
            <a:ext cx="6411912" cy="3606800"/>
          </a:xfrm>
          <a:prstGeom prst="rect">
            <a:avLst/>
          </a:prstGeom>
          <a:ln w="0">
            <a:noFill/>
          </a:ln>
        </p:spPr>
      </p:sp>
      <p:sp>
        <p:nvSpPr>
          <p:cNvPr id="262"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6CBD7DE3-026B-4BA9-B074-A56840D22068}"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64"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D285BA35-D07A-4C83-9C8F-34D6A1333B38}" type="slidenum">
              <a:rPr lang="en-GB" sz="1300" b="0" strike="noStrike" spc="-1">
                <a:solidFill>
                  <a:srgbClr val="000000"/>
                </a:solidFill>
                <a:latin typeface="Calibri"/>
                <a:ea typeface="DejaVu Sans"/>
              </a:rPr>
              <a:t>7</a:t>
            </a:fld>
            <a:endParaRPr lang="en-GB" sz="1300" b="0" strike="noStrike" spc="-1">
              <a:solidFill>
                <a:srgbClr val="000000"/>
              </a:solidFill>
              <a:latin typeface="Arial"/>
            </a:endParaRPr>
          </a:p>
        </p:txBody>
      </p:sp>
      <p:sp>
        <p:nvSpPr>
          <p:cNvPr id="265" name="PlaceHolder 1"/>
          <p:cNvSpPr>
            <a:spLocks noGrp="1" noRot="1" noChangeAspect="1"/>
          </p:cNvSpPr>
          <p:nvPr>
            <p:ph type="sldImg"/>
          </p:nvPr>
        </p:nvSpPr>
        <p:spPr>
          <a:xfrm>
            <a:off x="573088" y="1336675"/>
            <a:ext cx="6411912" cy="3606800"/>
          </a:xfrm>
          <a:prstGeom prst="rect">
            <a:avLst/>
          </a:prstGeom>
          <a:ln w="0">
            <a:noFill/>
          </a:ln>
        </p:spPr>
      </p:sp>
      <p:sp>
        <p:nvSpPr>
          <p:cNvPr id="266"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222116E1-975B-4F91-9517-84CD0D7A7DE2}"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68"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F41419EA-7A8A-4821-9C86-154D1AC6CA6C}" type="slidenum">
              <a:rPr lang="en-GB" sz="1300" b="0" strike="noStrike" spc="-1">
                <a:solidFill>
                  <a:srgbClr val="000000"/>
                </a:solidFill>
                <a:latin typeface="Calibri"/>
                <a:ea typeface="DejaVu Sans"/>
              </a:rPr>
              <a:t>8</a:t>
            </a:fld>
            <a:endParaRPr lang="en-GB" sz="1300" b="0" strike="noStrike" spc="-1">
              <a:solidFill>
                <a:srgbClr val="000000"/>
              </a:solidFill>
              <a:latin typeface="Arial"/>
            </a:endParaRPr>
          </a:p>
        </p:txBody>
      </p:sp>
      <p:sp>
        <p:nvSpPr>
          <p:cNvPr id="269" name="PlaceHolder 1"/>
          <p:cNvSpPr>
            <a:spLocks noGrp="1" noRot="1" noChangeAspect="1"/>
          </p:cNvSpPr>
          <p:nvPr>
            <p:ph type="sldImg"/>
          </p:nvPr>
        </p:nvSpPr>
        <p:spPr>
          <a:xfrm>
            <a:off x="574675" y="1336675"/>
            <a:ext cx="6410325" cy="3606800"/>
          </a:xfrm>
          <a:prstGeom prst="rect">
            <a:avLst/>
          </a:prstGeom>
          <a:ln w="0">
            <a:noFill/>
          </a:ln>
        </p:spPr>
      </p:sp>
      <p:sp>
        <p:nvSpPr>
          <p:cNvPr id="270"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F3853BB6-5AE9-46C6-939E-96D44ED904E1}"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72"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2265632B-6302-43A0-85C9-E474AF3B4B61}" type="slidenum">
              <a:rPr lang="en-GB" sz="1300" b="0" strike="noStrike" spc="-1">
                <a:solidFill>
                  <a:srgbClr val="000000"/>
                </a:solidFill>
                <a:latin typeface="Calibri"/>
                <a:ea typeface="DejaVu Sans"/>
              </a:rPr>
              <a:t>9</a:t>
            </a:fld>
            <a:endParaRPr lang="en-GB" sz="1300" b="0" strike="noStrike" spc="-1">
              <a:solidFill>
                <a:srgbClr val="000000"/>
              </a:solidFill>
              <a:latin typeface="Arial"/>
            </a:endParaRPr>
          </a:p>
        </p:txBody>
      </p:sp>
      <p:sp>
        <p:nvSpPr>
          <p:cNvPr id="273" name="PlaceHolder 1"/>
          <p:cNvSpPr>
            <a:spLocks noGrp="1" noRot="1" noChangeAspect="1"/>
          </p:cNvSpPr>
          <p:nvPr>
            <p:ph type="sldImg"/>
          </p:nvPr>
        </p:nvSpPr>
        <p:spPr>
          <a:xfrm>
            <a:off x="574675" y="1336675"/>
            <a:ext cx="6410325" cy="3606800"/>
          </a:xfrm>
          <a:prstGeom prst="rect">
            <a:avLst/>
          </a:prstGeom>
          <a:ln w="0">
            <a:noFill/>
          </a:ln>
        </p:spPr>
      </p:sp>
      <p:sp>
        <p:nvSpPr>
          <p:cNvPr id="274"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6DE9A56A-A1AA-4F70-AE2B-9DCF3B0164DB}"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76"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23ECE8D8-084B-41E2-97C8-2E9CD09382D1}" type="slidenum">
              <a:rPr lang="en-GB" sz="1300" b="0" strike="noStrike" spc="-1">
                <a:solidFill>
                  <a:srgbClr val="000000"/>
                </a:solidFill>
                <a:latin typeface="Calibri"/>
                <a:ea typeface="DejaVu Sans"/>
              </a:rPr>
              <a:t>10</a:t>
            </a:fld>
            <a:endParaRPr lang="en-GB" sz="1300" b="0" strike="noStrike" spc="-1">
              <a:solidFill>
                <a:srgbClr val="000000"/>
              </a:solidFill>
              <a:latin typeface="Arial"/>
            </a:endParaRPr>
          </a:p>
        </p:txBody>
      </p:sp>
      <p:sp>
        <p:nvSpPr>
          <p:cNvPr id="277" name="PlaceHolder 1"/>
          <p:cNvSpPr>
            <a:spLocks noGrp="1" noRot="1" noChangeAspect="1"/>
          </p:cNvSpPr>
          <p:nvPr>
            <p:ph type="sldImg"/>
          </p:nvPr>
        </p:nvSpPr>
        <p:spPr>
          <a:xfrm>
            <a:off x="574675" y="1336675"/>
            <a:ext cx="6410325" cy="3606800"/>
          </a:xfrm>
          <a:prstGeom prst="rect">
            <a:avLst/>
          </a:prstGeom>
          <a:ln w="0">
            <a:noFill/>
          </a:ln>
        </p:spPr>
      </p:sp>
      <p:sp>
        <p:nvSpPr>
          <p:cNvPr id="278"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FFF95601-FA3A-4963-AB51-6ED9992A817A}"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80"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0ECD48DF-CD09-486C-99F0-DA36F8EC76A9}" type="slidenum">
              <a:rPr lang="en-GB" sz="1300" b="0" strike="noStrike" spc="-1">
                <a:solidFill>
                  <a:srgbClr val="000000"/>
                </a:solidFill>
                <a:latin typeface="Calibri"/>
                <a:ea typeface="DejaVu Sans"/>
              </a:rPr>
              <a:t>11</a:t>
            </a:fld>
            <a:endParaRPr lang="en-GB" sz="1300" b="0" strike="noStrike" spc="-1">
              <a:solidFill>
                <a:srgbClr val="000000"/>
              </a:solidFill>
              <a:latin typeface="Arial"/>
            </a:endParaRPr>
          </a:p>
        </p:txBody>
      </p:sp>
      <p:sp>
        <p:nvSpPr>
          <p:cNvPr id="281" name="PlaceHolder 1"/>
          <p:cNvSpPr>
            <a:spLocks noGrp="1" noRot="1" noChangeAspect="1"/>
          </p:cNvSpPr>
          <p:nvPr>
            <p:ph type="sldImg"/>
          </p:nvPr>
        </p:nvSpPr>
        <p:spPr>
          <a:xfrm>
            <a:off x="574675" y="1336675"/>
            <a:ext cx="6410325" cy="3606800"/>
          </a:xfrm>
          <a:prstGeom prst="rect">
            <a:avLst/>
          </a:prstGeom>
          <a:ln w="0">
            <a:noFill/>
          </a:ln>
        </p:spPr>
      </p:sp>
      <p:sp>
        <p:nvSpPr>
          <p:cNvPr id="282"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29E561CF-A262-4EB8-ABAD-579B7F88AC96}"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84"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D6CACBEF-0EDD-4600-95BA-76F78004AF53}" type="slidenum">
              <a:rPr lang="en-GB" sz="1300" b="0" strike="noStrike" spc="-1">
                <a:solidFill>
                  <a:srgbClr val="000000"/>
                </a:solidFill>
                <a:latin typeface="Calibri"/>
                <a:ea typeface="DejaVu Sans"/>
              </a:rPr>
              <a:t>12</a:t>
            </a:fld>
            <a:endParaRPr lang="en-GB" sz="1300" b="0" strike="noStrike" spc="-1">
              <a:solidFill>
                <a:srgbClr val="000000"/>
              </a:solidFill>
              <a:latin typeface="Arial"/>
            </a:endParaRPr>
          </a:p>
        </p:txBody>
      </p:sp>
      <p:sp>
        <p:nvSpPr>
          <p:cNvPr id="285" name="PlaceHolder 1"/>
          <p:cNvSpPr>
            <a:spLocks noGrp="1" noRot="1" noChangeAspect="1"/>
          </p:cNvSpPr>
          <p:nvPr>
            <p:ph type="sldImg"/>
          </p:nvPr>
        </p:nvSpPr>
        <p:spPr>
          <a:xfrm>
            <a:off x="574675" y="1336675"/>
            <a:ext cx="6410325" cy="3606800"/>
          </a:xfrm>
          <a:prstGeom prst="rect">
            <a:avLst/>
          </a:prstGeom>
          <a:ln w="0">
            <a:noFill/>
          </a:ln>
        </p:spPr>
      </p:sp>
      <p:sp>
        <p:nvSpPr>
          <p:cNvPr id="286"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93425E70-9365-4D68-9FC1-0A50F14FD286}"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88"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E4E3538E-31A2-43E7-ADF0-A9EB026D2DC3}" type="slidenum">
              <a:rPr lang="en-GB" sz="1300" b="0" strike="noStrike" spc="-1">
                <a:solidFill>
                  <a:srgbClr val="000000"/>
                </a:solidFill>
                <a:latin typeface="Calibri"/>
                <a:ea typeface="DejaVu Sans"/>
              </a:rPr>
              <a:t>13</a:t>
            </a:fld>
            <a:endParaRPr lang="en-GB" sz="1300" b="0" strike="noStrike" spc="-1">
              <a:solidFill>
                <a:srgbClr val="000000"/>
              </a:solidFill>
              <a:latin typeface="Arial"/>
            </a:endParaRPr>
          </a:p>
        </p:txBody>
      </p:sp>
      <p:sp>
        <p:nvSpPr>
          <p:cNvPr id="289" name="PlaceHolder 1"/>
          <p:cNvSpPr>
            <a:spLocks noGrp="1" noRot="1" noChangeAspect="1"/>
          </p:cNvSpPr>
          <p:nvPr>
            <p:ph type="sldImg"/>
          </p:nvPr>
        </p:nvSpPr>
        <p:spPr>
          <a:xfrm>
            <a:off x="574675" y="1336675"/>
            <a:ext cx="6410325" cy="3606800"/>
          </a:xfrm>
          <a:prstGeom prst="rect">
            <a:avLst/>
          </a:prstGeom>
          <a:ln w="0">
            <a:noFill/>
          </a:ln>
        </p:spPr>
      </p:sp>
      <p:sp>
        <p:nvSpPr>
          <p:cNvPr id="290"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B344714B-AB6E-456B-8DC9-F6C17ADE0BFD}"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92"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BFBCA9E7-D2FF-4750-B751-79B89BF3412B}" type="slidenum">
              <a:rPr lang="en-GB" sz="1300" b="0" strike="noStrike" spc="-1">
                <a:solidFill>
                  <a:srgbClr val="000000"/>
                </a:solidFill>
                <a:latin typeface="Calibri"/>
                <a:ea typeface="DejaVu Sans"/>
              </a:rPr>
              <a:t>14</a:t>
            </a:fld>
            <a:endParaRPr lang="en-GB" sz="1300" b="0" strike="noStrike" spc="-1">
              <a:solidFill>
                <a:srgbClr val="000000"/>
              </a:solidFill>
              <a:latin typeface="Arial"/>
            </a:endParaRPr>
          </a:p>
        </p:txBody>
      </p:sp>
      <p:sp>
        <p:nvSpPr>
          <p:cNvPr id="293" name="PlaceHolder 1"/>
          <p:cNvSpPr>
            <a:spLocks noGrp="1" noRot="1" noChangeAspect="1"/>
          </p:cNvSpPr>
          <p:nvPr>
            <p:ph type="sldImg"/>
          </p:nvPr>
        </p:nvSpPr>
        <p:spPr>
          <a:xfrm>
            <a:off x="574675" y="1336675"/>
            <a:ext cx="6410325" cy="3606800"/>
          </a:xfrm>
          <a:prstGeom prst="rect">
            <a:avLst/>
          </a:prstGeom>
          <a:ln w="0">
            <a:noFill/>
          </a:ln>
        </p:spPr>
      </p:sp>
      <p:sp>
        <p:nvSpPr>
          <p:cNvPr id="294"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954B85C2-F65A-4D4B-A33B-3DA8FA73C4C0}"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296"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D7973BA6-055E-40F8-81B4-70B55A4A11B6}" type="slidenum">
              <a:rPr lang="en-GB" sz="1300" b="0" strike="noStrike" spc="-1">
                <a:solidFill>
                  <a:srgbClr val="000000"/>
                </a:solidFill>
                <a:latin typeface="Calibri"/>
                <a:ea typeface="DejaVu Sans"/>
              </a:rPr>
              <a:t>15</a:t>
            </a:fld>
            <a:endParaRPr lang="en-GB" sz="1300" b="0" strike="noStrike" spc="-1">
              <a:solidFill>
                <a:srgbClr val="000000"/>
              </a:solidFill>
              <a:latin typeface="Arial"/>
            </a:endParaRPr>
          </a:p>
        </p:txBody>
      </p:sp>
      <p:sp>
        <p:nvSpPr>
          <p:cNvPr id="297" name="PlaceHolder 1"/>
          <p:cNvSpPr>
            <a:spLocks noGrp="1" noRot="1" noChangeAspect="1"/>
          </p:cNvSpPr>
          <p:nvPr>
            <p:ph type="sldImg"/>
          </p:nvPr>
        </p:nvSpPr>
        <p:spPr>
          <a:xfrm>
            <a:off x="573088" y="1336675"/>
            <a:ext cx="6411912" cy="3606800"/>
          </a:xfrm>
          <a:prstGeom prst="rect">
            <a:avLst/>
          </a:prstGeom>
          <a:ln w="0">
            <a:noFill/>
          </a:ln>
        </p:spPr>
      </p:sp>
      <p:sp>
        <p:nvSpPr>
          <p:cNvPr id="298"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7BF5D2C3-9AF2-4329-9D32-38159C1C8FE1}"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300"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485777A5-C235-4F9C-9AB2-13D8ACAFDF33}" type="slidenum">
              <a:rPr lang="en-GB" sz="1300" b="0" strike="noStrike" spc="-1">
                <a:solidFill>
                  <a:srgbClr val="000000"/>
                </a:solidFill>
                <a:latin typeface="Calibri"/>
                <a:ea typeface="DejaVu Sans"/>
              </a:rPr>
              <a:t>16</a:t>
            </a:fld>
            <a:endParaRPr lang="en-GB" sz="1300" b="0" strike="noStrike" spc="-1">
              <a:solidFill>
                <a:srgbClr val="000000"/>
              </a:solidFill>
              <a:latin typeface="Arial"/>
            </a:endParaRPr>
          </a:p>
        </p:txBody>
      </p:sp>
      <p:sp>
        <p:nvSpPr>
          <p:cNvPr id="301" name="PlaceHolder 1"/>
          <p:cNvSpPr>
            <a:spLocks noGrp="1" noRot="1" noChangeAspect="1"/>
          </p:cNvSpPr>
          <p:nvPr>
            <p:ph type="sldImg"/>
          </p:nvPr>
        </p:nvSpPr>
        <p:spPr>
          <a:xfrm>
            <a:off x="573088" y="1336675"/>
            <a:ext cx="6411912" cy="3606800"/>
          </a:xfrm>
          <a:prstGeom prst="rect">
            <a:avLst/>
          </a:prstGeom>
          <a:ln w="0">
            <a:noFill/>
          </a:ln>
        </p:spPr>
      </p:sp>
      <p:sp>
        <p:nvSpPr>
          <p:cNvPr id="302"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0B6A6B7D-A7C4-4BA6-AE3E-1446EAB68E26}"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304"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D1435EBD-DA89-4A1E-A538-7A0FBC70F51C}" type="slidenum">
              <a:rPr lang="en-GB" sz="1300" b="0" strike="noStrike" spc="-1">
                <a:solidFill>
                  <a:srgbClr val="000000"/>
                </a:solidFill>
                <a:latin typeface="Calibri"/>
                <a:ea typeface="DejaVu Sans"/>
              </a:rPr>
              <a:t>17</a:t>
            </a:fld>
            <a:endParaRPr lang="en-GB" sz="1300" b="0" strike="noStrike" spc="-1">
              <a:solidFill>
                <a:srgbClr val="000000"/>
              </a:solidFill>
              <a:latin typeface="Arial"/>
            </a:endParaRPr>
          </a:p>
        </p:txBody>
      </p:sp>
      <p:sp>
        <p:nvSpPr>
          <p:cNvPr id="305" name="PlaceHolder 1"/>
          <p:cNvSpPr>
            <a:spLocks noGrp="1" noRot="1" noChangeAspect="1"/>
          </p:cNvSpPr>
          <p:nvPr>
            <p:ph type="sldImg"/>
          </p:nvPr>
        </p:nvSpPr>
        <p:spPr>
          <a:xfrm>
            <a:off x="573088" y="1336675"/>
            <a:ext cx="6411912" cy="3606800"/>
          </a:xfrm>
          <a:prstGeom prst="rect">
            <a:avLst/>
          </a:prstGeom>
          <a:ln w="0">
            <a:noFill/>
          </a:ln>
        </p:spPr>
      </p:sp>
      <p:sp>
        <p:nvSpPr>
          <p:cNvPr id="306"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644B6DCC-6889-4A6C-8910-4F0A002A20BF}"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332"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AFF176E2-D7C8-498E-B521-FF57F965EB9E}" type="slidenum">
              <a:rPr lang="en-GB" sz="1300" b="0" strike="noStrike" spc="-1">
                <a:solidFill>
                  <a:srgbClr val="000000"/>
                </a:solidFill>
                <a:latin typeface="Calibri"/>
                <a:ea typeface="DejaVu Sans"/>
              </a:rPr>
              <a:t>18</a:t>
            </a:fld>
            <a:endParaRPr lang="en-GB" sz="1300" b="0" strike="noStrike" spc="-1">
              <a:solidFill>
                <a:srgbClr val="000000"/>
              </a:solidFill>
              <a:latin typeface="Arial"/>
            </a:endParaRPr>
          </a:p>
        </p:txBody>
      </p:sp>
      <p:sp>
        <p:nvSpPr>
          <p:cNvPr id="333" name="PlaceHolder 1"/>
          <p:cNvSpPr>
            <a:spLocks noGrp="1" noRot="1" noChangeAspect="1"/>
          </p:cNvSpPr>
          <p:nvPr>
            <p:ph type="sldImg"/>
          </p:nvPr>
        </p:nvSpPr>
        <p:spPr>
          <a:xfrm>
            <a:off x="573088" y="1336675"/>
            <a:ext cx="6411912" cy="3606800"/>
          </a:xfrm>
          <a:prstGeom prst="rect">
            <a:avLst/>
          </a:prstGeom>
          <a:ln w="0">
            <a:noFill/>
          </a:ln>
        </p:spPr>
      </p:sp>
      <p:sp>
        <p:nvSpPr>
          <p:cNvPr id="334"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632225CE-266D-4D6A-BD65-9862A3FC9367}"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308"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9FA29324-2C96-44DF-9ACB-76CF249D93CC}" type="slidenum">
              <a:rPr lang="en-GB" sz="1300" b="0" strike="noStrike" spc="-1">
                <a:solidFill>
                  <a:srgbClr val="000000"/>
                </a:solidFill>
                <a:latin typeface="Calibri"/>
                <a:ea typeface="DejaVu Sans"/>
              </a:rPr>
              <a:t>19</a:t>
            </a:fld>
            <a:endParaRPr lang="en-GB" sz="1300" b="0" strike="noStrike" spc="-1">
              <a:solidFill>
                <a:srgbClr val="000000"/>
              </a:solidFill>
              <a:latin typeface="Arial"/>
            </a:endParaRPr>
          </a:p>
        </p:txBody>
      </p:sp>
      <p:sp>
        <p:nvSpPr>
          <p:cNvPr id="309" name="PlaceHolder 1"/>
          <p:cNvSpPr>
            <a:spLocks noGrp="1" noRot="1" noChangeAspect="1"/>
          </p:cNvSpPr>
          <p:nvPr>
            <p:ph type="sldImg"/>
          </p:nvPr>
        </p:nvSpPr>
        <p:spPr>
          <a:xfrm>
            <a:off x="573088" y="1336675"/>
            <a:ext cx="6411912" cy="3606800"/>
          </a:xfrm>
          <a:prstGeom prst="rect">
            <a:avLst/>
          </a:prstGeom>
          <a:ln w="0">
            <a:noFill/>
          </a:ln>
        </p:spPr>
      </p:sp>
      <p:sp>
        <p:nvSpPr>
          <p:cNvPr id="310"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9924610C-9D74-4479-8DFD-4E8184280734}"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312"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83ABA57A-52E8-4D69-BE16-1F2BB654E551}" type="slidenum">
              <a:rPr lang="en-GB" sz="1300" b="0" strike="noStrike" spc="-1">
                <a:solidFill>
                  <a:srgbClr val="000000"/>
                </a:solidFill>
                <a:latin typeface="Calibri"/>
                <a:ea typeface="DejaVu Sans"/>
              </a:rPr>
              <a:t>20</a:t>
            </a:fld>
            <a:endParaRPr lang="en-GB" sz="1300" b="0" strike="noStrike" spc="-1">
              <a:solidFill>
                <a:srgbClr val="000000"/>
              </a:solidFill>
              <a:latin typeface="Arial"/>
            </a:endParaRPr>
          </a:p>
        </p:txBody>
      </p:sp>
      <p:sp>
        <p:nvSpPr>
          <p:cNvPr id="313" name="PlaceHolder 1"/>
          <p:cNvSpPr>
            <a:spLocks noGrp="1" noRot="1" noChangeAspect="1"/>
          </p:cNvSpPr>
          <p:nvPr>
            <p:ph type="sldImg"/>
          </p:nvPr>
        </p:nvSpPr>
        <p:spPr>
          <a:xfrm>
            <a:off x="573088" y="1336675"/>
            <a:ext cx="6411912" cy="3606800"/>
          </a:xfrm>
          <a:prstGeom prst="rect">
            <a:avLst/>
          </a:prstGeom>
          <a:ln w="0">
            <a:noFill/>
          </a:ln>
        </p:spPr>
      </p:sp>
      <p:sp>
        <p:nvSpPr>
          <p:cNvPr id="314"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CDB52CED-541F-488C-884A-E2418DA828C1}"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316"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9950C457-AAA3-46D7-8C0D-56BD50825AF3}" type="slidenum">
              <a:rPr lang="en-GB" sz="1300" b="0" strike="noStrike" spc="-1">
                <a:solidFill>
                  <a:srgbClr val="000000"/>
                </a:solidFill>
                <a:latin typeface="Calibri"/>
                <a:ea typeface="DejaVu Sans"/>
              </a:rPr>
              <a:t>21</a:t>
            </a:fld>
            <a:endParaRPr lang="en-GB" sz="1300" b="0" strike="noStrike" spc="-1">
              <a:solidFill>
                <a:srgbClr val="000000"/>
              </a:solidFill>
              <a:latin typeface="Arial"/>
            </a:endParaRPr>
          </a:p>
        </p:txBody>
      </p:sp>
      <p:sp>
        <p:nvSpPr>
          <p:cNvPr id="317" name="PlaceHolder 1"/>
          <p:cNvSpPr>
            <a:spLocks noGrp="1" noRot="1" noChangeAspect="1"/>
          </p:cNvSpPr>
          <p:nvPr>
            <p:ph type="sldImg"/>
          </p:nvPr>
        </p:nvSpPr>
        <p:spPr>
          <a:xfrm>
            <a:off x="573088" y="1336675"/>
            <a:ext cx="6411912" cy="3606800"/>
          </a:xfrm>
          <a:prstGeom prst="rect">
            <a:avLst/>
          </a:prstGeom>
          <a:ln w="0">
            <a:noFill/>
          </a:ln>
        </p:spPr>
      </p:sp>
      <p:sp>
        <p:nvSpPr>
          <p:cNvPr id="318"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BC27BBD5-24E1-4697-B47B-A3D7871E00F6}"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320"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523F8CE2-F1B4-44D7-901B-2F28C47D875B}" type="slidenum">
              <a:rPr lang="en-GB" sz="1300" b="0" strike="noStrike" spc="-1">
                <a:solidFill>
                  <a:srgbClr val="000000"/>
                </a:solidFill>
                <a:latin typeface="Calibri"/>
                <a:ea typeface="DejaVu Sans"/>
              </a:rPr>
              <a:t>22</a:t>
            </a:fld>
            <a:endParaRPr lang="en-GB" sz="1300" b="0" strike="noStrike" spc="-1">
              <a:solidFill>
                <a:srgbClr val="000000"/>
              </a:solidFill>
              <a:latin typeface="Arial"/>
            </a:endParaRPr>
          </a:p>
        </p:txBody>
      </p:sp>
      <p:sp>
        <p:nvSpPr>
          <p:cNvPr id="321" name="PlaceHolder 1"/>
          <p:cNvSpPr>
            <a:spLocks noGrp="1" noRot="1" noChangeAspect="1"/>
          </p:cNvSpPr>
          <p:nvPr>
            <p:ph type="sldImg"/>
          </p:nvPr>
        </p:nvSpPr>
        <p:spPr>
          <a:xfrm>
            <a:off x="573088" y="1336675"/>
            <a:ext cx="6411912" cy="3606800"/>
          </a:xfrm>
          <a:prstGeom prst="rect">
            <a:avLst/>
          </a:prstGeom>
          <a:ln w="0">
            <a:noFill/>
          </a:ln>
        </p:spPr>
      </p:sp>
      <p:sp>
        <p:nvSpPr>
          <p:cNvPr id="322"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BEA2E8C0-5617-49C3-8763-DE4F178E57FE}"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324"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8CAF8A72-C88D-403D-829F-3E0CECB280DE}" type="slidenum">
              <a:rPr lang="en-GB" sz="1300" b="0" strike="noStrike" spc="-1">
                <a:solidFill>
                  <a:srgbClr val="000000"/>
                </a:solidFill>
                <a:latin typeface="Calibri"/>
                <a:ea typeface="DejaVu Sans"/>
              </a:rPr>
              <a:t>23</a:t>
            </a:fld>
            <a:endParaRPr lang="en-GB" sz="1300" b="0" strike="noStrike" spc="-1">
              <a:solidFill>
                <a:srgbClr val="000000"/>
              </a:solidFill>
              <a:latin typeface="Arial"/>
            </a:endParaRPr>
          </a:p>
        </p:txBody>
      </p:sp>
      <p:sp>
        <p:nvSpPr>
          <p:cNvPr id="325" name="PlaceHolder 1"/>
          <p:cNvSpPr>
            <a:spLocks noGrp="1" noRot="1" noChangeAspect="1"/>
          </p:cNvSpPr>
          <p:nvPr>
            <p:ph type="sldImg"/>
          </p:nvPr>
        </p:nvSpPr>
        <p:spPr>
          <a:xfrm>
            <a:off x="573088" y="1336675"/>
            <a:ext cx="6411912" cy="3606800"/>
          </a:xfrm>
          <a:prstGeom prst="rect">
            <a:avLst/>
          </a:prstGeom>
          <a:ln w="0">
            <a:noFill/>
          </a:ln>
        </p:spPr>
      </p:sp>
      <p:sp>
        <p:nvSpPr>
          <p:cNvPr id="326"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CustomShape 1"/>
          <p:cNvSpPr/>
          <p:nvPr/>
        </p:nvSpPr>
        <p:spPr>
          <a:xfrm>
            <a:off x="4281840" y="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E570B179-9E94-422A-B358-72E257C82C63}"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328" name="CustomShape 2"/>
          <p:cNvSpPr/>
          <p:nvPr/>
        </p:nvSpPr>
        <p:spPr>
          <a:xfrm>
            <a:off x="4281840" y="10155240"/>
            <a:ext cx="3273840" cy="53460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8DC41903-3A0A-442B-98D3-ED7086C302FF}" type="slidenum">
              <a:rPr lang="en-GB" sz="1300" b="0" strike="noStrike" spc="-1">
                <a:solidFill>
                  <a:srgbClr val="000000"/>
                </a:solidFill>
                <a:latin typeface="Calibri"/>
                <a:ea typeface="DejaVu Sans"/>
              </a:rPr>
              <a:t>24</a:t>
            </a:fld>
            <a:endParaRPr lang="en-GB" sz="1300" b="0" strike="noStrike" spc="-1">
              <a:solidFill>
                <a:srgbClr val="000000"/>
              </a:solidFill>
              <a:latin typeface="Arial"/>
            </a:endParaRPr>
          </a:p>
        </p:txBody>
      </p:sp>
      <p:sp>
        <p:nvSpPr>
          <p:cNvPr id="329" name="PlaceHolder 1"/>
          <p:cNvSpPr>
            <a:spLocks noGrp="1" noRot="1" noChangeAspect="1"/>
          </p:cNvSpPr>
          <p:nvPr>
            <p:ph type="sldImg"/>
          </p:nvPr>
        </p:nvSpPr>
        <p:spPr>
          <a:xfrm>
            <a:off x="573088" y="1336675"/>
            <a:ext cx="6411912" cy="3606800"/>
          </a:xfrm>
          <a:prstGeom prst="rect">
            <a:avLst/>
          </a:prstGeom>
          <a:ln w="0">
            <a:noFill/>
          </a:ln>
        </p:spPr>
      </p:sp>
      <p:sp>
        <p:nvSpPr>
          <p:cNvPr id="330" name="PlaceHolder 2"/>
          <p:cNvSpPr>
            <a:spLocks noGrp="1"/>
          </p:cNvSpPr>
          <p:nvPr>
            <p:ph type="body"/>
          </p:nvPr>
        </p:nvSpPr>
        <p:spPr>
          <a:xfrm>
            <a:off x="755640" y="5145480"/>
            <a:ext cx="6045840" cy="420804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CustomShape 1"/>
          <p:cNvSpPr/>
          <p:nvPr/>
        </p:nvSpPr>
        <p:spPr>
          <a:xfrm>
            <a:off x="4281840" y="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t">
            <a:noAutofit/>
          </a:bodyPr>
          <a:lstStyle/>
          <a:p>
            <a:pPr algn="r">
              <a:lnSpc>
                <a:spcPct val="100000"/>
              </a:lnSpc>
            </a:pPr>
            <a:fld id="{CEF1FAB6-AF98-4E7E-B5F4-9836F87F3E7B}" type="datetime">
              <a:rPr lang="en-GB" sz="1300" b="0" strike="noStrike" spc="-1">
                <a:solidFill>
                  <a:srgbClr val="000000"/>
                </a:solidFill>
                <a:latin typeface="Calibri"/>
                <a:ea typeface="DejaVu Sans"/>
              </a:rPr>
              <a:t>24/02/2025</a:t>
            </a:fld>
            <a:endParaRPr lang="en-GB" sz="1300" b="0" strike="noStrike" spc="-1">
              <a:solidFill>
                <a:srgbClr val="000000"/>
              </a:solidFill>
              <a:latin typeface="Arial"/>
            </a:endParaRPr>
          </a:p>
        </p:txBody>
      </p:sp>
      <p:sp>
        <p:nvSpPr>
          <p:cNvPr id="336" name="CustomShape 2"/>
          <p:cNvSpPr/>
          <p:nvPr/>
        </p:nvSpPr>
        <p:spPr>
          <a:xfrm>
            <a:off x="4281840" y="10155240"/>
            <a:ext cx="3274200" cy="534960"/>
          </a:xfrm>
          <a:prstGeom prst="rect">
            <a:avLst/>
          </a:prstGeom>
          <a:noFill/>
          <a:ln w="0">
            <a:noFill/>
          </a:ln>
        </p:spPr>
        <p:style>
          <a:lnRef idx="0">
            <a:scrgbClr r="0" g="0" b="0"/>
          </a:lnRef>
          <a:fillRef idx="0">
            <a:scrgbClr r="0" g="0" b="0"/>
          </a:fillRef>
          <a:effectRef idx="0">
            <a:scrgbClr r="0" g="0" b="0"/>
          </a:effectRef>
          <a:fontRef idx="minor"/>
        </p:style>
        <p:txBody>
          <a:bodyPr lIns="99000" tIns="49680" rIns="99000" bIns="49680" anchor="b">
            <a:noAutofit/>
          </a:bodyPr>
          <a:lstStyle/>
          <a:p>
            <a:pPr algn="r">
              <a:lnSpc>
                <a:spcPct val="100000"/>
              </a:lnSpc>
            </a:pPr>
            <a:fld id="{3A05D813-113B-4D0E-BD45-6FE4F8681F03}" type="slidenum">
              <a:rPr lang="en-GB" sz="1300" b="0" strike="noStrike" spc="-1">
                <a:solidFill>
                  <a:srgbClr val="000000"/>
                </a:solidFill>
                <a:latin typeface="Calibri"/>
                <a:ea typeface="DejaVu Sans"/>
              </a:rPr>
              <a:t>25</a:t>
            </a:fld>
            <a:endParaRPr lang="en-GB" sz="1300" b="0" strike="noStrike" spc="-1">
              <a:solidFill>
                <a:srgbClr val="000000"/>
              </a:solidFill>
              <a:latin typeface="Arial"/>
            </a:endParaRPr>
          </a:p>
        </p:txBody>
      </p:sp>
      <p:sp>
        <p:nvSpPr>
          <p:cNvPr id="337" name="PlaceHolder 1"/>
          <p:cNvSpPr>
            <a:spLocks noGrp="1" noRot="1" noChangeAspect="1"/>
          </p:cNvSpPr>
          <p:nvPr>
            <p:ph type="sldImg"/>
          </p:nvPr>
        </p:nvSpPr>
        <p:spPr>
          <a:xfrm>
            <a:off x="574675" y="1336675"/>
            <a:ext cx="6410325" cy="3606800"/>
          </a:xfrm>
          <a:prstGeom prst="rect">
            <a:avLst/>
          </a:prstGeom>
          <a:ln w="0">
            <a:noFill/>
          </a:ln>
        </p:spPr>
      </p:sp>
      <p:sp>
        <p:nvSpPr>
          <p:cNvPr id="338" name="PlaceHolder 2"/>
          <p:cNvSpPr>
            <a:spLocks noGrp="1"/>
          </p:cNvSpPr>
          <p:nvPr>
            <p:ph type="body"/>
          </p:nvPr>
        </p:nvSpPr>
        <p:spPr>
          <a:xfrm>
            <a:off x="755640" y="5145480"/>
            <a:ext cx="6046200" cy="4208400"/>
          </a:xfrm>
          <a:prstGeom prst="rect">
            <a:avLst/>
          </a:prstGeom>
          <a:noFill/>
          <a:ln w="0">
            <a:noFill/>
          </a:ln>
        </p:spPr>
        <p:txBody>
          <a:bodyPr lIns="0" tIns="0" rIns="0" bIns="0" anchor="t">
            <a:noAutofit/>
          </a:bodyPr>
          <a:lstStyle/>
          <a:p>
            <a:pPr marL="216000" indent="0">
              <a:buNone/>
            </a:pPr>
            <a:endParaRPr lang="en-GB" sz="1800" b="0" strike="noStrike" spc="-1">
              <a:solidFill>
                <a:srgbClr val="000000"/>
              </a:solidFill>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0080625" cy="567055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954943" y="1736168"/>
            <a:ext cx="7297256" cy="2214018"/>
          </a:xfrm>
        </p:spPr>
        <p:txBody>
          <a:bodyPr anchor="b"/>
          <a:lstStyle>
            <a:lvl1pPr>
              <a:defRPr sz="4465"/>
            </a:lvl1pPr>
          </a:lstStyle>
          <a:p>
            <a:r>
              <a:rPr lang="en-GB"/>
              <a:t>Click to edit Master title style</a:t>
            </a:r>
            <a:endParaRPr lang="en-US" dirty="0"/>
          </a:p>
        </p:txBody>
      </p:sp>
      <p:sp>
        <p:nvSpPr>
          <p:cNvPr id="3" name="Subtitle 2"/>
          <p:cNvSpPr>
            <a:spLocks noGrp="1"/>
          </p:cNvSpPr>
          <p:nvPr>
            <p:ph type="subTitle" idx="1"/>
          </p:nvPr>
        </p:nvSpPr>
        <p:spPr bwMode="gray">
          <a:xfrm>
            <a:off x="954943" y="3950185"/>
            <a:ext cx="7297256" cy="712267"/>
          </a:xfrm>
        </p:spPr>
        <p:txBody>
          <a:bodyPr anchor="t"/>
          <a:lstStyle>
            <a:lvl1pPr marL="0" indent="0" algn="l">
              <a:buNone/>
              <a:defRPr cap="all">
                <a:solidFill>
                  <a:schemeClr val="accent1">
                    <a:lumMod val="60000"/>
                    <a:lumOff val="40000"/>
                  </a:schemeClr>
                </a:solidFill>
              </a:defRPr>
            </a:lvl1pPr>
            <a:lvl2pPr marL="378013" indent="0" algn="ctr">
              <a:buNone/>
              <a:defRPr>
                <a:solidFill>
                  <a:schemeClr val="tx1">
                    <a:tint val="75000"/>
                  </a:schemeClr>
                </a:solidFill>
              </a:defRPr>
            </a:lvl2pPr>
            <a:lvl3pPr marL="756026" indent="0" algn="ctr">
              <a:buNone/>
              <a:defRPr>
                <a:solidFill>
                  <a:schemeClr val="tx1">
                    <a:tint val="75000"/>
                  </a:schemeClr>
                </a:solidFill>
              </a:defRPr>
            </a:lvl3pPr>
            <a:lvl4pPr marL="1134039" indent="0" algn="ctr">
              <a:buNone/>
              <a:defRPr>
                <a:solidFill>
                  <a:schemeClr val="tx1">
                    <a:tint val="75000"/>
                  </a:schemeClr>
                </a:solidFill>
              </a:defRPr>
            </a:lvl4pPr>
            <a:lvl5pPr marL="1512052" indent="0" algn="ctr">
              <a:buNone/>
              <a:defRPr>
                <a:solidFill>
                  <a:schemeClr val="tx1">
                    <a:tint val="75000"/>
                  </a:schemeClr>
                </a:solidFill>
              </a:defRPr>
            </a:lvl5pPr>
            <a:lvl6pPr marL="1890065" indent="0" algn="ctr">
              <a:buNone/>
              <a:defRPr>
                <a:solidFill>
                  <a:schemeClr val="tx1">
                    <a:tint val="75000"/>
                  </a:schemeClr>
                </a:solidFill>
              </a:defRPr>
            </a:lvl6pPr>
            <a:lvl7pPr marL="2268078" indent="0" algn="ctr">
              <a:buNone/>
              <a:defRPr>
                <a:solidFill>
                  <a:schemeClr val="tx1">
                    <a:tint val="75000"/>
                  </a:schemeClr>
                </a:solidFill>
              </a:defRPr>
            </a:lvl7pPr>
            <a:lvl8pPr marL="2646091" indent="0" algn="ctr">
              <a:buNone/>
              <a:defRPr>
                <a:solidFill>
                  <a:schemeClr val="tx1">
                    <a:tint val="75000"/>
                  </a:schemeClr>
                </a:solidFill>
              </a:defRPr>
            </a:lvl8pPr>
            <a:lvl9pPr marL="3024104"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bwMode="gray">
          <a:xfrm rot="5400000">
            <a:off x="8399667" y="1481908"/>
            <a:ext cx="819079" cy="252015"/>
          </a:xfrm>
        </p:spPr>
        <p:txBody>
          <a:bodyPr anchor="t"/>
          <a:lstStyle>
            <a:lvl1pPr algn="l">
              <a:defRPr b="0" i="0">
                <a:solidFill>
                  <a:schemeClr val="bg1">
                    <a:alpha val="60000"/>
                  </a:schemeClr>
                </a:solidFill>
              </a:defRPr>
            </a:lvl1pPr>
          </a:lstStyle>
          <a:p>
            <a:fld id="{7A289763-DFFE-46EF-A51F-6AEF0DF878E0}" type="datetimeFigureOut">
              <a:rPr lang="en-GB" smtClean="0"/>
              <a:t>24/02/2025</a:t>
            </a:fld>
            <a:endParaRPr lang="en-GB"/>
          </a:p>
        </p:txBody>
      </p:sp>
      <p:sp>
        <p:nvSpPr>
          <p:cNvPr id="5" name="Footer Placeholder 4"/>
          <p:cNvSpPr>
            <a:spLocks noGrp="1"/>
          </p:cNvSpPr>
          <p:nvPr>
            <p:ph type="ftr" sz="quarter" idx="11"/>
          </p:nvPr>
        </p:nvSpPr>
        <p:spPr bwMode="gray">
          <a:xfrm rot="5400000">
            <a:off x="7401643" y="2668944"/>
            <a:ext cx="3191479" cy="252016"/>
          </a:xfrm>
        </p:spPr>
        <p:txBody>
          <a:bodyPr/>
          <a:lstStyle>
            <a:lvl1pPr>
              <a:defRPr b="0" i="0">
                <a:solidFill>
                  <a:schemeClr val="bg1">
                    <a:alpha val="60000"/>
                  </a:schemeClr>
                </a:solidFill>
              </a:defRPr>
            </a:lvl1pPr>
          </a:lstStyle>
          <a:p>
            <a:endParaRPr lang="en-GB"/>
          </a:p>
        </p:txBody>
      </p:sp>
      <p:sp>
        <p:nvSpPr>
          <p:cNvPr id="11" name="Rectangle 10"/>
          <p:cNvSpPr/>
          <p:nvPr/>
        </p:nvSpPr>
        <p:spPr>
          <a:xfrm>
            <a:off x="8630222" y="0"/>
            <a:ext cx="567035" cy="94509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8559718" y="244525"/>
            <a:ext cx="693042" cy="634763"/>
          </a:xfrm>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438996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954943" y="2152709"/>
            <a:ext cx="7297257" cy="282477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A289763-DFFE-46EF-A51F-6AEF0DF878E0}" type="datetimeFigureOut">
              <a:rPr lang="en-GB" smtClean="0"/>
              <a:t>24/02/2025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2550751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0080625" cy="567055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954943" y="2214016"/>
            <a:ext cx="3597527" cy="1888384"/>
          </a:xfrm>
        </p:spPr>
        <p:txBody>
          <a:bodyPr anchor="ctr"/>
          <a:lstStyle>
            <a:lvl1pPr algn="l">
              <a:defRPr sz="3307" b="0" cap="none"/>
            </a:lvl1pPr>
          </a:lstStyle>
          <a:p>
            <a:r>
              <a:rPr lang="en-GB"/>
              <a:t>Click to edit Master title style</a:t>
            </a:r>
            <a:endParaRPr lang="en-US" dirty="0"/>
          </a:p>
        </p:txBody>
      </p:sp>
      <p:sp>
        <p:nvSpPr>
          <p:cNvPr id="3" name="Text Placeholder 2"/>
          <p:cNvSpPr>
            <a:spLocks noGrp="1"/>
          </p:cNvSpPr>
          <p:nvPr>
            <p:ph type="body" idx="1"/>
          </p:nvPr>
        </p:nvSpPr>
        <p:spPr>
          <a:xfrm>
            <a:off x="5701407" y="2214015"/>
            <a:ext cx="3106824" cy="1888384"/>
          </a:xfrm>
        </p:spPr>
        <p:txBody>
          <a:bodyPr anchor="ctr"/>
          <a:lstStyle>
            <a:lvl1pPr marL="0" indent="0" algn="l">
              <a:buNone/>
              <a:defRPr sz="1654" cap="all">
                <a:solidFill>
                  <a:schemeClr val="accent1">
                    <a:lumMod val="60000"/>
                    <a:lumOff val="40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A289763-DFFE-46EF-A51F-6AEF0DF878E0}" type="datetimeFigureOut">
              <a:rPr lang="en-GB" smtClean="0"/>
              <a:t>24/02/2025</a:t>
            </a:fld>
            <a:endParaRPr lang="en-GB"/>
          </a:p>
        </p:txBody>
      </p:sp>
      <p:sp>
        <p:nvSpPr>
          <p:cNvPr id="5" name="Footer Placeholder 4"/>
          <p:cNvSpPr>
            <a:spLocks noGrp="1"/>
          </p:cNvSpPr>
          <p:nvPr>
            <p:ph type="ftr" sz="quarter" idx="11"/>
          </p:nvPr>
        </p:nvSpPr>
        <p:spPr/>
        <p:txBody>
          <a:bodyPr/>
          <a:lstStyle/>
          <a:p>
            <a:endParaRPr lang="en-GB"/>
          </a:p>
        </p:txBody>
      </p:sp>
      <p:sp>
        <p:nvSpPr>
          <p:cNvPr id="16" name="Rectangle 15"/>
          <p:cNvSpPr/>
          <p:nvPr/>
        </p:nvSpPr>
        <p:spPr>
          <a:xfrm>
            <a:off x="8630222" y="0"/>
            <a:ext cx="567035" cy="94509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2646976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954943" y="2152709"/>
            <a:ext cx="3989551" cy="2824775"/>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133506" y="2152709"/>
            <a:ext cx="3989552" cy="2824774"/>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A289763-DFFE-46EF-A51F-6AEF0DF878E0}" type="datetimeFigureOut">
              <a:rPr lang="en-GB" smtClean="0"/>
              <a:t>24/02/2025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1582578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954943" y="2152709"/>
            <a:ext cx="3989550" cy="476483"/>
          </a:xfrm>
        </p:spPr>
        <p:txBody>
          <a:bodyPr anchor="b">
            <a:noAutofit/>
          </a:bodyPr>
          <a:lstStyle>
            <a:lvl1pPr marL="0" indent="0">
              <a:buNone/>
              <a:defRPr sz="1984" b="0">
                <a:solidFill>
                  <a:schemeClr val="accent1"/>
                </a:solidFill>
              </a:defRPr>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4" name="Content Placeholder 3"/>
          <p:cNvSpPr>
            <a:spLocks noGrp="1"/>
          </p:cNvSpPr>
          <p:nvPr>
            <p:ph sz="half" idx="2"/>
          </p:nvPr>
        </p:nvSpPr>
        <p:spPr>
          <a:xfrm>
            <a:off x="954943" y="2629192"/>
            <a:ext cx="3989551" cy="234829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133506" y="2152709"/>
            <a:ext cx="3989552" cy="476483"/>
          </a:xfrm>
        </p:spPr>
        <p:txBody>
          <a:bodyPr anchor="b">
            <a:noAutofit/>
          </a:bodyPr>
          <a:lstStyle>
            <a:lvl1pPr marL="0" indent="0">
              <a:buNone/>
              <a:defRPr sz="1984" b="0">
                <a:solidFill>
                  <a:schemeClr val="accent1"/>
                </a:solidFill>
              </a:defRPr>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6" name="Content Placeholder 5"/>
          <p:cNvSpPr>
            <a:spLocks noGrp="1"/>
          </p:cNvSpPr>
          <p:nvPr>
            <p:ph sz="quarter" idx="4"/>
          </p:nvPr>
        </p:nvSpPr>
        <p:spPr>
          <a:xfrm>
            <a:off x="5133506" y="2629192"/>
            <a:ext cx="3989552" cy="2348292"/>
          </a:xfrm>
        </p:spPr>
        <p:txBody>
          <a:bodyPr>
            <a:normAutofit/>
          </a:bodyPr>
          <a:lstStyle>
            <a:lvl1pPr>
              <a:defRPr sz="1488"/>
            </a:lvl1pPr>
            <a:lvl2pPr>
              <a:defRPr sz="1323"/>
            </a:lvl2pPr>
            <a:lvl3pPr>
              <a:defRPr sz="1158"/>
            </a:lvl3pPr>
            <a:lvl4pPr>
              <a:defRPr sz="992"/>
            </a:lvl4pPr>
            <a:lvl5pPr>
              <a:defRPr sz="992"/>
            </a:lvl5pPr>
            <a:lvl6pPr>
              <a:defRPr sz="992"/>
            </a:lvl6pPr>
            <a:lvl7pPr>
              <a:defRPr sz="992"/>
            </a:lvl7pPr>
            <a:lvl8pPr>
              <a:defRPr sz="992"/>
            </a:lvl8pPr>
            <a:lvl9pPr>
              <a:defRPr sz="992"/>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A289763-DFFE-46EF-A51F-6AEF0DF878E0}" type="datetimeFigureOut">
              <a:rPr lang="en-GB" smtClean="0"/>
              <a:t>24/02/2025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1590962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954943" y="805079"/>
            <a:ext cx="7244137" cy="584554"/>
          </a:xfrm>
        </p:spPr>
        <p:txBody>
          <a:bodyPr/>
          <a:lstStyle>
            <a:lvl1pPr>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A289763-DFFE-46EF-A51F-6AEF0DF878E0}" type="datetimeFigureOut">
              <a:rPr lang="en-GB" smtClean="0"/>
              <a:t>24/02/2025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575828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289763-DFFE-46EF-A51F-6AEF0DF878E0}" type="datetimeFigureOut">
              <a:rPr lang="en-GB" smtClean="0"/>
              <a:t>24/02/2025</a:t>
            </a:fld>
            <a:endParaRPr lang="en-GB"/>
          </a:p>
        </p:txBody>
      </p:sp>
      <p:sp>
        <p:nvSpPr>
          <p:cNvPr id="3" name="Footer Placeholder 2"/>
          <p:cNvSpPr>
            <a:spLocks noGrp="1"/>
          </p:cNvSpPr>
          <p:nvPr>
            <p:ph type="ftr" sz="quarter" idx="11"/>
          </p:nvPr>
        </p:nvSpPr>
        <p:spPr/>
        <p:txBody>
          <a:bodyPr/>
          <a:lstStyle/>
          <a:p>
            <a:endParaRPr lang="en-GB"/>
          </a:p>
        </p:txBody>
      </p:sp>
      <p:sp>
        <p:nvSpPr>
          <p:cNvPr id="7" name="Rectangle 6"/>
          <p:cNvSpPr/>
          <p:nvPr/>
        </p:nvSpPr>
        <p:spPr>
          <a:xfrm>
            <a:off x="8630222" y="0"/>
            <a:ext cx="567035" cy="94509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1256369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0080625" cy="567055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954943" y="1071104"/>
            <a:ext cx="2309447" cy="1323128"/>
          </a:xfrm>
        </p:spPr>
        <p:txBody>
          <a:bodyPr anchor="b"/>
          <a:lstStyle>
            <a:lvl1pPr algn="l">
              <a:defRPr sz="1984" b="0"/>
            </a:lvl1pPr>
          </a:lstStyle>
          <a:p>
            <a:r>
              <a:rPr lang="en-GB"/>
              <a:t>Click to edit Master title style</a:t>
            </a:r>
            <a:endParaRPr lang="en-US" dirty="0"/>
          </a:p>
        </p:txBody>
      </p:sp>
      <p:sp>
        <p:nvSpPr>
          <p:cNvPr id="3" name="Content Placeholder 2"/>
          <p:cNvSpPr>
            <a:spLocks noGrp="1"/>
          </p:cNvSpPr>
          <p:nvPr>
            <p:ph idx="1"/>
          </p:nvPr>
        </p:nvSpPr>
        <p:spPr>
          <a:xfrm>
            <a:off x="4779984" y="1197116"/>
            <a:ext cx="4291266" cy="3780367"/>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bwMode="gray">
          <a:xfrm>
            <a:off x="954942" y="2587452"/>
            <a:ext cx="2309447" cy="2394231"/>
          </a:xfrm>
        </p:spPr>
        <p:txBody>
          <a:bodyPr/>
          <a:lstStyle>
            <a:lvl1pPr marL="0" indent="0">
              <a:buNone/>
              <a:defRPr sz="1158">
                <a:solidFill>
                  <a:schemeClr val="accent1">
                    <a:lumMod val="60000"/>
                    <a:lumOff val="40000"/>
                  </a:schemeClr>
                </a:solidFill>
              </a:defRPr>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sp>
        <p:nvSpPr>
          <p:cNvPr id="5" name="Date Placeholder 4"/>
          <p:cNvSpPr>
            <a:spLocks noGrp="1"/>
          </p:cNvSpPr>
          <p:nvPr>
            <p:ph type="dt" sz="half" idx="10"/>
          </p:nvPr>
        </p:nvSpPr>
        <p:spPr/>
        <p:txBody>
          <a:bodyPr/>
          <a:lstStyle/>
          <a:p>
            <a:fld id="{7A289763-DFFE-46EF-A51F-6AEF0DF878E0}" type="datetimeFigureOut">
              <a:rPr lang="en-GB" smtClean="0"/>
              <a:t>24/02/2025</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8630222" y="0"/>
            <a:ext cx="567035" cy="94509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1501211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0080625" cy="567055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954943" y="1400136"/>
            <a:ext cx="3195781" cy="1435139"/>
          </a:xfrm>
        </p:spPr>
        <p:txBody>
          <a:bodyPr anchor="b">
            <a:normAutofit/>
          </a:bodyPr>
          <a:lstStyle>
            <a:lvl1pPr algn="l">
              <a:defRPr sz="2976"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5413929" y="945092"/>
            <a:ext cx="2668317" cy="37803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323"/>
            </a:lvl1pPr>
            <a:lvl2pPr marL="378013" indent="0">
              <a:buNone/>
              <a:defRPr sz="1323"/>
            </a:lvl2pPr>
            <a:lvl3pPr marL="756026" indent="0">
              <a:buNone/>
              <a:defRPr sz="1323"/>
            </a:lvl3pPr>
            <a:lvl4pPr marL="1134039" indent="0">
              <a:buNone/>
              <a:defRPr sz="1323"/>
            </a:lvl4pPr>
            <a:lvl5pPr marL="1512052" indent="0">
              <a:buNone/>
              <a:defRPr sz="1323"/>
            </a:lvl5pPr>
            <a:lvl6pPr marL="1890065" indent="0">
              <a:buNone/>
              <a:defRPr sz="1323"/>
            </a:lvl6pPr>
            <a:lvl7pPr marL="2268078" indent="0">
              <a:buNone/>
              <a:defRPr sz="1323"/>
            </a:lvl7pPr>
            <a:lvl8pPr marL="2646091" indent="0">
              <a:buNone/>
              <a:defRPr sz="1323"/>
            </a:lvl8pPr>
            <a:lvl9pPr marL="3024104" indent="0">
              <a:buNone/>
              <a:defRPr sz="1323"/>
            </a:lvl9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bwMode="gray">
          <a:xfrm>
            <a:off x="954942" y="3024293"/>
            <a:ext cx="3190885" cy="1134110"/>
          </a:xfrm>
        </p:spPr>
        <p:txBody>
          <a:bodyPr>
            <a:normAutofit/>
          </a:bodyPr>
          <a:lstStyle>
            <a:lvl1pPr marL="0" indent="0">
              <a:buNone/>
              <a:defRPr sz="1158">
                <a:solidFill>
                  <a:schemeClr val="accent1">
                    <a:lumMod val="60000"/>
                    <a:lumOff val="40000"/>
                  </a:schemeClr>
                </a:solidFill>
              </a:defRPr>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sp>
        <p:nvSpPr>
          <p:cNvPr id="5" name="Date Placeholder 4"/>
          <p:cNvSpPr>
            <a:spLocks noGrp="1"/>
          </p:cNvSpPr>
          <p:nvPr>
            <p:ph type="dt" sz="half" idx="10"/>
          </p:nvPr>
        </p:nvSpPr>
        <p:spPr/>
        <p:txBody>
          <a:bodyPr/>
          <a:lstStyle/>
          <a:p>
            <a:fld id="{7A289763-DFFE-46EF-A51F-6AEF0DF878E0}" type="datetimeFigureOut">
              <a:rPr lang="en-GB" smtClean="0"/>
              <a:t>24/02/2025</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8630222" y="0"/>
            <a:ext cx="567035" cy="94509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2154717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0080625" cy="567055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954943" y="4109394"/>
            <a:ext cx="7297257" cy="468608"/>
          </a:xfrm>
        </p:spPr>
        <p:txBody>
          <a:bodyPr anchor="b">
            <a:normAutofit/>
          </a:bodyPr>
          <a:lstStyle>
            <a:lvl1pPr algn="l">
              <a:defRPr sz="1984"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954943" y="567055"/>
            <a:ext cx="7297257" cy="2835275"/>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323"/>
            </a:lvl1pPr>
            <a:lvl2pPr marL="378013" indent="0">
              <a:buNone/>
              <a:defRPr sz="1323"/>
            </a:lvl2pPr>
            <a:lvl3pPr marL="756026" indent="0">
              <a:buNone/>
              <a:defRPr sz="1323"/>
            </a:lvl3pPr>
            <a:lvl4pPr marL="1134039" indent="0">
              <a:buNone/>
              <a:defRPr sz="1323"/>
            </a:lvl4pPr>
            <a:lvl5pPr marL="1512052" indent="0">
              <a:buNone/>
              <a:defRPr sz="1323"/>
            </a:lvl5pPr>
            <a:lvl6pPr marL="1890065" indent="0">
              <a:buNone/>
              <a:defRPr sz="1323"/>
            </a:lvl6pPr>
            <a:lvl7pPr marL="2268078" indent="0">
              <a:buNone/>
              <a:defRPr sz="1323"/>
            </a:lvl7pPr>
            <a:lvl8pPr marL="2646091" indent="0">
              <a:buNone/>
              <a:defRPr sz="1323"/>
            </a:lvl8pPr>
            <a:lvl9pPr marL="3024104" indent="0">
              <a:buNone/>
              <a:defRPr sz="1323"/>
            </a:lvl9pPr>
          </a:lstStyle>
          <a:p>
            <a:r>
              <a:rPr lang="en-GB"/>
              <a:t>Click icon to add picture</a:t>
            </a:r>
            <a:endParaRPr lang="en-US" dirty="0"/>
          </a:p>
        </p:txBody>
      </p:sp>
      <p:sp>
        <p:nvSpPr>
          <p:cNvPr id="4" name="Text Placeholder 3"/>
          <p:cNvSpPr>
            <a:spLocks noGrp="1"/>
          </p:cNvSpPr>
          <p:nvPr>
            <p:ph type="body" sz="half" idx="2"/>
          </p:nvPr>
        </p:nvSpPr>
        <p:spPr>
          <a:xfrm>
            <a:off x="954943" y="4578002"/>
            <a:ext cx="7297256" cy="408227"/>
          </a:xfrm>
        </p:spPr>
        <p:txBody>
          <a:bodyPr>
            <a:normAutofit/>
          </a:bodyPr>
          <a:lstStyle>
            <a:lvl1pPr marL="0" indent="0">
              <a:buNone/>
              <a:defRPr sz="992">
                <a:solidFill>
                  <a:schemeClr val="accent1">
                    <a:lumMod val="60000"/>
                    <a:lumOff val="40000"/>
                  </a:schemeClr>
                </a:solidFill>
              </a:defRPr>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sp>
        <p:nvSpPr>
          <p:cNvPr id="5" name="Date Placeholder 4"/>
          <p:cNvSpPr>
            <a:spLocks noGrp="1"/>
          </p:cNvSpPr>
          <p:nvPr>
            <p:ph type="dt" sz="half" idx="10"/>
          </p:nvPr>
        </p:nvSpPr>
        <p:spPr/>
        <p:txBody>
          <a:bodyPr/>
          <a:lstStyle/>
          <a:p>
            <a:fld id="{7A289763-DFFE-46EF-A51F-6AEF0DF878E0}" type="datetimeFigureOut">
              <a:rPr lang="en-GB" smtClean="0"/>
              <a:t>24/02/2025</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8630222" y="0"/>
            <a:ext cx="567035" cy="94509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2304686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0080625" cy="567055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949852" y="879288"/>
            <a:ext cx="7302348" cy="1135256"/>
          </a:xfrm>
        </p:spPr>
        <p:txBody>
          <a:bodyPr/>
          <a:lstStyle>
            <a:lvl1pPr>
              <a:defRPr sz="3307"/>
            </a:lvl1pPr>
          </a:lstStyle>
          <a:p>
            <a:r>
              <a:rPr lang="en-GB"/>
              <a:t>Click to edit Master title style</a:t>
            </a:r>
            <a:endParaRPr lang="en-US" dirty="0"/>
          </a:p>
        </p:txBody>
      </p:sp>
      <p:sp>
        <p:nvSpPr>
          <p:cNvPr id="8" name="Text Placeholder 3"/>
          <p:cNvSpPr>
            <a:spLocks noGrp="1"/>
          </p:cNvSpPr>
          <p:nvPr>
            <p:ph type="body" sz="half" idx="2"/>
          </p:nvPr>
        </p:nvSpPr>
        <p:spPr>
          <a:xfrm>
            <a:off x="954943" y="2929784"/>
            <a:ext cx="7297257" cy="2047699"/>
          </a:xfrm>
        </p:spPr>
        <p:txBody>
          <a:bodyPr anchor="ctr">
            <a:normAutofit/>
          </a:bodyPr>
          <a:lstStyle>
            <a:lvl1pPr marL="0" indent="0">
              <a:buNone/>
              <a:defRPr sz="1488"/>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sp>
        <p:nvSpPr>
          <p:cNvPr id="4" name="Date Placeholder 3"/>
          <p:cNvSpPr>
            <a:spLocks noGrp="1"/>
          </p:cNvSpPr>
          <p:nvPr>
            <p:ph type="dt" sz="half" idx="10"/>
          </p:nvPr>
        </p:nvSpPr>
        <p:spPr/>
        <p:txBody>
          <a:bodyPr/>
          <a:lstStyle/>
          <a:p>
            <a:fld id="{7A289763-DFFE-46EF-A51F-6AEF0DF878E0}" type="datetimeFigureOut">
              <a:rPr lang="en-GB" smtClean="0"/>
              <a:t>24/02/2025</a:t>
            </a:fld>
            <a:endParaRPr lang="en-GB"/>
          </a:p>
        </p:txBody>
      </p:sp>
      <p:sp>
        <p:nvSpPr>
          <p:cNvPr id="5" name="Footer Placeholder 4"/>
          <p:cNvSpPr>
            <a:spLocks noGrp="1"/>
          </p:cNvSpPr>
          <p:nvPr>
            <p:ph type="ftr" sz="quarter" idx="11"/>
          </p:nvPr>
        </p:nvSpPr>
        <p:spPr/>
        <p:txBody>
          <a:bodyPr/>
          <a:lstStyle/>
          <a:p>
            <a:endParaRPr lang="en-GB"/>
          </a:p>
        </p:txBody>
      </p:sp>
      <p:sp>
        <p:nvSpPr>
          <p:cNvPr id="13" name="Rectangle 12"/>
          <p:cNvSpPr/>
          <p:nvPr/>
        </p:nvSpPr>
        <p:spPr>
          <a:xfrm>
            <a:off x="8630222" y="0"/>
            <a:ext cx="567035" cy="94509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1061672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0080625" cy="567055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728899" y="502177"/>
            <a:ext cx="663039" cy="1313758"/>
          </a:xfrm>
          <a:prstGeom prst="rect">
            <a:avLst/>
          </a:prstGeom>
          <a:noFill/>
        </p:spPr>
        <p:txBody>
          <a:bodyPr wrap="square" rtlCol="0">
            <a:spAutoFit/>
          </a:bodyPr>
          <a:lstStyle/>
          <a:p>
            <a:pPr algn="r"/>
            <a:r>
              <a:rPr lang="en-US" sz="7937" b="0" i="0" dirty="0">
                <a:solidFill>
                  <a:schemeClr val="accent1">
                    <a:lumMod val="60000"/>
                    <a:lumOff val="40000"/>
                  </a:schemeClr>
                </a:solidFill>
                <a:latin typeface="Arial"/>
                <a:cs typeface="Arial"/>
              </a:rPr>
              <a:t>“</a:t>
            </a:r>
          </a:p>
        </p:txBody>
      </p:sp>
      <p:sp>
        <p:nvSpPr>
          <p:cNvPr id="13" name="TextBox 12"/>
          <p:cNvSpPr txBox="1"/>
          <p:nvPr/>
        </p:nvSpPr>
        <p:spPr bwMode="gray">
          <a:xfrm>
            <a:off x="8172697" y="2161215"/>
            <a:ext cx="539719" cy="1313758"/>
          </a:xfrm>
          <a:prstGeom prst="rect">
            <a:avLst/>
          </a:prstGeom>
          <a:noFill/>
        </p:spPr>
        <p:txBody>
          <a:bodyPr wrap="square" rtlCol="0">
            <a:spAutoFit/>
          </a:bodyPr>
          <a:lstStyle/>
          <a:p>
            <a:pPr algn="r"/>
            <a:r>
              <a:rPr lang="en-US" sz="7937"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307933" y="812079"/>
            <a:ext cx="6989883" cy="2229715"/>
          </a:xfrm>
        </p:spPr>
        <p:txBody>
          <a:bodyPr/>
          <a:lstStyle>
            <a:lvl1pPr>
              <a:defRPr sz="3307"/>
            </a:lvl1pPr>
          </a:lstStyle>
          <a:p>
            <a:r>
              <a:rPr lang="en-GB"/>
              <a:t>Click to edit Master title style</a:t>
            </a:r>
            <a:endParaRPr lang="en-US" dirty="0"/>
          </a:p>
        </p:txBody>
      </p:sp>
      <p:sp>
        <p:nvSpPr>
          <p:cNvPr id="14" name="Text Placeholder 3"/>
          <p:cNvSpPr>
            <a:spLocks noGrp="1"/>
          </p:cNvSpPr>
          <p:nvPr>
            <p:ph type="body" sz="half" idx="13"/>
          </p:nvPr>
        </p:nvSpPr>
        <p:spPr bwMode="gray">
          <a:xfrm>
            <a:off x="1608952" y="3041795"/>
            <a:ext cx="6392349" cy="282927"/>
          </a:xfrm>
        </p:spPr>
        <p:txBody>
          <a:bodyPr anchor="t">
            <a:normAutofit/>
          </a:bodyPr>
          <a:lstStyle>
            <a:lvl1pPr marL="0" indent="0">
              <a:buNone/>
              <a:defRPr lang="en-US" sz="1158" b="0" i="0" kern="1200" cap="small" dirty="0">
                <a:solidFill>
                  <a:schemeClr val="accent1">
                    <a:lumMod val="60000"/>
                    <a:lumOff val="40000"/>
                  </a:schemeClr>
                </a:solidFill>
                <a:latin typeface="+mn-lt"/>
                <a:ea typeface="+mn-ea"/>
              </a:defRPr>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sp>
        <p:nvSpPr>
          <p:cNvPr id="10" name="Text Placeholder 3"/>
          <p:cNvSpPr>
            <a:spLocks noGrp="1"/>
          </p:cNvSpPr>
          <p:nvPr>
            <p:ph type="body" sz="half" idx="2"/>
          </p:nvPr>
        </p:nvSpPr>
        <p:spPr>
          <a:xfrm>
            <a:off x="954943" y="4158403"/>
            <a:ext cx="7643893" cy="825080"/>
          </a:xfrm>
        </p:spPr>
        <p:txBody>
          <a:bodyPr anchor="ctr">
            <a:normAutofit/>
          </a:bodyPr>
          <a:lstStyle>
            <a:lvl1pPr marL="0" indent="0">
              <a:buNone/>
              <a:defRPr sz="1158"/>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sp>
        <p:nvSpPr>
          <p:cNvPr id="4" name="Date Placeholder 3"/>
          <p:cNvSpPr>
            <a:spLocks noGrp="1"/>
          </p:cNvSpPr>
          <p:nvPr>
            <p:ph type="dt" sz="half" idx="10"/>
          </p:nvPr>
        </p:nvSpPr>
        <p:spPr/>
        <p:txBody>
          <a:bodyPr/>
          <a:lstStyle/>
          <a:p>
            <a:fld id="{7A289763-DFFE-46EF-A51F-6AEF0DF878E0}" type="datetimeFigureOut">
              <a:rPr lang="en-GB" smtClean="0"/>
              <a:t>24/02/2025</a:t>
            </a:fld>
            <a:endParaRPr lang="en-GB"/>
          </a:p>
        </p:txBody>
      </p:sp>
      <p:sp>
        <p:nvSpPr>
          <p:cNvPr id="5" name="Footer Placeholder 4"/>
          <p:cNvSpPr>
            <a:spLocks noGrp="1"/>
          </p:cNvSpPr>
          <p:nvPr>
            <p:ph type="ftr" sz="quarter" idx="11"/>
          </p:nvPr>
        </p:nvSpPr>
        <p:spPr/>
        <p:txBody>
          <a:bodyPr/>
          <a:lstStyle/>
          <a:p>
            <a:endParaRPr lang="en-GB"/>
          </a:p>
        </p:txBody>
      </p:sp>
      <p:sp>
        <p:nvSpPr>
          <p:cNvPr id="19" name="Rectangle 18"/>
          <p:cNvSpPr/>
          <p:nvPr/>
        </p:nvSpPr>
        <p:spPr>
          <a:xfrm>
            <a:off x="8630222" y="0"/>
            <a:ext cx="567035" cy="94509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3608848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0080625" cy="567055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954942" y="1960190"/>
            <a:ext cx="7297258" cy="1506949"/>
          </a:xfrm>
        </p:spPr>
        <p:txBody>
          <a:bodyPr anchor="b"/>
          <a:lstStyle>
            <a:lvl1pPr algn="l">
              <a:defRPr sz="3307" b="0" cap="none"/>
            </a:lvl1pPr>
          </a:lstStyle>
          <a:p>
            <a:r>
              <a:rPr lang="en-GB"/>
              <a:t>Click to edit Master title style</a:t>
            </a:r>
            <a:endParaRPr lang="en-US" dirty="0"/>
          </a:p>
        </p:txBody>
      </p:sp>
      <p:sp>
        <p:nvSpPr>
          <p:cNvPr id="3" name="Text Placeholder 2"/>
          <p:cNvSpPr>
            <a:spLocks noGrp="1"/>
          </p:cNvSpPr>
          <p:nvPr>
            <p:ph type="body" idx="1"/>
          </p:nvPr>
        </p:nvSpPr>
        <p:spPr>
          <a:xfrm>
            <a:off x="954943" y="4154903"/>
            <a:ext cx="7297257" cy="711423"/>
          </a:xfrm>
        </p:spPr>
        <p:txBody>
          <a:bodyPr anchor="t"/>
          <a:lstStyle>
            <a:lvl1pPr marL="0" indent="0" algn="l">
              <a:buNone/>
              <a:defRPr sz="1654" cap="none">
                <a:solidFill>
                  <a:schemeClr val="accent1">
                    <a:lumMod val="60000"/>
                    <a:lumOff val="40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A289763-DFFE-46EF-A51F-6AEF0DF878E0}" type="datetimeFigureOut">
              <a:rPr lang="en-GB" smtClean="0"/>
              <a:t>24/02/2025</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8630222" y="0"/>
            <a:ext cx="567035" cy="94509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3867072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954943" y="805079"/>
            <a:ext cx="7297257" cy="584554"/>
          </a:xfrm>
        </p:spPr>
        <p:txBody>
          <a:bodyPr/>
          <a:lstStyle>
            <a:lvl1pPr>
              <a:defRPr sz="2976"/>
            </a:lvl1pPr>
          </a:lstStyle>
          <a:p>
            <a:r>
              <a:rPr lang="en-GB"/>
              <a:t>Click to edit Master title style</a:t>
            </a:r>
            <a:endParaRPr lang="en-US" dirty="0"/>
          </a:p>
        </p:txBody>
      </p:sp>
      <p:sp>
        <p:nvSpPr>
          <p:cNvPr id="3" name="Text Placeholder 2"/>
          <p:cNvSpPr>
            <a:spLocks noGrp="1"/>
          </p:cNvSpPr>
          <p:nvPr>
            <p:ph type="body" idx="1"/>
          </p:nvPr>
        </p:nvSpPr>
        <p:spPr>
          <a:xfrm>
            <a:off x="954942" y="2152711"/>
            <a:ext cx="2597777" cy="476483"/>
          </a:xfrm>
        </p:spPr>
        <p:txBody>
          <a:bodyPr anchor="b">
            <a:noAutofit/>
          </a:bodyPr>
          <a:lstStyle>
            <a:lvl1pPr marL="0" indent="0">
              <a:buNone/>
              <a:defRPr sz="1984" b="0">
                <a:solidFill>
                  <a:schemeClr val="accent1">
                    <a:lumMod val="60000"/>
                    <a:lumOff val="40000"/>
                  </a:schemeClr>
                </a:solidFill>
              </a:defRPr>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16" name="Text Placeholder 3"/>
          <p:cNvSpPr>
            <a:spLocks noGrp="1"/>
          </p:cNvSpPr>
          <p:nvPr>
            <p:ph type="body" sz="half" idx="15"/>
          </p:nvPr>
        </p:nvSpPr>
        <p:spPr>
          <a:xfrm>
            <a:off x="954942" y="2629194"/>
            <a:ext cx="2597778" cy="2354289"/>
          </a:xfrm>
        </p:spPr>
        <p:txBody>
          <a:bodyPr anchor="t">
            <a:normAutofit/>
          </a:bodyPr>
          <a:lstStyle>
            <a:lvl1pPr marL="0" indent="0">
              <a:buNone/>
              <a:defRPr sz="1158"/>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sp>
        <p:nvSpPr>
          <p:cNvPr id="5" name="Text Placeholder 4"/>
          <p:cNvSpPr>
            <a:spLocks noGrp="1"/>
          </p:cNvSpPr>
          <p:nvPr>
            <p:ph type="body" sz="quarter" idx="3"/>
          </p:nvPr>
        </p:nvSpPr>
        <p:spPr>
          <a:xfrm>
            <a:off x="3731222" y="2152709"/>
            <a:ext cx="2602019" cy="476483"/>
          </a:xfrm>
        </p:spPr>
        <p:txBody>
          <a:bodyPr anchor="b">
            <a:noAutofit/>
          </a:bodyPr>
          <a:lstStyle>
            <a:lvl1pPr marL="0" indent="0">
              <a:buNone/>
              <a:defRPr sz="1984" b="0">
                <a:solidFill>
                  <a:schemeClr val="accent1">
                    <a:lumMod val="60000"/>
                    <a:lumOff val="40000"/>
                  </a:schemeClr>
                </a:solidFill>
              </a:defRPr>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19" name="Text Placeholder 3"/>
          <p:cNvSpPr>
            <a:spLocks noGrp="1"/>
          </p:cNvSpPr>
          <p:nvPr>
            <p:ph type="body" sz="half" idx="16"/>
          </p:nvPr>
        </p:nvSpPr>
        <p:spPr>
          <a:xfrm>
            <a:off x="3731222" y="2629194"/>
            <a:ext cx="2602019" cy="2354289"/>
          </a:xfrm>
        </p:spPr>
        <p:txBody>
          <a:bodyPr anchor="t">
            <a:normAutofit/>
          </a:bodyPr>
          <a:lstStyle>
            <a:lvl1pPr marL="0" indent="0">
              <a:buNone/>
              <a:defRPr sz="1158"/>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sp>
        <p:nvSpPr>
          <p:cNvPr id="14" name="Text Placeholder 4"/>
          <p:cNvSpPr>
            <a:spLocks noGrp="1"/>
          </p:cNvSpPr>
          <p:nvPr>
            <p:ph type="body" sz="quarter" idx="13"/>
          </p:nvPr>
        </p:nvSpPr>
        <p:spPr>
          <a:xfrm>
            <a:off x="6522091" y="2152710"/>
            <a:ext cx="2600962" cy="476483"/>
          </a:xfrm>
        </p:spPr>
        <p:txBody>
          <a:bodyPr anchor="b">
            <a:noAutofit/>
          </a:bodyPr>
          <a:lstStyle>
            <a:lvl1pPr marL="0" indent="0">
              <a:buNone/>
              <a:defRPr sz="1984" b="0">
                <a:solidFill>
                  <a:schemeClr val="accent1">
                    <a:lumMod val="60000"/>
                    <a:lumOff val="40000"/>
                  </a:schemeClr>
                </a:solidFill>
              </a:defRPr>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20" name="Text Placeholder 3"/>
          <p:cNvSpPr>
            <a:spLocks noGrp="1"/>
          </p:cNvSpPr>
          <p:nvPr>
            <p:ph type="body" sz="half" idx="17"/>
          </p:nvPr>
        </p:nvSpPr>
        <p:spPr>
          <a:xfrm>
            <a:off x="6522251" y="2629193"/>
            <a:ext cx="2600801" cy="2354289"/>
          </a:xfrm>
        </p:spPr>
        <p:txBody>
          <a:bodyPr anchor="t">
            <a:normAutofit/>
          </a:bodyPr>
          <a:lstStyle>
            <a:lvl1pPr marL="0" indent="0">
              <a:buNone/>
              <a:defRPr sz="1158"/>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cxnSp>
        <p:nvCxnSpPr>
          <p:cNvPr id="17" name="Straight Connector 16"/>
          <p:cNvCxnSpPr/>
          <p:nvPr/>
        </p:nvCxnSpPr>
        <p:spPr>
          <a:xfrm>
            <a:off x="3641304" y="2124706"/>
            <a:ext cx="0" cy="288777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426399" y="2124706"/>
            <a:ext cx="0" cy="288777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A289763-DFFE-46EF-A51F-6AEF0DF878E0}" type="datetimeFigureOut">
              <a:rPr lang="en-GB" smtClean="0"/>
              <a:t>24/02/2025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578864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954943" y="805079"/>
            <a:ext cx="7297257" cy="584554"/>
          </a:xfrm>
        </p:spPr>
        <p:txBody>
          <a:bodyPr/>
          <a:lstStyle>
            <a:lvl1pPr>
              <a:defRPr sz="2976"/>
            </a:lvl1pPr>
          </a:lstStyle>
          <a:p>
            <a:r>
              <a:rPr lang="en-GB"/>
              <a:t>Click to edit Master title style</a:t>
            </a:r>
            <a:endParaRPr lang="en-US" dirty="0"/>
          </a:p>
        </p:txBody>
      </p:sp>
      <p:sp>
        <p:nvSpPr>
          <p:cNvPr id="3" name="Text Placeholder 2"/>
          <p:cNvSpPr>
            <a:spLocks noGrp="1"/>
          </p:cNvSpPr>
          <p:nvPr>
            <p:ph type="body" idx="1"/>
          </p:nvPr>
        </p:nvSpPr>
        <p:spPr>
          <a:xfrm>
            <a:off x="954942" y="3747991"/>
            <a:ext cx="2522172" cy="476483"/>
          </a:xfrm>
        </p:spPr>
        <p:txBody>
          <a:bodyPr anchor="b">
            <a:noAutofit/>
          </a:bodyPr>
          <a:lstStyle>
            <a:lvl1pPr marL="0" indent="0">
              <a:buNone/>
              <a:defRPr sz="1984" b="0">
                <a:solidFill>
                  <a:schemeClr val="accent1">
                    <a:lumMod val="60000"/>
                    <a:lumOff val="40000"/>
                  </a:schemeClr>
                </a:solidFill>
              </a:defRPr>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19" name="Picture Placeholder 2"/>
          <p:cNvSpPr>
            <a:spLocks noGrp="1" noChangeAspect="1"/>
          </p:cNvSpPr>
          <p:nvPr>
            <p:ph type="pic" idx="15"/>
          </p:nvPr>
        </p:nvSpPr>
        <p:spPr>
          <a:xfrm>
            <a:off x="1103439" y="2152709"/>
            <a:ext cx="2225181" cy="131594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323"/>
            </a:lvl1pPr>
            <a:lvl2pPr marL="378013" indent="0">
              <a:buNone/>
              <a:defRPr sz="1323"/>
            </a:lvl2pPr>
            <a:lvl3pPr marL="756026" indent="0">
              <a:buNone/>
              <a:defRPr sz="1323"/>
            </a:lvl3pPr>
            <a:lvl4pPr marL="1134039" indent="0">
              <a:buNone/>
              <a:defRPr sz="1323"/>
            </a:lvl4pPr>
            <a:lvl5pPr marL="1512052" indent="0">
              <a:buNone/>
              <a:defRPr sz="1323"/>
            </a:lvl5pPr>
            <a:lvl6pPr marL="1890065" indent="0">
              <a:buNone/>
              <a:defRPr sz="1323"/>
            </a:lvl6pPr>
            <a:lvl7pPr marL="2268078" indent="0">
              <a:buNone/>
              <a:defRPr sz="1323"/>
            </a:lvl7pPr>
            <a:lvl8pPr marL="2646091" indent="0">
              <a:buNone/>
              <a:defRPr sz="1323"/>
            </a:lvl8pPr>
            <a:lvl9pPr marL="3024104" indent="0">
              <a:buNone/>
              <a:defRPr sz="1323"/>
            </a:lvl9pPr>
          </a:lstStyle>
          <a:p>
            <a:r>
              <a:rPr lang="en-GB"/>
              <a:t>Click icon to add picture</a:t>
            </a:r>
            <a:endParaRPr lang="en-US" dirty="0"/>
          </a:p>
        </p:txBody>
      </p:sp>
      <p:sp>
        <p:nvSpPr>
          <p:cNvPr id="22" name="Text Placeholder 3"/>
          <p:cNvSpPr>
            <a:spLocks noGrp="1"/>
          </p:cNvSpPr>
          <p:nvPr>
            <p:ph type="body" sz="half" idx="18"/>
          </p:nvPr>
        </p:nvSpPr>
        <p:spPr>
          <a:xfrm>
            <a:off x="954942" y="4224474"/>
            <a:ext cx="2522172" cy="759010"/>
          </a:xfrm>
        </p:spPr>
        <p:txBody>
          <a:bodyPr anchor="t">
            <a:normAutofit/>
          </a:bodyPr>
          <a:lstStyle>
            <a:lvl1pPr marL="0" indent="0">
              <a:buNone/>
              <a:defRPr sz="1158"/>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sp>
        <p:nvSpPr>
          <p:cNvPr id="5" name="Text Placeholder 4"/>
          <p:cNvSpPr>
            <a:spLocks noGrp="1"/>
          </p:cNvSpPr>
          <p:nvPr>
            <p:ph type="body" sz="quarter" idx="3"/>
          </p:nvPr>
        </p:nvSpPr>
        <p:spPr>
          <a:xfrm>
            <a:off x="3777642" y="3747991"/>
            <a:ext cx="2522172" cy="476484"/>
          </a:xfrm>
        </p:spPr>
        <p:txBody>
          <a:bodyPr anchor="b">
            <a:noAutofit/>
          </a:bodyPr>
          <a:lstStyle>
            <a:lvl1pPr marL="0" indent="0">
              <a:buNone/>
              <a:defRPr sz="1984" b="0">
                <a:solidFill>
                  <a:schemeClr val="accent1">
                    <a:lumMod val="60000"/>
                    <a:lumOff val="40000"/>
                  </a:schemeClr>
                </a:solidFill>
              </a:defRPr>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41" name="Picture Placeholder 2"/>
          <p:cNvSpPr>
            <a:spLocks noGrp="1" noChangeAspect="1"/>
          </p:cNvSpPr>
          <p:nvPr>
            <p:ph type="pic" idx="21"/>
          </p:nvPr>
        </p:nvSpPr>
        <p:spPr>
          <a:xfrm>
            <a:off x="3926138" y="2152709"/>
            <a:ext cx="2225181" cy="131594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323"/>
            </a:lvl1pPr>
            <a:lvl2pPr marL="378013" indent="0">
              <a:buNone/>
              <a:defRPr sz="1323"/>
            </a:lvl2pPr>
            <a:lvl3pPr marL="756026" indent="0">
              <a:buNone/>
              <a:defRPr sz="1323"/>
            </a:lvl3pPr>
            <a:lvl4pPr marL="1134039" indent="0">
              <a:buNone/>
              <a:defRPr sz="1323"/>
            </a:lvl4pPr>
            <a:lvl5pPr marL="1512052" indent="0">
              <a:buNone/>
              <a:defRPr sz="1323"/>
            </a:lvl5pPr>
            <a:lvl6pPr marL="1890065" indent="0">
              <a:buNone/>
              <a:defRPr sz="1323"/>
            </a:lvl6pPr>
            <a:lvl7pPr marL="2268078" indent="0">
              <a:buNone/>
              <a:defRPr sz="1323"/>
            </a:lvl7pPr>
            <a:lvl8pPr marL="2646091" indent="0">
              <a:buNone/>
              <a:defRPr sz="1323"/>
            </a:lvl8pPr>
            <a:lvl9pPr marL="3024104" indent="0">
              <a:buNone/>
              <a:defRPr sz="1323"/>
            </a:lvl9pPr>
          </a:lstStyle>
          <a:p>
            <a:r>
              <a:rPr lang="en-GB"/>
              <a:t>Click icon to add picture</a:t>
            </a:r>
            <a:endParaRPr lang="en-US" dirty="0"/>
          </a:p>
        </p:txBody>
      </p:sp>
      <p:sp>
        <p:nvSpPr>
          <p:cNvPr id="23" name="Text Placeholder 3"/>
          <p:cNvSpPr>
            <a:spLocks noGrp="1"/>
          </p:cNvSpPr>
          <p:nvPr>
            <p:ph type="body" sz="half" idx="19"/>
          </p:nvPr>
        </p:nvSpPr>
        <p:spPr>
          <a:xfrm>
            <a:off x="3778723" y="4224473"/>
            <a:ext cx="2522172" cy="759010"/>
          </a:xfrm>
        </p:spPr>
        <p:txBody>
          <a:bodyPr anchor="t">
            <a:normAutofit/>
          </a:bodyPr>
          <a:lstStyle>
            <a:lvl1pPr marL="0" indent="0">
              <a:buNone/>
              <a:defRPr sz="1158"/>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sp>
        <p:nvSpPr>
          <p:cNvPr id="14" name="Text Placeholder 4"/>
          <p:cNvSpPr>
            <a:spLocks noGrp="1"/>
          </p:cNvSpPr>
          <p:nvPr>
            <p:ph type="body" sz="quarter" idx="13"/>
          </p:nvPr>
        </p:nvSpPr>
        <p:spPr>
          <a:xfrm>
            <a:off x="6600342" y="3747991"/>
            <a:ext cx="2522715" cy="476483"/>
          </a:xfrm>
        </p:spPr>
        <p:txBody>
          <a:bodyPr anchor="b">
            <a:noAutofit/>
          </a:bodyPr>
          <a:lstStyle>
            <a:lvl1pPr marL="0" indent="0">
              <a:buNone/>
              <a:defRPr sz="1984" b="0">
                <a:solidFill>
                  <a:schemeClr val="accent1">
                    <a:lumMod val="60000"/>
                    <a:lumOff val="40000"/>
                  </a:schemeClr>
                </a:solidFill>
              </a:defRPr>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42" name="Picture Placeholder 2"/>
          <p:cNvSpPr>
            <a:spLocks noGrp="1" noChangeAspect="1"/>
          </p:cNvSpPr>
          <p:nvPr>
            <p:ph type="pic" idx="22"/>
          </p:nvPr>
        </p:nvSpPr>
        <p:spPr>
          <a:xfrm>
            <a:off x="6749381" y="2152709"/>
            <a:ext cx="2225181" cy="131594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323"/>
            </a:lvl1pPr>
            <a:lvl2pPr marL="378013" indent="0">
              <a:buNone/>
              <a:defRPr sz="1323"/>
            </a:lvl2pPr>
            <a:lvl3pPr marL="756026" indent="0">
              <a:buNone/>
              <a:defRPr sz="1323"/>
            </a:lvl3pPr>
            <a:lvl4pPr marL="1134039" indent="0">
              <a:buNone/>
              <a:defRPr sz="1323"/>
            </a:lvl4pPr>
            <a:lvl5pPr marL="1512052" indent="0">
              <a:buNone/>
              <a:defRPr sz="1323"/>
            </a:lvl5pPr>
            <a:lvl6pPr marL="1890065" indent="0">
              <a:buNone/>
              <a:defRPr sz="1323"/>
            </a:lvl6pPr>
            <a:lvl7pPr marL="2268078" indent="0">
              <a:buNone/>
              <a:defRPr sz="1323"/>
            </a:lvl7pPr>
            <a:lvl8pPr marL="2646091" indent="0">
              <a:buNone/>
              <a:defRPr sz="1323"/>
            </a:lvl8pPr>
            <a:lvl9pPr marL="3024104" indent="0">
              <a:buNone/>
              <a:defRPr sz="1323"/>
            </a:lvl9pPr>
          </a:lstStyle>
          <a:p>
            <a:r>
              <a:rPr lang="en-GB"/>
              <a:t>Click icon to add picture</a:t>
            </a:r>
            <a:endParaRPr lang="en-US" dirty="0"/>
          </a:p>
        </p:txBody>
      </p:sp>
      <p:sp>
        <p:nvSpPr>
          <p:cNvPr id="24" name="Text Placeholder 3"/>
          <p:cNvSpPr>
            <a:spLocks noGrp="1"/>
          </p:cNvSpPr>
          <p:nvPr>
            <p:ph type="body" sz="half" idx="20"/>
          </p:nvPr>
        </p:nvSpPr>
        <p:spPr>
          <a:xfrm>
            <a:off x="6600341" y="4224472"/>
            <a:ext cx="2522716" cy="759010"/>
          </a:xfrm>
        </p:spPr>
        <p:txBody>
          <a:bodyPr anchor="t">
            <a:normAutofit/>
          </a:bodyPr>
          <a:lstStyle>
            <a:lvl1pPr marL="0" indent="0">
              <a:buNone/>
              <a:defRPr sz="1158"/>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cxnSp>
        <p:nvCxnSpPr>
          <p:cNvPr id="43" name="Straight Connector 42"/>
          <p:cNvCxnSpPr/>
          <p:nvPr/>
        </p:nvCxnSpPr>
        <p:spPr>
          <a:xfrm>
            <a:off x="3642842" y="2124706"/>
            <a:ext cx="0" cy="288777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6447401" y="2124706"/>
            <a:ext cx="0" cy="288777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A289763-DFFE-46EF-A51F-6AEF0DF878E0}" type="datetimeFigureOut">
              <a:rPr lang="en-GB" smtClean="0"/>
              <a:t>24/02/2025</a:t>
            </a:fld>
            <a:endParaRPr lang="en-GB"/>
          </a:p>
        </p:txBody>
      </p:sp>
      <p:sp>
        <p:nvSpPr>
          <p:cNvPr id="8" name="Footer Placeholder 7"/>
          <p:cNvSpPr>
            <a:spLocks noGrp="1"/>
          </p:cNvSpPr>
          <p:nvPr>
            <p:ph type="ftr" sz="quarter" idx="11"/>
          </p:nvPr>
        </p:nvSpPr>
        <p:spPr>
          <a:xfrm>
            <a:off x="463939" y="5285104"/>
            <a:ext cx="3013176" cy="252025"/>
          </a:xfrm>
        </p:spPr>
        <p:txBody>
          <a:bodyPr/>
          <a:lstStyle/>
          <a:p>
            <a:endParaRPr lang="en-GB"/>
          </a:p>
        </p:txBody>
      </p:sp>
      <p:sp>
        <p:nvSpPr>
          <p:cNvPr id="9" name="Slide Number Placeholder 8"/>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22889323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954943" y="805079"/>
            <a:ext cx="7297257" cy="584554"/>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954943" y="2152709"/>
            <a:ext cx="7297257" cy="2824774"/>
          </a:xfrm>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843234" y="5285103"/>
            <a:ext cx="819050" cy="252024"/>
          </a:xfrm>
        </p:spPr>
        <p:txBody>
          <a:bodyPr/>
          <a:lstStyle/>
          <a:p>
            <a:fld id="{7A289763-DFFE-46EF-A51F-6AEF0DF878E0}" type="datetimeFigureOut">
              <a:rPr lang="en-GB" smtClean="0"/>
              <a:t>24/02/2025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21184065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0080625" cy="567055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7098470" y="1057103"/>
            <a:ext cx="1165791" cy="3926380"/>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954943" y="1057103"/>
            <a:ext cx="5172625" cy="39263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808231" y="5285103"/>
            <a:ext cx="820320" cy="252024"/>
          </a:xfrm>
        </p:spPr>
        <p:txBody>
          <a:bodyPr/>
          <a:lstStyle/>
          <a:p>
            <a:fld id="{7A289763-DFFE-46EF-A51F-6AEF0DF878E0}" type="datetimeFigureOut">
              <a:rPr lang="en-GB" smtClean="0"/>
              <a:t>24/02/2025</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8630222" y="0"/>
            <a:ext cx="567035" cy="94509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DAB0C3D-54E7-4E39-8ED3-26D789218102}" type="slidenum">
              <a:rPr lang="en-GB" smtClean="0"/>
              <a:t>‹#›</a:t>
            </a:fld>
            <a:endParaRPr lang="en-GB"/>
          </a:p>
        </p:txBody>
      </p:sp>
    </p:spTree>
    <p:extLst>
      <p:ext uri="{BB962C8B-B14F-4D97-AF65-F5344CB8AC3E}">
        <p14:creationId xmlns:p14="http://schemas.microsoft.com/office/powerpoint/2010/main" val="835909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0080625" cy="567055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954943" y="805079"/>
            <a:ext cx="7244137" cy="584554"/>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p:cNvSpPr>
            <a:spLocks noGrp="1"/>
          </p:cNvSpPr>
          <p:nvPr>
            <p:ph type="body" idx="1"/>
          </p:nvPr>
        </p:nvSpPr>
        <p:spPr>
          <a:xfrm>
            <a:off x="954943" y="2152709"/>
            <a:ext cx="7244137" cy="282477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808231" y="5285103"/>
            <a:ext cx="819050" cy="252024"/>
          </a:xfrm>
          <a:prstGeom prst="rect">
            <a:avLst/>
          </a:prstGeom>
        </p:spPr>
        <p:txBody>
          <a:bodyPr vert="horz" lIns="91440" tIns="45720" rIns="91440" bIns="45720" rtlCol="0" anchor="ctr"/>
          <a:lstStyle>
            <a:lvl1pPr algn="r">
              <a:defRPr sz="827" b="1" i="0">
                <a:solidFill>
                  <a:schemeClr val="accent1"/>
                </a:solidFill>
              </a:defRPr>
            </a:lvl1pPr>
          </a:lstStyle>
          <a:p>
            <a:fld id="{7A289763-DFFE-46EF-A51F-6AEF0DF878E0}" type="datetimeFigureOut">
              <a:rPr lang="en-GB" smtClean="0"/>
              <a:t>24/02/2025</a:t>
            </a:fld>
            <a:endParaRPr lang="en-GB"/>
          </a:p>
        </p:txBody>
      </p:sp>
      <p:sp>
        <p:nvSpPr>
          <p:cNvPr id="5" name="Footer Placeholder 4"/>
          <p:cNvSpPr>
            <a:spLocks noGrp="1"/>
          </p:cNvSpPr>
          <p:nvPr>
            <p:ph type="ftr" sz="quarter" idx="3"/>
          </p:nvPr>
        </p:nvSpPr>
        <p:spPr>
          <a:xfrm>
            <a:off x="463939" y="5285104"/>
            <a:ext cx="3191367" cy="252025"/>
          </a:xfrm>
          <a:prstGeom prst="rect">
            <a:avLst/>
          </a:prstGeom>
        </p:spPr>
        <p:txBody>
          <a:bodyPr vert="horz" lIns="91440" tIns="45720" rIns="91440" bIns="45720" rtlCol="0" anchor="ctr"/>
          <a:lstStyle>
            <a:lvl1pPr algn="l">
              <a:defRPr sz="827" b="1" i="0">
                <a:solidFill>
                  <a:schemeClr val="accent1"/>
                </a:solidFill>
              </a:defRPr>
            </a:lvl1pPr>
          </a:lstStyle>
          <a:p>
            <a:endParaRPr lang="en-GB"/>
          </a:p>
        </p:txBody>
      </p:sp>
      <p:sp>
        <p:nvSpPr>
          <p:cNvPr id="21" name="Rectangle 20"/>
          <p:cNvSpPr/>
          <p:nvPr/>
        </p:nvSpPr>
        <p:spPr>
          <a:xfrm>
            <a:off x="8630222" y="0"/>
            <a:ext cx="567035" cy="94509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8559718" y="244525"/>
            <a:ext cx="693042" cy="634763"/>
          </a:xfrm>
          <a:prstGeom prst="rect">
            <a:avLst/>
          </a:prstGeom>
        </p:spPr>
        <p:txBody>
          <a:bodyPr vert="horz" lIns="91440" tIns="45720" rIns="91440" bIns="45720" rtlCol="0" anchor="b"/>
          <a:lstStyle>
            <a:lvl1pPr algn="ctr">
              <a:defRPr sz="2315" b="0" i="0">
                <a:solidFill>
                  <a:schemeClr val="bg1"/>
                </a:solidFill>
              </a:defRPr>
            </a:lvl1pPr>
          </a:lstStyle>
          <a:p>
            <a:fld id="{3DAB0C3D-54E7-4E39-8ED3-26D789218102}" type="slidenum">
              <a:rPr lang="en-GB" smtClean="0"/>
              <a:t>‹#›</a:t>
            </a:fld>
            <a:endParaRPr lang="en-GB"/>
          </a:p>
        </p:txBody>
      </p:sp>
    </p:spTree>
    <p:extLst>
      <p:ext uri="{BB962C8B-B14F-4D97-AF65-F5344CB8AC3E}">
        <p14:creationId xmlns:p14="http://schemas.microsoft.com/office/powerpoint/2010/main" val="340697378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Lst>
  <p:txStyles>
    <p:titleStyle>
      <a:lvl1pPr algn="l" defTabSz="378013" rtl="0" eaLnBrk="1" latinLnBrk="0" hangingPunct="1">
        <a:spcBef>
          <a:spcPct val="0"/>
        </a:spcBef>
        <a:buNone/>
        <a:defRPr sz="2976"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3510" indent="-283510" algn="l" defTabSz="378013" rtl="0" eaLnBrk="1" latinLnBrk="0" hangingPunct="1">
        <a:spcBef>
          <a:spcPts val="827"/>
        </a:spcBef>
        <a:spcAft>
          <a:spcPts val="0"/>
        </a:spcAft>
        <a:buClr>
          <a:schemeClr val="accent1"/>
        </a:buClr>
        <a:buSzPct val="80000"/>
        <a:buFont typeface="Wingdings 3" charset="2"/>
        <a:buChar char=""/>
        <a:defRPr sz="1488" b="0" i="0" kern="1200">
          <a:solidFill>
            <a:schemeClr val="tx1">
              <a:lumMod val="75000"/>
              <a:lumOff val="25000"/>
            </a:schemeClr>
          </a:solidFill>
          <a:latin typeface="+mn-lt"/>
          <a:ea typeface="+mn-ea"/>
          <a:cs typeface="+mn-cs"/>
        </a:defRPr>
      </a:lvl1pPr>
      <a:lvl2pPr marL="614271" indent="-236258" algn="l" defTabSz="378013" rtl="0" eaLnBrk="1" latinLnBrk="0" hangingPunct="1">
        <a:spcBef>
          <a:spcPts val="827"/>
        </a:spcBef>
        <a:spcAft>
          <a:spcPts val="0"/>
        </a:spcAft>
        <a:buClr>
          <a:schemeClr val="accent1"/>
        </a:buClr>
        <a:buSzPct val="80000"/>
        <a:buFont typeface="Wingdings 3" charset="2"/>
        <a:buChar char=""/>
        <a:defRPr sz="1323" b="0" i="0" kern="1200">
          <a:solidFill>
            <a:schemeClr val="tx1">
              <a:lumMod val="75000"/>
              <a:lumOff val="25000"/>
            </a:schemeClr>
          </a:solidFill>
          <a:latin typeface="+mn-lt"/>
          <a:ea typeface="+mn-ea"/>
          <a:cs typeface="+mn-cs"/>
        </a:defRPr>
      </a:lvl2pPr>
      <a:lvl3pPr marL="945032" indent="-189006" algn="l" defTabSz="378013" rtl="0" eaLnBrk="1" latinLnBrk="0" hangingPunct="1">
        <a:spcBef>
          <a:spcPts val="827"/>
        </a:spcBef>
        <a:spcAft>
          <a:spcPts val="0"/>
        </a:spcAft>
        <a:buClr>
          <a:schemeClr val="accent1"/>
        </a:buClr>
        <a:buSzPct val="80000"/>
        <a:buFont typeface="Wingdings 3" charset="2"/>
        <a:buChar char=""/>
        <a:defRPr sz="1158" b="0" i="0" kern="1200">
          <a:solidFill>
            <a:schemeClr val="tx1">
              <a:lumMod val="75000"/>
              <a:lumOff val="25000"/>
            </a:schemeClr>
          </a:solidFill>
          <a:latin typeface="+mn-lt"/>
          <a:ea typeface="+mn-ea"/>
          <a:cs typeface="+mn-cs"/>
        </a:defRPr>
      </a:lvl3pPr>
      <a:lvl4pPr marL="1323045" indent="-189006" algn="l" defTabSz="378013" rtl="0" eaLnBrk="1" latinLnBrk="0" hangingPunct="1">
        <a:spcBef>
          <a:spcPts val="827"/>
        </a:spcBef>
        <a:spcAft>
          <a:spcPts val="0"/>
        </a:spcAft>
        <a:buClr>
          <a:schemeClr val="accent1"/>
        </a:buClr>
        <a:buSzPct val="80000"/>
        <a:buFont typeface="Wingdings 3" charset="2"/>
        <a:buChar char=""/>
        <a:defRPr sz="992" b="0" i="0" kern="1200">
          <a:solidFill>
            <a:schemeClr val="tx1">
              <a:lumMod val="75000"/>
              <a:lumOff val="25000"/>
            </a:schemeClr>
          </a:solidFill>
          <a:latin typeface="+mn-lt"/>
          <a:ea typeface="+mn-ea"/>
          <a:cs typeface="+mn-cs"/>
        </a:defRPr>
      </a:lvl4pPr>
      <a:lvl5pPr marL="1701058" indent="-189006" algn="l" defTabSz="378013" rtl="0" eaLnBrk="1" latinLnBrk="0" hangingPunct="1">
        <a:spcBef>
          <a:spcPts val="827"/>
        </a:spcBef>
        <a:spcAft>
          <a:spcPts val="0"/>
        </a:spcAft>
        <a:buClr>
          <a:schemeClr val="accent1"/>
        </a:buClr>
        <a:buSzPct val="80000"/>
        <a:buFont typeface="Wingdings 3" charset="2"/>
        <a:buChar char=""/>
        <a:defRPr sz="992" b="0" i="0" kern="1200">
          <a:solidFill>
            <a:schemeClr val="tx1">
              <a:lumMod val="75000"/>
              <a:lumOff val="25000"/>
            </a:schemeClr>
          </a:solidFill>
          <a:latin typeface="+mn-lt"/>
          <a:ea typeface="+mn-ea"/>
          <a:cs typeface="+mn-cs"/>
        </a:defRPr>
      </a:lvl5pPr>
      <a:lvl6pPr marL="2079071" indent="-189006" algn="l" defTabSz="378013" rtl="0" eaLnBrk="1" latinLnBrk="0" hangingPunct="1">
        <a:spcBef>
          <a:spcPts val="827"/>
        </a:spcBef>
        <a:spcAft>
          <a:spcPts val="0"/>
        </a:spcAft>
        <a:buClr>
          <a:schemeClr val="accent1"/>
        </a:buClr>
        <a:buSzPct val="80000"/>
        <a:buFont typeface="Wingdings 3" charset="2"/>
        <a:buChar char=""/>
        <a:defRPr sz="992" b="0" i="0" kern="1200">
          <a:solidFill>
            <a:schemeClr val="tx1">
              <a:lumMod val="75000"/>
              <a:lumOff val="25000"/>
            </a:schemeClr>
          </a:solidFill>
          <a:latin typeface="+mn-lt"/>
          <a:ea typeface="+mn-ea"/>
          <a:cs typeface="+mn-cs"/>
        </a:defRPr>
      </a:lvl6pPr>
      <a:lvl7pPr marL="2457084" indent="-189006" algn="l" defTabSz="378013" rtl="0" eaLnBrk="1" latinLnBrk="0" hangingPunct="1">
        <a:spcBef>
          <a:spcPts val="827"/>
        </a:spcBef>
        <a:spcAft>
          <a:spcPts val="0"/>
        </a:spcAft>
        <a:buClr>
          <a:schemeClr val="accent1"/>
        </a:buClr>
        <a:buSzPct val="80000"/>
        <a:buFont typeface="Wingdings 3" charset="2"/>
        <a:buChar char=""/>
        <a:defRPr sz="992" b="0" i="0" kern="1200">
          <a:solidFill>
            <a:schemeClr val="tx1">
              <a:lumMod val="75000"/>
              <a:lumOff val="25000"/>
            </a:schemeClr>
          </a:solidFill>
          <a:latin typeface="+mn-lt"/>
          <a:ea typeface="+mn-ea"/>
          <a:cs typeface="+mn-cs"/>
        </a:defRPr>
      </a:lvl7pPr>
      <a:lvl8pPr marL="2835097" indent="-189006" algn="l" defTabSz="378013" rtl="0" eaLnBrk="1" latinLnBrk="0" hangingPunct="1">
        <a:spcBef>
          <a:spcPts val="827"/>
        </a:spcBef>
        <a:spcAft>
          <a:spcPts val="0"/>
        </a:spcAft>
        <a:buClr>
          <a:schemeClr val="accent1"/>
        </a:buClr>
        <a:buSzPct val="80000"/>
        <a:buFont typeface="Wingdings 3" charset="2"/>
        <a:buChar char=""/>
        <a:defRPr sz="992" b="0" i="0" kern="1200">
          <a:solidFill>
            <a:schemeClr val="tx1">
              <a:lumMod val="75000"/>
              <a:lumOff val="25000"/>
            </a:schemeClr>
          </a:solidFill>
          <a:latin typeface="+mn-lt"/>
          <a:ea typeface="+mn-ea"/>
          <a:cs typeface="+mn-cs"/>
        </a:defRPr>
      </a:lvl8pPr>
      <a:lvl9pPr marL="3213110" indent="-189006" algn="l" defTabSz="378013" rtl="0" eaLnBrk="1" latinLnBrk="0" hangingPunct="1">
        <a:spcBef>
          <a:spcPts val="827"/>
        </a:spcBef>
        <a:spcAft>
          <a:spcPts val="0"/>
        </a:spcAft>
        <a:buClr>
          <a:schemeClr val="accent1"/>
        </a:buClr>
        <a:buSzPct val="80000"/>
        <a:buFont typeface="Wingdings 3" charset="2"/>
        <a:buChar char=""/>
        <a:defRPr sz="992" b="0" i="0" kern="1200">
          <a:solidFill>
            <a:schemeClr val="tx1">
              <a:lumMod val="75000"/>
              <a:lumOff val="25000"/>
            </a:schemeClr>
          </a:solidFill>
          <a:latin typeface="+mn-lt"/>
          <a:ea typeface="+mn-ea"/>
          <a:cs typeface="+mn-cs"/>
        </a:defRPr>
      </a:lvl9pPr>
    </p:bodyStyle>
    <p:otherStyle>
      <a:defPPr>
        <a:defRPr lang="en-US"/>
      </a:defPPr>
      <a:lvl1pPr marL="0" algn="l" defTabSz="378013" rtl="0" eaLnBrk="1" latinLnBrk="0" hangingPunct="1">
        <a:defRPr sz="1488" kern="1200">
          <a:solidFill>
            <a:schemeClr val="tx1"/>
          </a:solidFill>
          <a:latin typeface="+mn-lt"/>
          <a:ea typeface="+mn-ea"/>
          <a:cs typeface="+mn-cs"/>
        </a:defRPr>
      </a:lvl1pPr>
      <a:lvl2pPr marL="378013" algn="l" defTabSz="378013" rtl="0" eaLnBrk="1" latinLnBrk="0" hangingPunct="1">
        <a:defRPr sz="1488" kern="1200">
          <a:solidFill>
            <a:schemeClr val="tx1"/>
          </a:solidFill>
          <a:latin typeface="+mn-lt"/>
          <a:ea typeface="+mn-ea"/>
          <a:cs typeface="+mn-cs"/>
        </a:defRPr>
      </a:lvl2pPr>
      <a:lvl3pPr marL="756026" algn="l" defTabSz="378013" rtl="0" eaLnBrk="1" latinLnBrk="0" hangingPunct="1">
        <a:defRPr sz="1488" kern="1200">
          <a:solidFill>
            <a:schemeClr val="tx1"/>
          </a:solidFill>
          <a:latin typeface="+mn-lt"/>
          <a:ea typeface="+mn-ea"/>
          <a:cs typeface="+mn-cs"/>
        </a:defRPr>
      </a:lvl3pPr>
      <a:lvl4pPr marL="1134039" algn="l" defTabSz="378013" rtl="0" eaLnBrk="1" latinLnBrk="0" hangingPunct="1">
        <a:defRPr sz="1488" kern="1200">
          <a:solidFill>
            <a:schemeClr val="tx1"/>
          </a:solidFill>
          <a:latin typeface="+mn-lt"/>
          <a:ea typeface="+mn-ea"/>
          <a:cs typeface="+mn-cs"/>
        </a:defRPr>
      </a:lvl4pPr>
      <a:lvl5pPr marL="1512052" algn="l" defTabSz="378013" rtl="0" eaLnBrk="1" latinLnBrk="0" hangingPunct="1">
        <a:defRPr sz="1488" kern="1200">
          <a:solidFill>
            <a:schemeClr val="tx1"/>
          </a:solidFill>
          <a:latin typeface="+mn-lt"/>
          <a:ea typeface="+mn-ea"/>
          <a:cs typeface="+mn-cs"/>
        </a:defRPr>
      </a:lvl5pPr>
      <a:lvl6pPr marL="1890065" algn="l" defTabSz="378013" rtl="0" eaLnBrk="1" latinLnBrk="0" hangingPunct="1">
        <a:defRPr sz="1488" kern="1200">
          <a:solidFill>
            <a:schemeClr val="tx1"/>
          </a:solidFill>
          <a:latin typeface="+mn-lt"/>
          <a:ea typeface="+mn-ea"/>
          <a:cs typeface="+mn-cs"/>
        </a:defRPr>
      </a:lvl6pPr>
      <a:lvl7pPr marL="2268078" algn="l" defTabSz="378013" rtl="0" eaLnBrk="1" latinLnBrk="0" hangingPunct="1">
        <a:defRPr sz="1488" kern="1200">
          <a:solidFill>
            <a:schemeClr val="tx1"/>
          </a:solidFill>
          <a:latin typeface="+mn-lt"/>
          <a:ea typeface="+mn-ea"/>
          <a:cs typeface="+mn-cs"/>
        </a:defRPr>
      </a:lvl7pPr>
      <a:lvl8pPr marL="2646091" algn="l" defTabSz="378013" rtl="0" eaLnBrk="1" latinLnBrk="0" hangingPunct="1">
        <a:defRPr sz="1488" kern="1200">
          <a:solidFill>
            <a:schemeClr val="tx1"/>
          </a:solidFill>
          <a:latin typeface="+mn-lt"/>
          <a:ea typeface="+mn-ea"/>
          <a:cs typeface="+mn-cs"/>
        </a:defRPr>
      </a:lvl8pPr>
      <a:lvl9pPr marL="3024104" algn="l" defTabSz="378013"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tjNsUzxRjfw"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C44AF-966A-C3B1-9615-0D123AD54846}"/>
              </a:ext>
            </a:extLst>
          </p:cNvPr>
          <p:cNvSpPr>
            <a:spLocks noGrp="1"/>
          </p:cNvSpPr>
          <p:nvPr>
            <p:ph type="ctrTitle"/>
          </p:nvPr>
        </p:nvSpPr>
        <p:spPr/>
        <p:txBody>
          <a:bodyPr/>
          <a:lstStyle/>
          <a:p>
            <a:pPr>
              <a:spcBef>
                <a:spcPts val="1000"/>
              </a:spcBef>
              <a:tabLst>
                <a:tab pos="408240" algn="l"/>
              </a:tabLst>
            </a:pPr>
            <a:r>
              <a:rPr lang="en-US" sz="3200" strike="noStrike" spc="-1" dirty="0">
                <a:solidFill>
                  <a:srgbClr val="FFFFFF"/>
                </a:solidFill>
              </a:rPr>
              <a:t>ENG4118/5326 - Robotics 4/M</a:t>
            </a:r>
            <a:br>
              <a:rPr lang="en-US" sz="3200" strike="noStrike" spc="-1" dirty="0">
                <a:solidFill>
                  <a:srgbClr val="FFFFFF"/>
                </a:solidFill>
              </a:rPr>
            </a:br>
            <a:r>
              <a:rPr lang="en-US" sz="3200" spc="-1" dirty="0">
                <a:solidFill>
                  <a:srgbClr val="FFFFFF"/>
                </a:solidFill>
              </a:rPr>
              <a:t>Sensors, Actuators and Image capture, processing and analysis</a:t>
            </a:r>
            <a:br>
              <a:rPr lang="en-US" sz="3200" spc="-1" dirty="0">
                <a:solidFill>
                  <a:srgbClr val="FFFFFF"/>
                </a:solidFill>
              </a:rPr>
            </a:br>
            <a:endParaRPr lang="en-GB" sz="3200" dirty="0"/>
          </a:p>
        </p:txBody>
      </p:sp>
      <p:sp>
        <p:nvSpPr>
          <p:cNvPr id="3" name="Subtitle 2">
            <a:extLst>
              <a:ext uri="{FF2B5EF4-FFF2-40B4-BE49-F238E27FC236}">
                <a16:creationId xmlns:a16="http://schemas.microsoft.com/office/drawing/2014/main" id="{829CBD25-A45B-29A9-D897-83FB9F52F5E0}"/>
              </a:ext>
            </a:extLst>
          </p:cNvPr>
          <p:cNvSpPr>
            <a:spLocks noGrp="1"/>
          </p:cNvSpPr>
          <p:nvPr>
            <p:ph type="subTitle" idx="1"/>
          </p:nvPr>
        </p:nvSpPr>
        <p:spPr/>
        <p:txBody>
          <a:bodyPr/>
          <a:lstStyle/>
          <a:p>
            <a:r>
              <a:rPr lang="en-US" sz="1600" strike="noStrike" spc="-1" dirty="0">
                <a:solidFill>
                  <a:srgbClr val="FFFFFF"/>
                </a:solidFill>
              </a:rPr>
              <a:t>Lecture 9</a:t>
            </a:r>
            <a:endParaRPr lang="en-GB" dirty="0"/>
          </a:p>
        </p:txBody>
      </p:sp>
    </p:spTree>
    <p:extLst>
      <p:ext uri="{BB962C8B-B14F-4D97-AF65-F5344CB8AC3E}">
        <p14:creationId xmlns:p14="http://schemas.microsoft.com/office/powerpoint/2010/main" val="1395027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7" name="Group 156">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0080625" cy="5670550"/>
            <a:chOff x="0" y="0"/>
            <a:chExt cx="12192000" cy="6858000"/>
          </a:xfrm>
        </p:grpSpPr>
        <p:sp>
          <p:nvSpPr>
            <p:cNvPr id="158" name="Rectangle 157">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59" name="Oval 158">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0" name="Oval 159">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1" name="Oval 160">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2" name="Oval 161">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3" name="Oval 162">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4"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a:p>
          </p:txBody>
        </p:sp>
        <p:sp>
          <p:nvSpPr>
            <p:cNvPr id="165"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GB"/>
            </a:p>
          </p:txBody>
        </p:sp>
        <p:sp>
          <p:nvSpPr>
            <p:cNvPr id="166"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167" name="Rectangle 166">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0222" y="0"/>
            <a:ext cx="567035" cy="94509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8" name="Rectangle 167">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567055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GB"/>
          </a:p>
        </p:txBody>
      </p:sp>
      <p:sp>
        <p:nvSpPr>
          <p:cNvPr id="169" name="Freeform: Shape 144">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276211" y="-116372"/>
            <a:ext cx="5005488" cy="5903294"/>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GB"/>
          </a:p>
        </p:txBody>
      </p:sp>
      <p:sp>
        <p:nvSpPr>
          <p:cNvPr id="170"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12"/>
            <a:ext cx="10080625" cy="5669238"/>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pic>
        <p:nvPicPr>
          <p:cNvPr id="125" name="Picture 1_0" descr="WALL.e from the Disney film WALL.e. A small yellow robot that is designed for refuse collection."/>
          <p:cNvPicPr/>
          <p:nvPr/>
        </p:nvPicPr>
        <p:blipFill>
          <a:blip r:embed="rId3"/>
          <a:stretch/>
        </p:blipFill>
        <p:spPr>
          <a:xfrm>
            <a:off x="4621949" y="664583"/>
            <a:ext cx="4630808" cy="4341383"/>
          </a:xfrm>
          <a:prstGeom prst="rect">
            <a:avLst/>
          </a:prstGeom>
        </p:spPr>
      </p:pic>
      <p:sp>
        <p:nvSpPr>
          <p:cNvPr id="171" name="Rectangle 170">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0222" y="0"/>
            <a:ext cx="567035" cy="94509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2" name="Oval 171">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5213"/>
            <a:ext cx="3465214" cy="3465337"/>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3" name="Oval 172">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94232"/>
            <a:ext cx="1953121" cy="1953189"/>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4" name="CustomShape 1"/>
          <p:cNvSpPr/>
          <p:nvPr/>
        </p:nvSpPr>
        <p:spPr>
          <a:xfrm>
            <a:off x="954943" y="1753670"/>
            <a:ext cx="2591036" cy="3223812"/>
          </a:xfrm>
          <a:prstGeom prst="rect">
            <a:avLst/>
          </a:prstGeom>
        </p:spPr>
        <p:style>
          <a:lnRef idx="0">
            <a:scrgbClr r="0" g="0" b="0"/>
          </a:lnRef>
          <a:fillRef idx="0">
            <a:scrgbClr r="0" g="0" b="0"/>
          </a:fillRef>
          <a:effectRef idx="0">
            <a:scrgbClr r="0" g="0" b="0"/>
          </a:effectRef>
          <a:fontRef idx="minor"/>
        </p:style>
        <p:txBody>
          <a:bodyPr vert="horz" lIns="91440" tIns="45720" rIns="91440" bIns="45720" rtlCol="0">
            <a:normAutofit/>
          </a:bodyPr>
          <a:lstStyle/>
          <a:p>
            <a:pPr>
              <a:spcBef>
                <a:spcPts val="1000"/>
              </a:spcBef>
              <a:buClr>
                <a:schemeClr val="accent1"/>
              </a:buClr>
              <a:buSzPct val="80000"/>
              <a:buFont typeface="Wingdings 3" charset="2"/>
              <a:buChar char=""/>
              <a:tabLst>
                <a:tab pos="408240" algn="l"/>
              </a:tabLst>
            </a:pPr>
            <a:r>
              <a:rPr lang="en-GB" strike="noStrike" spc="-1" dirty="0">
                <a:solidFill>
                  <a:srgbClr val="FFFFFF"/>
                </a:solidFill>
              </a:rPr>
              <a:t>Actuators</a:t>
            </a:r>
          </a:p>
          <a:p>
            <a:pPr>
              <a:spcBef>
                <a:spcPts val="1000"/>
              </a:spcBef>
              <a:buClr>
                <a:schemeClr val="accent1"/>
              </a:buClr>
              <a:buSzPct val="80000"/>
              <a:buFont typeface="Wingdings 3" charset="2"/>
              <a:buChar char=""/>
              <a:tabLst>
                <a:tab pos="408240" algn="l"/>
              </a:tabLst>
            </a:pPr>
            <a:r>
              <a:rPr lang="en-GB" strike="noStrike" spc="-1" dirty="0">
                <a:solidFill>
                  <a:srgbClr val="FFFFFF"/>
                </a:solidFill>
              </a:rPr>
              <a:t>Mechanical System</a:t>
            </a:r>
          </a:p>
          <a:p>
            <a:pPr>
              <a:spcBef>
                <a:spcPts val="1000"/>
              </a:spcBef>
              <a:buClr>
                <a:schemeClr val="accent1"/>
              </a:buClr>
              <a:buSzPct val="80000"/>
              <a:buFont typeface="Wingdings 3" charset="2"/>
              <a:buChar char=""/>
              <a:tabLst>
                <a:tab pos="408240" algn="l"/>
              </a:tabLst>
            </a:pPr>
            <a:r>
              <a:rPr lang="en-GB" strike="noStrike" spc="-1" dirty="0">
                <a:solidFill>
                  <a:srgbClr val="FFFFFF"/>
                </a:solidFill>
              </a:rPr>
              <a:t>Kinematic Chains</a:t>
            </a:r>
          </a:p>
          <a:p>
            <a:pPr>
              <a:spcBef>
                <a:spcPts val="1000"/>
              </a:spcBef>
              <a:buClr>
                <a:schemeClr val="accent1"/>
              </a:buClr>
              <a:buSzPct val="80000"/>
              <a:buFont typeface="Wingdings 3" charset="2"/>
              <a:buChar char=""/>
              <a:tabLst>
                <a:tab pos="408240" algn="l"/>
              </a:tabLst>
            </a:pPr>
            <a:r>
              <a:rPr lang="en-GB" strike="noStrike" spc="-1" dirty="0">
                <a:solidFill>
                  <a:srgbClr val="FFFFFF"/>
                </a:solidFill>
              </a:rPr>
              <a:t>CAMS</a:t>
            </a:r>
          </a:p>
          <a:p>
            <a:pPr>
              <a:spcBef>
                <a:spcPts val="1000"/>
              </a:spcBef>
              <a:buClr>
                <a:schemeClr val="accent1"/>
              </a:buClr>
              <a:buSzPct val="80000"/>
              <a:buFont typeface="Wingdings 3" charset="2"/>
              <a:buChar char=""/>
              <a:tabLst>
                <a:tab pos="408240" algn="l"/>
              </a:tabLst>
            </a:pPr>
            <a:r>
              <a:rPr lang="en-GB" strike="noStrike" spc="-1" dirty="0">
                <a:solidFill>
                  <a:srgbClr val="FFFFFF"/>
                </a:solidFill>
              </a:rPr>
              <a:t>Gears</a:t>
            </a:r>
          </a:p>
        </p:txBody>
      </p:sp>
      <p:sp>
        <p:nvSpPr>
          <p:cNvPr id="174"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2596577" y="1509902"/>
            <a:ext cx="2728121" cy="364566"/>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GB"/>
          </a:p>
        </p:txBody>
      </p:sp>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1" name="Picture 3_0"/>
          <p:cNvPicPr/>
          <p:nvPr/>
        </p:nvPicPr>
        <p:blipFill>
          <a:blip r:embed="rId3"/>
          <a:stretch/>
        </p:blipFill>
        <p:spPr>
          <a:xfrm>
            <a:off x="2568600" y="1015200"/>
            <a:ext cx="4942440" cy="3638520"/>
          </a:xfrm>
          <a:prstGeom prst="rect">
            <a:avLst/>
          </a:prstGeom>
          <a:ln w="0">
            <a:noFill/>
          </a:ln>
        </p:spPr>
      </p:pic>
      <p:sp>
        <p:nvSpPr>
          <p:cNvPr id="134" name="CustomShape 3"/>
          <p:cNvSpPr/>
          <p:nvPr/>
        </p:nvSpPr>
        <p:spPr>
          <a:xfrm>
            <a:off x="692640" y="548280"/>
            <a:ext cx="8692560" cy="60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000000"/>
                </a:solidFill>
                <a:latin typeface="Calibri"/>
                <a:ea typeface="DejaVu Sans"/>
              </a:rPr>
              <a:t>System Overview</a:t>
            </a:r>
            <a:endParaRPr lang="en-GB" sz="4400" b="0" strike="noStrike" spc="-1">
              <a:solidFill>
                <a:srgbClr val="000000"/>
              </a:solidFill>
              <a:latin typeface="Arial"/>
            </a:endParaRPr>
          </a:p>
        </p:txBody>
      </p:sp>
      <p:sp>
        <p:nvSpPr>
          <p:cNvPr id="135" name="CustomShape 4"/>
          <p:cNvSpPr/>
          <p:nvPr/>
        </p:nvSpPr>
        <p:spPr>
          <a:xfrm>
            <a:off x="692640" y="1509480"/>
            <a:ext cx="8692560" cy="352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 name="CustomShape 3"/>
          <p:cNvSpPr/>
          <p:nvPr/>
        </p:nvSpPr>
        <p:spPr>
          <a:xfrm>
            <a:off x="692640" y="548280"/>
            <a:ext cx="8692560" cy="60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Calibri"/>
                <a:ea typeface="DejaVu Sans"/>
              </a:rPr>
              <a:t>Actuator</a:t>
            </a:r>
            <a:endParaRPr lang="en-GB" sz="4400" b="0" strike="noStrike" spc="-1">
              <a:solidFill>
                <a:srgbClr val="000000"/>
              </a:solidFill>
              <a:latin typeface="Arial"/>
            </a:endParaRPr>
          </a:p>
        </p:txBody>
      </p:sp>
      <p:sp>
        <p:nvSpPr>
          <p:cNvPr id="139" name="CustomShape 4"/>
          <p:cNvSpPr/>
          <p:nvPr/>
        </p:nvSpPr>
        <p:spPr>
          <a:xfrm>
            <a:off x="692640" y="1509480"/>
            <a:ext cx="8692560" cy="3523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1000"/>
          </a:bodyPr>
          <a:lstStyle/>
          <a:p>
            <a:pPr marL="228600" indent="-227520">
              <a:lnSpc>
                <a:spcPct val="90000"/>
              </a:lnSpc>
              <a:spcAft>
                <a:spcPts val="1414"/>
              </a:spcAft>
              <a:buClr>
                <a:srgbClr val="000000"/>
              </a:buClr>
              <a:buFont typeface="Arial"/>
              <a:buChar char="•"/>
            </a:pPr>
            <a:r>
              <a:rPr lang="en-GB" sz="2800" b="0" strike="noStrike" spc="-1">
                <a:solidFill>
                  <a:srgbClr val="2E461B"/>
                </a:solidFill>
                <a:latin typeface="Arial"/>
                <a:ea typeface="DejaVu Sans"/>
              </a:rPr>
              <a:t>An </a:t>
            </a:r>
            <a:r>
              <a:rPr lang="en-GB" sz="2800" b="1" strike="noStrike" spc="-1">
                <a:solidFill>
                  <a:srgbClr val="2E461B"/>
                </a:solidFill>
                <a:latin typeface="Arial"/>
                <a:ea typeface="DejaVu Sans"/>
              </a:rPr>
              <a:t>actuator</a:t>
            </a:r>
            <a:r>
              <a:rPr lang="en-GB" sz="2800" b="0" strike="noStrike" spc="-1">
                <a:solidFill>
                  <a:srgbClr val="2E461B"/>
                </a:solidFill>
                <a:latin typeface="Arial"/>
                <a:ea typeface="DejaVu Sans"/>
              </a:rPr>
              <a:t> is the component of a system that is responsible for moving or controlling a mechanism or system</a:t>
            </a:r>
            <a:endParaRPr lang="en-GB" sz="2800" b="0" strike="noStrike" spc="-1">
              <a:solidFill>
                <a:srgbClr val="000000"/>
              </a:solidFill>
              <a:latin typeface="Arial"/>
            </a:endParaRPr>
          </a:p>
          <a:p>
            <a:pPr marL="228600" indent="-227520">
              <a:lnSpc>
                <a:spcPct val="90000"/>
              </a:lnSpc>
              <a:spcAft>
                <a:spcPts val="1414"/>
              </a:spcAft>
              <a:buClr>
                <a:srgbClr val="000000"/>
              </a:buClr>
              <a:buFont typeface="Arial"/>
              <a:buChar char="•"/>
            </a:pPr>
            <a:r>
              <a:rPr lang="en-GB" sz="2800" b="0" strike="noStrike" spc="-1">
                <a:solidFill>
                  <a:srgbClr val="2E461B"/>
                </a:solidFill>
                <a:latin typeface="Arial"/>
                <a:ea typeface="DejaVu Sans"/>
              </a:rPr>
              <a:t>Requires a control signal (electric, hydraulic, pneumatic, thermal, magnetic, mechanical, human...) and a source of energy (electric current, hydraulic fluid pressure, pneumatic pressure...)</a:t>
            </a:r>
            <a:endParaRPr lang="en-GB" sz="2800" b="0" strike="noStrike" spc="-1">
              <a:solidFill>
                <a:srgbClr val="000000"/>
              </a:solidFill>
              <a:latin typeface="Arial"/>
            </a:endParaRPr>
          </a:p>
          <a:p>
            <a:pPr marL="228600" indent="-227520">
              <a:lnSpc>
                <a:spcPct val="90000"/>
              </a:lnSpc>
              <a:spcAft>
                <a:spcPts val="1414"/>
              </a:spcAft>
              <a:buClr>
                <a:srgbClr val="000000"/>
              </a:buClr>
              <a:buFont typeface="Arial"/>
              <a:buChar char="•"/>
            </a:pPr>
            <a:r>
              <a:rPr lang="en-GB" sz="2800" b="0" strike="noStrike" spc="-1">
                <a:solidFill>
                  <a:srgbClr val="2E461B"/>
                </a:solidFill>
                <a:latin typeface="Arial"/>
                <a:ea typeface="DejaVu Sans"/>
              </a:rPr>
              <a:t>When the control signal is received, the actuator responds by converting the energy into mechanical motion</a:t>
            </a:r>
            <a:endParaRPr lang="en-GB" sz="28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nodeType="clickEffect">
                                  <p:stCondLst>
                                    <p:cond delay="0"/>
                                  </p:stCondLst>
                                  <p:childTnLst>
                                    <p:set>
                                      <p:cBhvr>
                                        <p:cTn id="10"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nodeType="clickEffect">
                                  <p:stCondLst>
                                    <p:cond delay="0"/>
                                  </p:stCondLst>
                                  <p:childTnLst>
                                    <p:set>
                                      <p:cBhvr>
                                        <p:cTn id="14" dur="1" fill="hold">
                                          <p:stCondLst>
                                            <p:cond delay="0"/>
                                          </p:stCondLst>
                                        </p:cTn>
                                        <p:tgtEl>
                                          <p:spTgt spid="1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2" name="CustomShape 3"/>
          <p:cNvSpPr/>
          <p:nvPr/>
        </p:nvSpPr>
        <p:spPr>
          <a:xfrm>
            <a:off x="692640" y="301680"/>
            <a:ext cx="8692560" cy="109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Mechanical System</a:t>
            </a:r>
            <a:endParaRPr lang="en-GB" sz="4400" b="0" strike="noStrike" spc="-1">
              <a:solidFill>
                <a:srgbClr val="000000"/>
              </a:solidFill>
              <a:latin typeface="Arial"/>
            </a:endParaRPr>
          </a:p>
        </p:txBody>
      </p:sp>
      <p:sp>
        <p:nvSpPr>
          <p:cNvPr id="143" name="CustomShape 4"/>
          <p:cNvSpPr/>
          <p:nvPr/>
        </p:nvSpPr>
        <p:spPr>
          <a:xfrm>
            <a:off x="692640" y="1509480"/>
            <a:ext cx="8692560" cy="3523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9500" lnSpcReduction="20000"/>
          </a:bodyPr>
          <a:lstStyle/>
          <a:p>
            <a:pPr marL="228600" indent="-227520">
              <a:lnSpc>
                <a:spcPct val="90000"/>
              </a:lnSpc>
              <a:spcAft>
                <a:spcPts val="1414"/>
              </a:spcAft>
              <a:buClr>
                <a:srgbClr val="000000"/>
              </a:buClr>
              <a:buSzPct val="45000"/>
              <a:buFont typeface="Wingdings" charset="2"/>
              <a:buChar char=""/>
            </a:pPr>
            <a:r>
              <a:rPr lang="en-GB" sz="2000" b="1" i="1" strike="noStrike" spc="-1">
                <a:solidFill>
                  <a:srgbClr val="2E461B"/>
                </a:solidFill>
                <a:latin typeface="Arial"/>
                <a:ea typeface="DejaVu Sans"/>
              </a:rPr>
              <a:t>Mechanisms </a:t>
            </a:r>
            <a:r>
              <a:rPr lang="en-GB" sz="2000" b="0" strike="noStrike" spc="-1">
                <a:solidFill>
                  <a:srgbClr val="2E461B"/>
                </a:solidFill>
                <a:latin typeface="Arial"/>
                <a:ea typeface="DejaVu Sans"/>
              </a:rPr>
              <a:t>transform one form of motion to some other required form of motion</a:t>
            </a:r>
            <a:endParaRPr lang="en-GB" sz="20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000" b="0" strike="noStrike" spc="-1">
                <a:solidFill>
                  <a:srgbClr val="2E461B"/>
                </a:solidFill>
                <a:latin typeface="Arial"/>
                <a:ea typeface="DejaVu Sans"/>
              </a:rPr>
              <a:t>Mechanical elements can include the use of linkages, cams, gears, rack and pinions, chains, belt drives, etc.</a:t>
            </a:r>
            <a:endParaRPr lang="en-GB" sz="20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000" b="0" strike="noStrike" spc="-1">
                <a:solidFill>
                  <a:srgbClr val="2E461B"/>
                </a:solidFill>
                <a:latin typeface="Arial"/>
                <a:ea typeface="DejaVu Sans"/>
              </a:rPr>
              <a:t>Many of the actions previously obtained using mechanisms are now obtained by the use of micro-processor systems</a:t>
            </a:r>
            <a:endParaRPr lang="en-GB" sz="20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000" b="0" strike="noStrike" spc="-1">
                <a:solidFill>
                  <a:srgbClr val="2E461B"/>
                </a:solidFill>
                <a:latin typeface="Arial"/>
                <a:ea typeface="DejaVu Sans"/>
              </a:rPr>
              <a:t>Mechanisms still have a role to play in mechatronic/robotic systems and provide such functions as:</a:t>
            </a:r>
            <a:endParaRPr lang="en-GB" sz="2000" b="0" strike="noStrike" spc="-1">
              <a:solidFill>
                <a:srgbClr val="000000"/>
              </a:solidFill>
              <a:latin typeface="Arial"/>
            </a:endParaRPr>
          </a:p>
          <a:p>
            <a:pPr marL="685800" lvl="1" indent="-227520">
              <a:lnSpc>
                <a:spcPct val="90000"/>
              </a:lnSpc>
              <a:spcAft>
                <a:spcPts val="1414"/>
              </a:spcAft>
              <a:buClr>
                <a:srgbClr val="000000"/>
              </a:buClr>
              <a:buSzPct val="75000"/>
              <a:buFont typeface="Symbol"/>
              <a:buChar char=""/>
            </a:pPr>
            <a:r>
              <a:rPr lang="en-GB" sz="2000" b="0" strike="noStrike" spc="-1">
                <a:solidFill>
                  <a:srgbClr val="2E461B"/>
                </a:solidFill>
                <a:latin typeface="Arial"/>
                <a:ea typeface="DejaVu Sans"/>
              </a:rPr>
              <a:t>Force amplification through the use of levers</a:t>
            </a:r>
            <a:endParaRPr lang="en-GB" sz="2000" b="0" strike="noStrike" spc="-1">
              <a:solidFill>
                <a:srgbClr val="000000"/>
              </a:solidFill>
              <a:latin typeface="Arial"/>
            </a:endParaRPr>
          </a:p>
          <a:p>
            <a:pPr marL="685800" lvl="1" indent="-227520">
              <a:lnSpc>
                <a:spcPct val="90000"/>
              </a:lnSpc>
              <a:spcAft>
                <a:spcPts val="1414"/>
              </a:spcAft>
              <a:buClr>
                <a:srgbClr val="000000"/>
              </a:buClr>
              <a:buSzPct val="75000"/>
              <a:buFont typeface="Symbol"/>
              <a:buChar char=""/>
            </a:pPr>
            <a:r>
              <a:rPr lang="en-GB" sz="2000" b="0" strike="noStrike" spc="-1">
                <a:solidFill>
                  <a:srgbClr val="2E461B"/>
                </a:solidFill>
                <a:latin typeface="Arial"/>
                <a:ea typeface="DejaVu Sans"/>
              </a:rPr>
              <a:t>Change of speed through gearing systems</a:t>
            </a:r>
            <a:endParaRPr lang="en-GB" sz="2000" b="0" strike="noStrike" spc="-1">
              <a:solidFill>
                <a:srgbClr val="000000"/>
              </a:solidFill>
              <a:latin typeface="Arial"/>
            </a:endParaRPr>
          </a:p>
          <a:p>
            <a:pPr marL="685800" lvl="1" indent="-227520">
              <a:lnSpc>
                <a:spcPct val="90000"/>
              </a:lnSpc>
              <a:spcAft>
                <a:spcPts val="1414"/>
              </a:spcAft>
              <a:buClr>
                <a:srgbClr val="000000"/>
              </a:buClr>
              <a:buSzPct val="75000"/>
              <a:buFont typeface="Symbol"/>
              <a:buChar char=""/>
            </a:pPr>
            <a:r>
              <a:rPr lang="en-GB" sz="2000" b="0" strike="noStrike" spc="-1">
                <a:solidFill>
                  <a:srgbClr val="2E461B"/>
                </a:solidFill>
                <a:latin typeface="Arial"/>
                <a:ea typeface="DejaVu Sans"/>
              </a:rPr>
              <a:t>Transferring rotation from one axis to another using timing belts</a:t>
            </a:r>
            <a:endParaRPr lang="en-GB" sz="2000" b="0" strike="noStrike" spc="-1">
              <a:solidFill>
                <a:srgbClr val="000000"/>
              </a:solidFill>
              <a:latin typeface="Arial"/>
            </a:endParaRPr>
          </a:p>
          <a:p>
            <a:pPr marL="685800" lvl="1" indent="-227520">
              <a:lnSpc>
                <a:spcPct val="90000"/>
              </a:lnSpc>
              <a:spcAft>
                <a:spcPts val="1414"/>
              </a:spcAft>
              <a:buClr>
                <a:srgbClr val="000000"/>
              </a:buClr>
              <a:buSzPct val="75000"/>
              <a:buFont typeface="Symbol"/>
              <a:buChar char=""/>
            </a:pPr>
            <a:r>
              <a:rPr lang="en-GB" sz="2000" b="0" strike="noStrike" spc="-1">
                <a:solidFill>
                  <a:srgbClr val="2E461B"/>
                </a:solidFill>
                <a:latin typeface="Arial"/>
                <a:ea typeface="DejaVu Sans"/>
              </a:rPr>
              <a:t>Particular types of motion such as quick return mechanisms.</a:t>
            </a:r>
            <a:endParaRPr lang="en-GB" sz="20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1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nodeType="clickEffect">
                                  <p:stCondLst>
                                    <p:cond delay="0"/>
                                  </p:stCondLst>
                                  <p:childTnLst>
                                    <p:set>
                                      <p:cBhvr>
                                        <p:cTn id="10" dur="1" fill="hold">
                                          <p:stCondLst>
                                            <p:cond delay="0"/>
                                          </p:stCondLst>
                                        </p:cTn>
                                        <p:tgtEl>
                                          <p:spTgt spid="1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nodeType="clickEffect">
                                  <p:stCondLst>
                                    <p:cond delay="0"/>
                                  </p:stCondLst>
                                  <p:childTnLst>
                                    <p:set>
                                      <p:cBhvr>
                                        <p:cTn id="14" dur="1" fill="hold">
                                          <p:stCondLst>
                                            <p:cond delay="0"/>
                                          </p:stCondLst>
                                        </p:cTn>
                                        <p:tgtEl>
                                          <p:spTgt spid="1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fill="hold" nodeType="clickEffect">
                                  <p:stCondLst>
                                    <p:cond delay="0"/>
                                  </p:stCondLst>
                                  <p:childTnLst>
                                    <p:set>
                                      <p:cBhvr>
                                        <p:cTn id="18" dur="1" fill="hold">
                                          <p:stCondLst>
                                            <p:cond delay="0"/>
                                          </p:stCondLst>
                                        </p:cTn>
                                        <p:tgtEl>
                                          <p:spTgt spid="1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fill="hold" nodeType="clickEffect">
                                  <p:stCondLst>
                                    <p:cond delay="0"/>
                                  </p:stCondLst>
                                  <p:childTnLst>
                                    <p:set>
                                      <p:cBhvr>
                                        <p:cTn id="22" dur="1" fill="hold">
                                          <p:stCondLst>
                                            <p:cond delay="0"/>
                                          </p:stCondLst>
                                        </p:cTn>
                                        <p:tgtEl>
                                          <p:spTgt spid="14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fill="hold" nodeType="clickEffect">
                                  <p:stCondLst>
                                    <p:cond delay="0"/>
                                  </p:stCondLst>
                                  <p:childTnLst>
                                    <p:set>
                                      <p:cBhvr>
                                        <p:cTn id="26" dur="1" fill="hold">
                                          <p:stCondLst>
                                            <p:cond delay="0"/>
                                          </p:stCondLst>
                                        </p:cTn>
                                        <p:tgtEl>
                                          <p:spTgt spid="14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Class="entr" fill="hold" nodeType="clickEffect">
                                  <p:stCondLst>
                                    <p:cond delay="0"/>
                                  </p:stCondLst>
                                  <p:childTnLst>
                                    <p:set>
                                      <p:cBhvr>
                                        <p:cTn id="30" dur="1" fill="hold">
                                          <p:stCondLst>
                                            <p:cond delay="0"/>
                                          </p:stCondLst>
                                        </p:cTn>
                                        <p:tgtEl>
                                          <p:spTgt spid="14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ntr" fill="hold" nodeType="clickEffect">
                                  <p:stCondLst>
                                    <p:cond delay="0"/>
                                  </p:stCondLst>
                                  <p:childTnLst>
                                    <p:set>
                                      <p:cBhvr>
                                        <p:cTn id="34" dur="1" fill="hold">
                                          <p:stCondLst>
                                            <p:cond delay="0"/>
                                          </p:stCondLst>
                                        </p:cTn>
                                        <p:tgtEl>
                                          <p:spTgt spid="1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 name="CustomShape 3"/>
          <p:cNvSpPr/>
          <p:nvPr/>
        </p:nvSpPr>
        <p:spPr>
          <a:xfrm>
            <a:off x="692640" y="301680"/>
            <a:ext cx="8692560" cy="109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Kinematic Chains</a:t>
            </a:r>
            <a:endParaRPr lang="en-GB" sz="4400" b="0" strike="noStrike" spc="-1">
              <a:solidFill>
                <a:srgbClr val="000000"/>
              </a:solidFill>
              <a:latin typeface="Arial"/>
            </a:endParaRPr>
          </a:p>
        </p:txBody>
      </p:sp>
      <p:sp>
        <p:nvSpPr>
          <p:cNvPr id="147" name="CustomShape 4"/>
          <p:cNvSpPr/>
          <p:nvPr/>
        </p:nvSpPr>
        <p:spPr>
          <a:xfrm>
            <a:off x="692640" y="1509480"/>
            <a:ext cx="8692560" cy="3523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6000" lnSpcReduction="10000"/>
          </a:bodyPr>
          <a:lstStyle/>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When we consider the movement of a mechanism without reference to the forces involved we treat the mechanism as being composed of a series of individual links.</a:t>
            </a:r>
            <a:endParaRPr lang="en-GB" sz="24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Each part of a mechanism which has motion relative to another part is termed a </a:t>
            </a:r>
            <a:r>
              <a:rPr lang="en-GB" sz="2400" b="1" i="1" strike="noStrike" spc="-1">
                <a:solidFill>
                  <a:srgbClr val="2E461B"/>
                </a:solidFill>
                <a:latin typeface="Arial"/>
                <a:ea typeface="DejaVu Sans"/>
              </a:rPr>
              <a:t>link</a:t>
            </a:r>
            <a:r>
              <a:rPr lang="en-GB" sz="2400" b="0" strike="noStrike" spc="-1">
                <a:solidFill>
                  <a:srgbClr val="2E461B"/>
                </a:solidFill>
                <a:latin typeface="Arial"/>
                <a:ea typeface="DejaVu Sans"/>
              </a:rPr>
              <a:t>.</a:t>
            </a:r>
            <a:endParaRPr lang="en-GB" sz="24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Links don’t have to be rigid bodies but must be a resistant body capable of transmitting the required force with negligible deformation.</a:t>
            </a:r>
            <a:endParaRPr lang="en-GB" sz="24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The points of attachment of the link to other links are termed </a:t>
            </a:r>
            <a:r>
              <a:rPr lang="en-GB" sz="2400" b="1" i="1" strike="noStrike" spc="-1">
                <a:solidFill>
                  <a:srgbClr val="2E461B"/>
                </a:solidFill>
                <a:latin typeface="Arial"/>
                <a:ea typeface="DejaVu Sans"/>
              </a:rPr>
              <a:t>nodes</a:t>
            </a:r>
            <a:r>
              <a:rPr lang="en-GB" sz="2400" b="0" strike="noStrike" spc="-1">
                <a:solidFill>
                  <a:srgbClr val="2E461B"/>
                </a:solidFill>
                <a:latin typeface="Arial"/>
                <a:ea typeface="DejaVu Sans"/>
              </a:rPr>
              <a:t>.</a:t>
            </a:r>
            <a:endParaRPr lang="en-GB" sz="24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A </a:t>
            </a:r>
            <a:r>
              <a:rPr lang="en-GB" sz="2400" b="1" i="1" strike="noStrike" spc="-1">
                <a:solidFill>
                  <a:srgbClr val="2E461B"/>
                </a:solidFill>
                <a:latin typeface="Arial"/>
                <a:ea typeface="DejaVu Sans"/>
              </a:rPr>
              <a:t>joint </a:t>
            </a:r>
            <a:r>
              <a:rPr lang="en-GB" sz="2400" b="0" strike="noStrike" spc="-1">
                <a:solidFill>
                  <a:srgbClr val="2E461B"/>
                </a:solidFill>
                <a:latin typeface="Arial"/>
                <a:ea typeface="DejaVu Sans"/>
              </a:rPr>
              <a:t>is a connection of two or more links at the nodes which allows some motion between the links.</a:t>
            </a:r>
            <a:endParaRPr lang="en-GB" sz="24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nodeType="clickEffect">
                                  <p:stCondLst>
                                    <p:cond delay="0"/>
                                  </p:stCondLst>
                                  <p:childTnLst>
                                    <p:set>
                                      <p:cBhvr>
                                        <p:cTn id="10" dur="1" fill="hold">
                                          <p:stCondLst>
                                            <p:cond delay="0"/>
                                          </p:stCondLst>
                                        </p:cTn>
                                        <p:tgtEl>
                                          <p:spTgt spid="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nodeType="clickEffect">
                                  <p:stCondLst>
                                    <p:cond delay="0"/>
                                  </p:stCondLst>
                                  <p:childTnLst>
                                    <p:set>
                                      <p:cBhvr>
                                        <p:cTn id="14" dur="1" fill="hold">
                                          <p:stCondLst>
                                            <p:cond delay="0"/>
                                          </p:stCondLst>
                                        </p:cTn>
                                        <p:tgtEl>
                                          <p:spTgt spid="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fill="hold" nodeType="clickEffect">
                                  <p:stCondLst>
                                    <p:cond delay="0"/>
                                  </p:stCondLst>
                                  <p:childTnLst>
                                    <p:set>
                                      <p:cBhvr>
                                        <p:cTn id="18" dur="1" fill="hold">
                                          <p:stCondLst>
                                            <p:cond delay="0"/>
                                          </p:stCondLst>
                                        </p:cTn>
                                        <p:tgtEl>
                                          <p:spTgt spid="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fill="hold" nodeType="clickEffect">
                                  <p:stCondLst>
                                    <p:cond delay="0"/>
                                  </p:stCondLst>
                                  <p:childTnLst>
                                    <p:set>
                                      <p:cBhvr>
                                        <p:cTn id="22" dur="1" fill="hold">
                                          <p:stCondLst>
                                            <p:cond delay="0"/>
                                          </p:stCondLst>
                                        </p:cTn>
                                        <p:tgtEl>
                                          <p:spTgt spid="1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 name="CustomShape 3"/>
          <p:cNvSpPr/>
          <p:nvPr/>
        </p:nvSpPr>
        <p:spPr>
          <a:xfrm>
            <a:off x="692640" y="301680"/>
            <a:ext cx="8692560" cy="109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Kinematic Chains</a:t>
            </a:r>
            <a:endParaRPr lang="en-GB" sz="4400" b="0" strike="noStrike" spc="-1">
              <a:solidFill>
                <a:srgbClr val="000000"/>
              </a:solidFill>
              <a:latin typeface="Arial"/>
            </a:endParaRPr>
          </a:p>
        </p:txBody>
      </p:sp>
      <p:sp>
        <p:nvSpPr>
          <p:cNvPr id="151" name="CustomShape 4"/>
          <p:cNvSpPr/>
          <p:nvPr/>
        </p:nvSpPr>
        <p:spPr>
          <a:xfrm>
            <a:off x="692640" y="1509480"/>
            <a:ext cx="4240800" cy="3523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0500" lnSpcReduction="20000"/>
          </a:bodyPr>
          <a:lstStyle/>
          <a:p>
            <a:pPr marL="228600" indent="-227520">
              <a:lnSpc>
                <a:spcPct val="90000"/>
              </a:lnSpc>
              <a:spcAft>
                <a:spcPts val="1414"/>
              </a:spcAft>
              <a:buClr>
                <a:srgbClr val="000000"/>
              </a:buClr>
              <a:buSzPct val="45000"/>
              <a:buFont typeface="Wingdings" charset="2"/>
              <a:buChar char=""/>
            </a:pPr>
            <a:r>
              <a:rPr lang="en-GB" sz="1800" b="0" strike="noStrike" spc="-1">
                <a:solidFill>
                  <a:srgbClr val="2E461B"/>
                </a:solidFill>
                <a:latin typeface="Arial"/>
                <a:ea typeface="DejaVu Sans"/>
              </a:rPr>
              <a:t>A sequence of joints and links is known as a </a:t>
            </a:r>
            <a:r>
              <a:rPr lang="en-GB" sz="1800" b="1" i="1" strike="noStrike" spc="-1">
                <a:solidFill>
                  <a:srgbClr val="2E461B"/>
                </a:solidFill>
                <a:latin typeface="Arial"/>
                <a:ea typeface="DejaVu Sans"/>
              </a:rPr>
              <a:t>kinematic chain</a:t>
            </a:r>
            <a:r>
              <a:rPr lang="en-GB" sz="1800" b="0" strike="noStrike" spc="-1">
                <a:solidFill>
                  <a:srgbClr val="2E461B"/>
                </a:solidFill>
                <a:latin typeface="Arial"/>
                <a:ea typeface="DejaVu Sans"/>
              </a:rPr>
              <a:t>.</a:t>
            </a:r>
            <a:endParaRPr lang="en-GB" sz="18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1800" b="0" strike="noStrike" spc="-1">
                <a:solidFill>
                  <a:srgbClr val="2E461B"/>
                </a:solidFill>
                <a:latin typeface="Arial"/>
                <a:ea typeface="DejaVu Sans"/>
              </a:rPr>
              <a:t>Consider a motor car engine where the reciprocating motion of the piston is transformed into rotational motion of the crankshaft on bearings mounted in a fixed frame.</a:t>
            </a:r>
            <a:endParaRPr lang="en-GB" sz="18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1800" b="0" strike="noStrike" spc="-1">
                <a:solidFill>
                  <a:srgbClr val="2E461B"/>
                </a:solidFill>
                <a:latin typeface="Arial"/>
                <a:ea typeface="DejaVu Sans"/>
              </a:rPr>
              <a:t>We represent this as being composed of four connected links:</a:t>
            </a:r>
            <a:endParaRPr lang="en-GB" sz="1800" b="0" strike="noStrike" spc="-1">
              <a:solidFill>
                <a:srgbClr val="000000"/>
              </a:solidFill>
              <a:latin typeface="Arial"/>
            </a:endParaRPr>
          </a:p>
          <a:p>
            <a:pPr marL="685800" lvl="1" indent="-227520">
              <a:lnSpc>
                <a:spcPct val="90000"/>
              </a:lnSpc>
              <a:spcAft>
                <a:spcPts val="1414"/>
              </a:spcAft>
              <a:buClr>
                <a:srgbClr val="000000"/>
              </a:buClr>
              <a:buSzPct val="75000"/>
              <a:buFont typeface="Symbol"/>
              <a:buChar char=""/>
            </a:pPr>
            <a:r>
              <a:rPr lang="en-GB" sz="1800" b="0" strike="noStrike" spc="-1">
                <a:solidFill>
                  <a:srgbClr val="2E461B"/>
                </a:solidFill>
                <a:latin typeface="Arial"/>
                <a:ea typeface="DejaVu Sans"/>
              </a:rPr>
              <a:t>Link 1. Crankshaft</a:t>
            </a:r>
            <a:endParaRPr lang="en-GB" sz="1800" b="0" strike="noStrike" spc="-1">
              <a:solidFill>
                <a:srgbClr val="000000"/>
              </a:solidFill>
              <a:latin typeface="Arial"/>
            </a:endParaRPr>
          </a:p>
          <a:p>
            <a:pPr marL="685800" lvl="1" indent="-227520">
              <a:lnSpc>
                <a:spcPct val="90000"/>
              </a:lnSpc>
              <a:spcAft>
                <a:spcPts val="1414"/>
              </a:spcAft>
              <a:buClr>
                <a:srgbClr val="000000"/>
              </a:buClr>
              <a:buSzPct val="75000"/>
              <a:buFont typeface="Symbol"/>
              <a:buChar char=""/>
            </a:pPr>
            <a:r>
              <a:rPr lang="en-GB" sz="1800" b="0" strike="noStrike" spc="-1">
                <a:solidFill>
                  <a:srgbClr val="2E461B"/>
                </a:solidFill>
                <a:latin typeface="Arial"/>
                <a:ea typeface="DejaVu Sans"/>
              </a:rPr>
              <a:t>Link 2. Connecting Rod</a:t>
            </a:r>
            <a:endParaRPr lang="en-GB" sz="1800" b="0" strike="noStrike" spc="-1">
              <a:solidFill>
                <a:srgbClr val="000000"/>
              </a:solidFill>
              <a:latin typeface="Arial"/>
            </a:endParaRPr>
          </a:p>
          <a:p>
            <a:pPr marL="685800" lvl="1" indent="-227520">
              <a:lnSpc>
                <a:spcPct val="90000"/>
              </a:lnSpc>
              <a:spcAft>
                <a:spcPts val="1414"/>
              </a:spcAft>
              <a:buClr>
                <a:srgbClr val="000000"/>
              </a:buClr>
              <a:buSzPct val="75000"/>
              <a:buFont typeface="Symbol"/>
              <a:buChar char=""/>
            </a:pPr>
            <a:r>
              <a:rPr lang="en-GB" sz="1800" b="0" strike="noStrike" spc="-1">
                <a:solidFill>
                  <a:srgbClr val="2E461B"/>
                </a:solidFill>
                <a:latin typeface="Arial"/>
                <a:ea typeface="DejaVu Sans"/>
              </a:rPr>
              <a:t>Link 3. Fixed Frame</a:t>
            </a:r>
            <a:endParaRPr lang="en-GB" sz="1800" b="0" strike="noStrike" spc="-1">
              <a:solidFill>
                <a:srgbClr val="000000"/>
              </a:solidFill>
              <a:latin typeface="Arial"/>
            </a:endParaRPr>
          </a:p>
          <a:p>
            <a:pPr marL="685800" lvl="1" indent="-227520">
              <a:lnSpc>
                <a:spcPct val="90000"/>
              </a:lnSpc>
              <a:spcAft>
                <a:spcPts val="1414"/>
              </a:spcAft>
              <a:buClr>
                <a:srgbClr val="000000"/>
              </a:buClr>
              <a:buSzPct val="75000"/>
              <a:buFont typeface="Symbol"/>
              <a:buChar char=""/>
            </a:pPr>
            <a:r>
              <a:rPr lang="en-GB" sz="1800" b="0" strike="noStrike" spc="-1">
                <a:solidFill>
                  <a:srgbClr val="2E461B"/>
                </a:solidFill>
                <a:latin typeface="Arial"/>
                <a:ea typeface="DejaVu Sans"/>
              </a:rPr>
              <a:t>Link 4. Piston</a:t>
            </a:r>
            <a:endParaRPr lang="en-GB" sz="1800" b="0" strike="noStrike" spc="-1">
              <a:solidFill>
                <a:srgbClr val="000000"/>
              </a:solidFill>
              <a:latin typeface="Arial"/>
            </a:endParaRPr>
          </a:p>
        </p:txBody>
      </p:sp>
      <p:sp>
        <p:nvSpPr>
          <p:cNvPr id="152" name="CustomShape 5"/>
          <p:cNvSpPr/>
          <p:nvPr/>
        </p:nvSpPr>
        <p:spPr>
          <a:xfrm>
            <a:off x="5147640" y="1509480"/>
            <a:ext cx="4240800" cy="352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pic>
        <p:nvPicPr>
          <p:cNvPr id="153" name="Picture 152"/>
          <p:cNvPicPr/>
          <p:nvPr/>
        </p:nvPicPr>
        <p:blipFill>
          <a:blip r:embed="rId3"/>
          <a:stretch/>
        </p:blipFill>
        <p:spPr>
          <a:xfrm>
            <a:off x="5655240" y="1397880"/>
            <a:ext cx="3388320" cy="368136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1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nodeType="clickEffect">
                                  <p:stCondLst>
                                    <p:cond delay="0"/>
                                  </p:stCondLst>
                                  <p:childTnLst>
                                    <p:set>
                                      <p:cBhvr>
                                        <p:cTn id="10" dur="1" fill="hold">
                                          <p:stCondLst>
                                            <p:cond delay="0"/>
                                          </p:stCondLst>
                                        </p:cTn>
                                        <p:tgtEl>
                                          <p:spTgt spid="1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nodeType="clickEffect">
                                  <p:stCondLst>
                                    <p:cond delay="0"/>
                                  </p:stCondLst>
                                  <p:childTnLst>
                                    <p:set>
                                      <p:cBhvr>
                                        <p:cTn id="14" dur="1" fill="hold">
                                          <p:stCondLst>
                                            <p:cond delay="0"/>
                                          </p:stCondLst>
                                        </p:cTn>
                                        <p:tgtEl>
                                          <p:spTgt spid="1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fill="hold" nodeType="clickEffect">
                                  <p:stCondLst>
                                    <p:cond delay="0"/>
                                  </p:stCondLst>
                                  <p:childTnLst>
                                    <p:set>
                                      <p:cBhvr>
                                        <p:cTn id="18" dur="1" fill="hold">
                                          <p:stCondLst>
                                            <p:cond delay="0"/>
                                          </p:stCondLst>
                                        </p:cTn>
                                        <p:tgtEl>
                                          <p:spTgt spid="1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fill="hold" nodeType="clickEffect">
                                  <p:stCondLst>
                                    <p:cond delay="0"/>
                                  </p:stCondLst>
                                  <p:childTnLst>
                                    <p:set>
                                      <p:cBhvr>
                                        <p:cTn id="22" dur="1" fill="hold">
                                          <p:stCondLst>
                                            <p:cond delay="0"/>
                                          </p:stCondLst>
                                        </p:cTn>
                                        <p:tgtEl>
                                          <p:spTgt spid="1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fill="hold" nodeType="clickEffect">
                                  <p:stCondLst>
                                    <p:cond delay="0"/>
                                  </p:stCondLst>
                                  <p:childTnLst>
                                    <p:set>
                                      <p:cBhvr>
                                        <p:cTn id="26" dur="1" fill="hold">
                                          <p:stCondLst>
                                            <p:cond delay="0"/>
                                          </p:stCondLst>
                                        </p:cTn>
                                        <p:tgtEl>
                                          <p:spTgt spid="1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Class="entr" fill="hold" nodeType="clickEffect">
                                  <p:stCondLst>
                                    <p:cond delay="0"/>
                                  </p:stCondLst>
                                  <p:childTnLst>
                                    <p:set>
                                      <p:cBhvr>
                                        <p:cTn id="30" dur="1" fill="hold">
                                          <p:stCondLst>
                                            <p:cond delay="0"/>
                                          </p:stCondLst>
                                        </p:cTn>
                                        <p:tgtEl>
                                          <p:spTgt spid="1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6" name="CustomShape 3"/>
          <p:cNvSpPr/>
          <p:nvPr/>
        </p:nvSpPr>
        <p:spPr>
          <a:xfrm>
            <a:off x="692640" y="301680"/>
            <a:ext cx="8692920" cy="109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CAMs</a:t>
            </a:r>
            <a:endParaRPr lang="en-GB" sz="4400" b="0" strike="noStrike" spc="-1">
              <a:solidFill>
                <a:srgbClr val="000000"/>
              </a:solidFill>
              <a:latin typeface="Arial"/>
            </a:endParaRPr>
          </a:p>
        </p:txBody>
      </p:sp>
      <p:sp>
        <p:nvSpPr>
          <p:cNvPr id="157" name="CustomShape 4"/>
          <p:cNvSpPr/>
          <p:nvPr/>
        </p:nvSpPr>
        <p:spPr>
          <a:xfrm>
            <a:off x="692640" y="1509480"/>
            <a:ext cx="4241160" cy="352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6000"/>
          </a:bodyPr>
          <a:lstStyle/>
          <a:p>
            <a:pPr marL="228600" indent="-227880">
              <a:lnSpc>
                <a:spcPct val="90000"/>
              </a:lnSpc>
              <a:spcAft>
                <a:spcPts val="1414"/>
              </a:spcAft>
              <a:buClr>
                <a:srgbClr val="000000"/>
              </a:buClr>
              <a:buSzPct val="45000"/>
              <a:buFont typeface="Wingdings" charset="2"/>
              <a:buChar char=""/>
            </a:pPr>
            <a:r>
              <a:rPr lang="en-GB" sz="2000" b="0" strike="noStrike" spc="-1">
                <a:solidFill>
                  <a:srgbClr val="2E461B"/>
                </a:solidFill>
                <a:latin typeface="Arial"/>
                <a:ea typeface="DejaVu Sans"/>
              </a:rPr>
              <a:t>A </a:t>
            </a:r>
            <a:r>
              <a:rPr lang="en-GB" sz="2000" b="1" i="1" strike="noStrike" spc="-1">
                <a:solidFill>
                  <a:srgbClr val="2E461B"/>
                </a:solidFill>
                <a:latin typeface="Arial"/>
                <a:ea typeface="DejaVu Sans"/>
              </a:rPr>
              <a:t>cam</a:t>
            </a:r>
            <a:r>
              <a:rPr lang="en-GB" sz="2000" b="0" strike="noStrike" spc="-1">
                <a:solidFill>
                  <a:srgbClr val="2E461B"/>
                </a:solidFill>
                <a:latin typeface="Arial"/>
                <a:ea typeface="DejaVu Sans"/>
              </a:rPr>
              <a:t> is a body which rotates and in doing so imparts a reciprocating motion to a second body called the </a:t>
            </a:r>
            <a:r>
              <a:rPr lang="en-GB" sz="2000" b="1" i="1" strike="noStrike" spc="-1">
                <a:solidFill>
                  <a:srgbClr val="2E461B"/>
                </a:solidFill>
                <a:latin typeface="Arial"/>
                <a:ea typeface="DejaVu Sans"/>
              </a:rPr>
              <a:t>follower</a:t>
            </a:r>
            <a:r>
              <a:rPr lang="en-GB" sz="2000" b="0" strike="noStrike" spc="-1">
                <a:solidFill>
                  <a:srgbClr val="2E461B"/>
                </a:solidFill>
                <a:latin typeface="Arial"/>
                <a:ea typeface="DejaVu Sans"/>
              </a:rPr>
              <a:t>.</a:t>
            </a:r>
            <a:endParaRPr lang="en-GB" sz="2000" b="0" strike="noStrike" spc="-1">
              <a:solidFill>
                <a:srgbClr val="000000"/>
              </a:solidFill>
              <a:latin typeface="Arial"/>
            </a:endParaRPr>
          </a:p>
          <a:p>
            <a:pPr marL="228600" indent="-227880">
              <a:lnSpc>
                <a:spcPct val="90000"/>
              </a:lnSpc>
              <a:spcAft>
                <a:spcPts val="1414"/>
              </a:spcAft>
              <a:buClr>
                <a:srgbClr val="000000"/>
              </a:buClr>
              <a:buSzPct val="45000"/>
              <a:buFont typeface="Wingdings" charset="2"/>
              <a:buChar char=""/>
            </a:pPr>
            <a:r>
              <a:rPr lang="en-GB" sz="2000" b="0" strike="noStrike" spc="-1">
                <a:solidFill>
                  <a:srgbClr val="2E461B"/>
                </a:solidFill>
                <a:latin typeface="Arial"/>
                <a:ea typeface="DejaVu Sans"/>
              </a:rPr>
              <a:t>As the cam rotates the follower is made to rise, fall or dwell, the lengths of time at each of these positions dependent on the shape of the cam.</a:t>
            </a:r>
            <a:endParaRPr lang="en-GB" sz="2000" b="0" strike="noStrike" spc="-1">
              <a:solidFill>
                <a:srgbClr val="000000"/>
              </a:solidFill>
              <a:latin typeface="Arial"/>
            </a:endParaRPr>
          </a:p>
          <a:p>
            <a:pPr marL="228600" indent="-227880">
              <a:lnSpc>
                <a:spcPct val="90000"/>
              </a:lnSpc>
              <a:spcAft>
                <a:spcPts val="1414"/>
              </a:spcAft>
              <a:buClr>
                <a:srgbClr val="000000"/>
              </a:buClr>
              <a:buSzPct val="45000"/>
              <a:buFont typeface="Wingdings" charset="2"/>
              <a:buChar char=""/>
            </a:pPr>
            <a:r>
              <a:rPr lang="en-GB" sz="2000" b="0" strike="noStrike" spc="-1">
                <a:solidFill>
                  <a:srgbClr val="2E461B"/>
                </a:solidFill>
                <a:latin typeface="Arial"/>
                <a:ea typeface="DejaVu Sans"/>
              </a:rPr>
              <a:t>Rise section: drives the follower upwards.</a:t>
            </a:r>
            <a:endParaRPr lang="en-GB" sz="2000" b="0" strike="noStrike" spc="-1">
              <a:solidFill>
                <a:srgbClr val="000000"/>
              </a:solidFill>
              <a:latin typeface="Arial"/>
            </a:endParaRPr>
          </a:p>
          <a:p>
            <a:pPr marL="228600" indent="-227880">
              <a:lnSpc>
                <a:spcPct val="90000"/>
              </a:lnSpc>
              <a:spcAft>
                <a:spcPts val="1414"/>
              </a:spcAft>
              <a:buClr>
                <a:srgbClr val="000000"/>
              </a:buClr>
              <a:buSzPct val="45000"/>
              <a:buFont typeface="Wingdings" charset="2"/>
              <a:buChar char=""/>
            </a:pPr>
            <a:r>
              <a:rPr lang="en-GB" sz="2000" b="0" strike="noStrike" spc="-1">
                <a:solidFill>
                  <a:srgbClr val="2E461B"/>
                </a:solidFill>
                <a:latin typeface="Arial"/>
                <a:ea typeface="DejaVu Sans"/>
              </a:rPr>
              <a:t>Fall section: lowers the follower.</a:t>
            </a:r>
            <a:endParaRPr lang="en-GB" sz="2000" b="0" strike="noStrike" spc="-1">
              <a:solidFill>
                <a:srgbClr val="000000"/>
              </a:solidFill>
              <a:latin typeface="Arial"/>
            </a:endParaRPr>
          </a:p>
          <a:p>
            <a:pPr marL="228600" indent="-227880">
              <a:lnSpc>
                <a:spcPct val="90000"/>
              </a:lnSpc>
              <a:spcAft>
                <a:spcPts val="1414"/>
              </a:spcAft>
              <a:buClr>
                <a:srgbClr val="000000"/>
              </a:buClr>
              <a:buSzPct val="45000"/>
              <a:buFont typeface="Wingdings" charset="2"/>
              <a:buChar char=""/>
            </a:pPr>
            <a:r>
              <a:rPr lang="en-GB" sz="2000" b="0" strike="noStrike" spc="-1">
                <a:solidFill>
                  <a:srgbClr val="2E461B"/>
                </a:solidFill>
                <a:latin typeface="Arial"/>
                <a:ea typeface="DejaVu Sans"/>
              </a:rPr>
              <a:t>Dwell section: allows the follower to remain stationary and is the circular portion of the cam body</a:t>
            </a:r>
            <a:endParaRPr lang="en-GB" sz="2000" b="0" strike="noStrike" spc="-1">
              <a:solidFill>
                <a:srgbClr val="000000"/>
              </a:solidFill>
              <a:latin typeface="Arial"/>
            </a:endParaRPr>
          </a:p>
        </p:txBody>
      </p:sp>
      <p:sp>
        <p:nvSpPr>
          <p:cNvPr id="158" name="CustomShape 5"/>
          <p:cNvSpPr/>
          <p:nvPr/>
        </p:nvSpPr>
        <p:spPr>
          <a:xfrm>
            <a:off x="5147640" y="1509480"/>
            <a:ext cx="4241160" cy="352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pic>
        <p:nvPicPr>
          <p:cNvPr id="159" name="Picture 158"/>
          <p:cNvPicPr/>
          <p:nvPr/>
        </p:nvPicPr>
        <p:blipFill>
          <a:blip r:embed="rId3"/>
          <a:stretch/>
        </p:blipFill>
        <p:spPr>
          <a:xfrm>
            <a:off x="6190920" y="1551960"/>
            <a:ext cx="2213280" cy="338796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1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nodeType="clickEffect">
                                  <p:stCondLst>
                                    <p:cond delay="0"/>
                                  </p:stCondLst>
                                  <p:childTnLst>
                                    <p:set>
                                      <p:cBhvr>
                                        <p:cTn id="10" dur="1" fill="hold">
                                          <p:stCondLst>
                                            <p:cond delay="0"/>
                                          </p:stCondLst>
                                        </p:cTn>
                                        <p:tgtEl>
                                          <p:spTgt spid="15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nodeType="clickEffect">
                                  <p:stCondLst>
                                    <p:cond delay="0"/>
                                  </p:stCondLst>
                                  <p:childTnLst>
                                    <p:set>
                                      <p:cBhvr>
                                        <p:cTn id="14" dur="1" fill="hold">
                                          <p:stCondLst>
                                            <p:cond delay="0"/>
                                          </p:stCondLst>
                                        </p:cTn>
                                        <p:tgtEl>
                                          <p:spTgt spid="15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fill="hold" nodeType="clickEffect">
                                  <p:stCondLst>
                                    <p:cond delay="0"/>
                                  </p:stCondLst>
                                  <p:childTnLst>
                                    <p:set>
                                      <p:cBhvr>
                                        <p:cTn id="18" dur="1" fill="hold">
                                          <p:stCondLst>
                                            <p:cond delay="0"/>
                                          </p:stCondLst>
                                        </p:cTn>
                                        <p:tgtEl>
                                          <p:spTgt spid="15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fill="hold" nodeType="clickEffect">
                                  <p:stCondLst>
                                    <p:cond delay="0"/>
                                  </p:stCondLst>
                                  <p:childTnLst>
                                    <p:set>
                                      <p:cBhvr>
                                        <p:cTn id="22" dur="1" fill="hold">
                                          <p:stCondLst>
                                            <p:cond delay="0"/>
                                          </p:stCondLst>
                                        </p:cTn>
                                        <p:tgtEl>
                                          <p:spTgt spid="15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2" name="CustomShape 3"/>
          <p:cNvSpPr/>
          <p:nvPr/>
        </p:nvSpPr>
        <p:spPr>
          <a:xfrm>
            <a:off x="692640" y="301680"/>
            <a:ext cx="8692920" cy="109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CAMs</a:t>
            </a:r>
            <a:endParaRPr lang="en-GB" sz="4400" b="0" strike="noStrike" spc="-1">
              <a:solidFill>
                <a:srgbClr val="000000"/>
              </a:solidFill>
              <a:latin typeface="Arial"/>
            </a:endParaRPr>
          </a:p>
        </p:txBody>
      </p:sp>
      <p:pic>
        <p:nvPicPr>
          <p:cNvPr id="163" name="Picture 6_1"/>
          <p:cNvPicPr/>
          <p:nvPr/>
        </p:nvPicPr>
        <p:blipFill>
          <a:blip r:embed="rId3"/>
          <a:stretch/>
        </p:blipFill>
        <p:spPr>
          <a:xfrm>
            <a:off x="2245680" y="1397880"/>
            <a:ext cx="5587200" cy="34891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4" name="CustomShape 1"/>
          <p:cNvSpPr/>
          <p:nvPr/>
        </p:nvSpPr>
        <p:spPr>
          <a:xfrm>
            <a:off x="692640" y="301680"/>
            <a:ext cx="8692920" cy="109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CAMs</a:t>
            </a:r>
            <a:endParaRPr lang="en-GB" sz="4400" b="0" strike="noStrike" spc="-1">
              <a:solidFill>
                <a:srgbClr val="000000"/>
              </a:solidFill>
              <a:latin typeface="Arial"/>
            </a:endParaRPr>
          </a:p>
        </p:txBody>
      </p:sp>
      <p:sp>
        <p:nvSpPr>
          <p:cNvPr id="165" name="CustomShape 2"/>
          <p:cNvSpPr/>
          <p:nvPr/>
        </p:nvSpPr>
        <p:spPr>
          <a:xfrm>
            <a:off x="8179560" y="5208480"/>
            <a:ext cx="799200" cy="300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fld id="{621B26EF-6D7E-40B8-91A2-D8EE3E1FC650}" type="datetime">
              <a:rPr lang="en-GB" sz="1200" b="0" strike="noStrike" spc="-1">
                <a:solidFill>
                  <a:srgbClr val="898989"/>
                </a:solidFill>
                <a:latin typeface="Calibri"/>
                <a:ea typeface="DejaVu Sans"/>
              </a:rPr>
              <a:t>24/02/2025</a:t>
            </a:fld>
            <a:endParaRPr lang="en-GB" sz="1200" b="0" strike="noStrike" spc="-1">
              <a:solidFill>
                <a:srgbClr val="000000"/>
              </a:solidFill>
              <a:latin typeface="Arial"/>
            </a:endParaRPr>
          </a:p>
        </p:txBody>
      </p:sp>
      <p:sp>
        <p:nvSpPr>
          <p:cNvPr id="166" name="CustomShape 3"/>
          <p:cNvSpPr/>
          <p:nvPr/>
        </p:nvSpPr>
        <p:spPr>
          <a:xfrm>
            <a:off x="9081720" y="5208480"/>
            <a:ext cx="304200" cy="300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fld id="{7A90DB86-28B4-4DB7-9179-6DF6B002A922}" type="slidenum">
              <a:rPr lang="en-GB" sz="1200" b="0" strike="noStrike" spc="-1">
                <a:solidFill>
                  <a:srgbClr val="898989"/>
                </a:solidFill>
                <a:latin typeface="Calibri"/>
                <a:ea typeface="DejaVu Sans"/>
              </a:rPr>
              <a:t>10</a:t>
            </a:fld>
            <a:endParaRPr lang="en-GB" sz="1200" b="0" strike="noStrike" spc="-1">
              <a:solidFill>
                <a:srgbClr val="000000"/>
              </a:solidFill>
              <a:latin typeface="Arial"/>
            </a:endParaRPr>
          </a:p>
        </p:txBody>
      </p:sp>
      <p:sp>
        <p:nvSpPr>
          <p:cNvPr id="167" name="CustomShape 4"/>
          <p:cNvSpPr/>
          <p:nvPr/>
        </p:nvSpPr>
        <p:spPr>
          <a:xfrm>
            <a:off x="503640" y="1326600"/>
            <a:ext cx="9070920" cy="3287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28600" indent="-227880">
              <a:lnSpc>
                <a:spcPct val="90000"/>
              </a:lnSpc>
              <a:spcAft>
                <a:spcPts val="1414"/>
              </a:spcAft>
              <a:buClr>
                <a:srgbClr val="000000"/>
              </a:buClr>
              <a:buFont typeface="Arial"/>
              <a:buChar char="•"/>
            </a:pPr>
            <a:r>
              <a:rPr lang="en-GB" sz="2800" b="0" strike="noStrike" spc="-1" dirty="0">
                <a:solidFill>
                  <a:srgbClr val="2E461B"/>
                </a:solidFill>
                <a:latin typeface="Arial"/>
                <a:ea typeface="DejaVu Sans"/>
              </a:rPr>
              <a:t>https://www.youtube.com/watch?v=WsXC2FiZyzs</a:t>
            </a:r>
            <a:endParaRPr lang="en-GB" sz="28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0" name="CustomShape 3"/>
          <p:cNvSpPr/>
          <p:nvPr/>
        </p:nvSpPr>
        <p:spPr>
          <a:xfrm>
            <a:off x="692640" y="301680"/>
            <a:ext cx="8692920" cy="109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CAMs</a:t>
            </a:r>
            <a:endParaRPr lang="en-GB" sz="4400" b="0" strike="noStrike" spc="-1">
              <a:solidFill>
                <a:srgbClr val="000000"/>
              </a:solidFill>
              <a:latin typeface="Arial"/>
            </a:endParaRPr>
          </a:p>
        </p:txBody>
      </p:sp>
      <p:sp>
        <p:nvSpPr>
          <p:cNvPr id="171" name="CustomShape 4"/>
          <p:cNvSpPr/>
          <p:nvPr/>
        </p:nvSpPr>
        <p:spPr>
          <a:xfrm>
            <a:off x="692640" y="1509480"/>
            <a:ext cx="8692920" cy="352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28600" indent="-22788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Cam shape required to produce a particular type of motion will depend on the shape of the cam and type of follower used.</a:t>
            </a:r>
            <a:endParaRPr lang="en-GB" sz="2400" b="0" strike="noStrike" spc="-1">
              <a:solidFill>
                <a:srgbClr val="000000"/>
              </a:solidFill>
              <a:latin typeface="Arial"/>
            </a:endParaRPr>
          </a:p>
          <a:p>
            <a:pPr marL="228600" indent="-22788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Uniform speed followers can be obtained by using a heart-shaped cam which give a displacement which decrease or increases at a constant rate.</a:t>
            </a:r>
            <a:endParaRPr lang="en-GB" sz="2400" b="0" strike="noStrike" spc="-1">
              <a:solidFill>
                <a:srgbClr val="000000"/>
              </a:solidFill>
              <a:latin typeface="Arial"/>
            </a:endParaRPr>
          </a:p>
        </p:txBody>
      </p:sp>
      <p:pic>
        <p:nvPicPr>
          <p:cNvPr id="172" name="Picture 171"/>
          <p:cNvPicPr/>
          <p:nvPr/>
        </p:nvPicPr>
        <p:blipFill>
          <a:blip r:embed="rId3"/>
          <a:stretch/>
        </p:blipFill>
        <p:spPr>
          <a:xfrm>
            <a:off x="2335320" y="3420000"/>
            <a:ext cx="5403600" cy="209700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 name="CustomShape 1"/>
          <p:cNvSpPr/>
          <p:nvPr/>
        </p:nvSpPr>
        <p:spPr>
          <a:xfrm>
            <a:off x="692640" y="301680"/>
            <a:ext cx="8692920" cy="109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CAMs</a:t>
            </a:r>
            <a:endParaRPr lang="en-GB" sz="4400" b="0" strike="noStrike" spc="-1">
              <a:solidFill>
                <a:srgbClr val="000000"/>
              </a:solidFill>
              <a:latin typeface="Arial"/>
            </a:endParaRPr>
          </a:p>
        </p:txBody>
      </p:sp>
      <p:sp>
        <p:nvSpPr>
          <p:cNvPr id="176" name="CustomShape 4"/>
          <p:cNvSpPr/>
          <p:nvPr/>
        </p:nvSpPr>
        <p:spPr>
          <a:xfrm>
            <a:off x="503640" y="1326600"/>
            <a:ext cx="9070920" cy="3287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28600" indent="-227880">
              <a:lnSpc>
                <a:spcPct val="90000"/>
              </a:lnSpc>
              <a:spcAft>
                <a:spcPts val="1414"/>
              </a:spcAft>
              <a:buClr>
                <a:srgbClr val="000000"/>
              </a:buClr>
              <a:buFont typeface="Arial"/>
              <a:buChar char="•"/>
            </a:pPr>
            <a:r>
              <a:rPr lang="en-GB" sz="3200" b="0" strike="noStrike" spc="-1" dirty="0">
                <a:solidFill>
                  <a:srgbClr val="2E461B"/>
                </a:solidFill>
                <a:latin typeface="Arial"/>
                <a:ea typeface="DejaVu Sans"/>
              </a:rPr>
              <a:t>https://www.youtube.com/watch?v=7cEH54j2baY</a:t>
            </a:r>
            <a:endParaRPr lang="en-GB" sz="32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7" name="CustomShape 1"/>
          <p:cNvSpPr/>
          <p:nvPr/>
        </p:nvSpPr>
        <p:spPr>
          <a:xfrm>
            <a:off x="692640" y="301680"/>
            <a:ext cx="8692920" cy="109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CAMs</a:t>
            </a:r>
            <a:endParaRPr lang="en-GB" sz="4400" b="0" strike="noStrike" spc="-1">
              <a:solidFill>
                <a:srgbClr val="000000"/>
              </a:solidFill>
              <a:latin typeface="Arial"/>
            </a:endParaRPr>
          </a:p>
        </p:txBody>
      </p:sp>
      <p:pic>
        <p:nvPicPr>
          <p:cNvPr id="180" name="Picture 25_1"/>
          <p:cNvPicPr/>
          <p:nvPr/>
        </p:nvPicPr>
        <p:blipFill>
          <a:blip r:embed="rId3"/>
          <a:stretch/>
        </p:blipFill>
        <p:spPr>
          <a:xfrm>
            <a:off x="6293880" y="1497600"/>
            <a:ext cx="2132280" cy="2325240"/>
          </a:xfrm>
          <a:prstGeom prst="rect">
            <a:avLst/>
          </a:prstGeom>
          <a:ln w="0">
            <a:noFill/>
          </a:ln>
        </p:spPr>
      </p:pic>
      <p:pic>
        <p:nvPicPr>
          <p:cNvPr id="181" name="Picture 13_1"/>
          <p:cNvPicPr/>
          <p:nvPr/>
        </p:nvPicPr>
        <p:blipFill>
          <a:blip r:embed="rId4"/>
          <a:srcRect t="7825" b="10351"/>
          <a:stretch/>
        </p:blipFill>
        <p:spPr>
          <a:xfrm>
            <a:off x="3451320" y="1605960"/>
            <a:ext cx="2243160" cy="2135880"/>
          </a:xfrm>
          <a:prstGeom prst="rect">
            <a:avLst/>
          </a:prstGeom>
          <a:ln w="0">
            <a:noFill/>
          </a:ln>
        </p:spPr>
      </p:pic>
      <p:pic>
        <p:nvPicPr>
          <p:cNvPr id="182" name="Picture 7_1"/>
          <p:cNvPicPr/>
          <p:nvPr/>
        </p:nvPicPr>
        <p:blipFill>
          <a:blip r:embed="rId5"/>
          <a:srcRect l="20807" t="9248" r="14284" b="9598"/>
          <a:stretch/>
        </p:blipFill>
        <p:spPr>
          <a:xfrm>
            <a:off x="1041480" y="1692720"/>
            <a:ext cx="1810440" cy="196236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5" name="CustomShape 3"/>
          <p:cNvSpPr/>
          <p:nvPr/>
        </p:nvSpPr>
        <p:spPr>
          <a:xfrm>
            <a:off x="692640" y="301680"/>
            <a:ext cx="8692920" cy="109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CAMs</a:t>
            </a:r>
            <a:endParaRPr lang="en-GB" sz="4400" b="0" strike="noStrike" spc="-1">
              <a:solidFill>
                <a:srgbClr val="000000"/>
              </a:solidFill>
              <a:latin typeface="Arial"/>
            </a:endParaRPr>
          </a:p>
        </p:txBody>
      </p:sp>
      <p:sp>
        <p:nvSpPr>
          <p:cNvPr id="186" name="CustomShape 4"/>
          <p:cNvSpPr/>
          <p:nvPr/>
        </p:nvSpPr>
        <p:spPr>
          <a:xfrm>
            <a:off x="692640" y="1509480"/>
            <a:ext cx="8692920" cy="352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28600" indent="-227880">
              <a:lnSpc>
                <a:spcPct val="90000"/>
              </a:lnSpc>
              <a:spcAft>
                <a:spcPts val="1414"/>
              </a:spcAft>
              <a:buClr>
                <a:srgbClr val="000000"/>
              </a:buClr>
              <a:buSzPct val="45000"/>
              <a:buFont typeface="Wingdings" charset="2"/>
              <a:buChar char=""/>
            </a:pPr>
            <a:r>
              <a:rPr lang="en-GB" sz="1800" b="0" strike="noStrike" spc="-1">
                <a:solidFill>
                  <a:srgbClr val="2E461B"/>
                </a:solidFill>
                <a:latin typeface="Arial"/>
                <a:ea typeface="DejaVu Sans"/>
              </a:rPr>
              <a:t>Pear shaped cams give a follower motion which is stationary for around half of the revolution of the cam and rises and falls symmetrically in each of the remaining quarter revolutions.</a:t>
            </a:r>
            <a:endParaRPr lang="en-GB" sz="1800" b="0" strike="noStrike" spc="-1">
              <a:solidFill>
                <a:srgbClr val="000000"/>
              </a:solidFill>
              <a:latin typeface="Arial"/>
            </a:endParaRPr>
          </a:p>
          <a:p>
            <a:pPr marL="228600" indent="-227880">
              <a:lnSpc>
                <a:spcPct val="90000"/>
              </a:lnSpc>
              <a:spcAft>
                <a:spcPts val="1414"/>
              </a:spcAft>
              <a:buClr>
                <a:srgbClr val="000000"/>
              </a:buClr>
              <a:buSzPct val="45000"/>
              <a:buFont typeface="Wingdings" charset="2"/>
              <a:buChar char=""/>
            </a:pPr>
            <a:r>
              <a:rPr lang="en-GB" sz="1800" b="0" strike="noStrike" spc="-1">
                <a:solidFill>
                  <a:srgbClr val="2E461B"/>
                </a:solidFill>
                <a:latin typeface="Arial"/>
                <a:ea typeface="DejaVu Sans"/>
              </a:rPr>
              <a:t>This is used for engine valve control where the dwell holds the valve open while the petrol/air mixture passes into the cylinder.</a:t>
            </a:r>
            <a:endParaRPr lang="en-GB" sz="1800" b="0" strike="noStrike" spc="-1">
              <a:solidFill>
                <a:srgbClr val="000000"/>
              </a:solidFill>
              <a:latin typeface="Arial"/>
            </a:endParaRPr>
          </a:p>
          <a:p>
            <a:pPr marL="228600" indent="-227880">
              <a:lnSpc>
                <a:spcPct val="90000"/>
              </a:lnSpc>
              <a:spcAft>
                <a:spcPts val="1414"/>
              </a:spcAft>
              <a:buClr>
                <a:srgbClr val="000000"/>
              </a:buClr>
              <a:buSzPct val="45000"/>
              <a:buFont typeface="Wingdings" charset="2"/>
              <a:buChar char=""/>
            </a:pPr>
            <a:r>
              <a:rPr lang="en-GB" sz="1800" b="0" strike="noStrike" spc="-1">
                <a:solidFill>
                  <a:srgbClr val="2E461B"/>
                </a:solidFill>
                <a:latin typeface="Arial"/>
                <a:ea typeface="DejaVu Sans"/>
              </a:rPr>
              <a:t>The greater the dwell (greater length of cam) the more petrol/air mixture can enter the cylinder.</a:t>
            </a:r>
            <a:endParaRPr lang="en-GB" sz="1800" b="0" strike="noStrike" spc="-1">
              <a:solidFill>
                <a:srgbClr val="000000"/>
              </a:solidFill>
              <a:latin typeface="Arial"/>
            </a:endParaRPr>
          </a:p>
        </p:txBody>
      </p:sp>
      <p:pic>
        <p:nvPicPr>
          <p:cNvPr id="187" name="Picture 186"/>
          <p:cNvPicPr/>
          <p:nvPr/>
        </p:nvPicPr>
        <p:blipFill>
          <a:blip r:embed="rId3"/>
          <a:stretch/>
        </p:blipFill>
        <p:spPr>
          <a:xfrm>
            <a:off x="2589840" y="3576240"/>
            <a:ext cx="4899960" cy="200268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8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0" name="CustomShape 3"/>
          <p:cNvSpPr/>
          <p:nvPr/>
        </p:nvSpPr>
        <p:spPr>
          <a:xfrm>
            <a:off x="692640" y="301680"/>
            <a:ext cx="8692560" cy="109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Gears</a:t>
            </a:r>
            <a:endParaRPr lang="en-GB" sz="4400" b="0" strike="noStrike" spc="-1">
              <a:solidFill>
                <a:srgbClr val="000000"/>
              </a:solidFill>
              <a:latin typeface="Arial"/>
            </a:endParaRPr>
          </a:p>
        </p:txBody>
      </p:sp>
      <p:sp>
        <p:nvSpPr>
          <p:cNvPr id="191" name="CustomShape 4"/>
          <p:cNvSpPr/>
          <p:nvPr/>
        </p:nvSpPr>
        <p:spPr>
          <a:xfrm>
            <a:off x="692640" y="1509480"/>
            <a:ext cx="8692560" cy="3523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0000" lnSpcReduction="10000"/>
          </a:bodyPr>
          <a:lstStyle/>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Gears are widely used mechanisms which transfer and transform rotational motion.</a:t>
            </a:r>
            <a:endParaRPr lang="en-GB" sz="24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They are used when a change in speed and torque of a rotating device is needed and for the transmission of rotary motion between parallel shafts and shafts which have axes inclined to one another.</a:t>
            </a:r>
            <a:endParaRPr lang="en-GB" sz="24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400" b="1" i="1" strike="noStrike" spc="-1">
                <a:solidFill>
                  <a:srgbClr val="2E461B"/>
                </a:solidFill>
                <a:latin typeface="Arial"/>
                <a:ea typeface="DejaVu Sans"/>
              </a:rPr>
              <a:t>Bevel Gears</a:t>
            </a:r>
            <a:r>
              <a:rPr lang="en-GB" sz="2400" b="0" strike="noStrike" spc="-1">
                <a:solidFill>
                  <a:srgbClr val="2E461B"/>
                </a:solidFill>
                <a:latin typeface="Arial"/>
                <a:ea typeface="DejaVu Sans"/>
              </a:rPr>
              <a:t> describe when the line of shafts of two gears intersect.</a:t>
            </a:r>
            <a:endParaRPr lang="en-GB" sz="24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When two gears are meshed the larger gear wheel is called the </a:t>
            </a:r>
            <a:r>
              <a:rPr lang="en-GB" sz="2400" b="1" i="1" strike="noStrike" spc="-1">
                <a:solidFill>
                  <a:srgbClr val="2E461B"/>
                </a:solidFill>
                <a:latin typeface="Arial"/>
                <a:ea typeface="DejaVu Sans"/>
              </a:rPr>
              <a:t>spur</a:t>
            </a:r>
            <a:r>
              <a:rPr lang="en-GB" sz="2400" b="0" strike="noStrike" spc="-1">
                <a:solidFill>
                  <a:srgbClr val="2E461B"/>
                </a:solidFill>
                <a:latin typeface="Arial"/>
                <a:ea typeface="DejaVu Sans"/>
              </a:rPr>
              <a:t> or </a:t>
            </a:r>
            <a:r>
              <a:rPr lang="en-GB" sz="2400" b="1" i="1" strike="noStrike" spc="-1">
                <a:solidFill>
                  <a:srgbClr val="2E461B"/>
                </a:solidFill>
                <a:latin typeface="Arial"/>
                <a:ea typeface="DejaVu Sans"/>
              </a:rPr>
              <a:t>crown wheel</a:t>
            </a:r>
            <a:r>
              <a:rPr lang="en-GB" sz="2400" b="0" strike="noStrike" spc="-1">
                <a:solidFill>
                  <a:srgbClr val="2E461B"/>
                </a:solidFill>
                <a:latin typeface="Arial"/>
                <a:ea typeface="DejaVu Sans"/>
              </a:rPr>
              <a:t> and the smaller wheel the </a:t>
            </a:r>
            <a:r>
              <a:rPr lang="en-GB" sz="2400" b="1" i="1" strike="noStrike" spc="-1">
                <a:solidFill>
                  <a:srgbClr val="2E461B"/>
                </a:solidFill>
                <a:latin typeface="Arial"/>
                <a:ea typeface="DejaVu Sans"/>
              </a:rPr>
              <a:t>pinion</a:t>
            </a:r>
            <a:r>
              <a:rPr lang="en-GB" sz="2400" b="0" strike="noStrike" spc="-1">
                <a:solidFill>
                  <a:srgbClr val="2E461B"/>
                </a:solidFill>
                <a:latin typeface="Arial"/>
                <a:ea typeface="DejaVu Sans"/>
              </a:rPr>
              <a:t>.</a:t>
            </a:r>
            <a:endParaRPr lang="en-GB" sz="24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400" b="1" i="1" strike="noStrike" spc="-1">
                <a:solidFill>
                  <a:srgbClr val="2E461B"/>
                </a:solidFill>
                <a:latin typeface="Arial"/>
                <a:ea typeface="DejaVu Sans"/>
              </a:rPr>
              <a:t>Spur Gears</a:t>
            </a:r>
            <a:r>
              <a:rPr lang="en-GB" sz="2400" b="0" strike="noStrike" spc="-1">
                <a:solidFill>
                  <a:srgbClr val="2E461B"/>
                </a:solidFill>
                <a:latin typeface="Arial"/>
                <a:ea typeface="DejaVu Sans"/>
              </a:rPr>
              <a:t> have gear teeth cut along lines parallel to the gear shaft.</a:t>
            </a:r>
            <a:endParaRPr lang="en-GB" sz="24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2" name="CustomShape 1"/>
          <p:cNvSpPr/>
          <p:nvPr/>
        </p:nvSpPr>
        <p:spPr>
          <a:xfrm>
            <a:off x="8179560" y="5208480"/>
            <a:ext cx="798840" cy="29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fld id="{654F5027-D3CF-41C0-9453-717E9EE772A4}" type="datetime">
              <a:rPr lang="en-GB" sz="1200" b="0" strike="noStrike" spc="-1">
                <a:solidFill>
                  <a:srgbClr val="898989"/>
                </a:solidFill>
                <a:latin typeface="Calibri"/>
                <a:ea typeface="DejaVu Sans"/>
              </a:rPr>
              <a:t>24/02/2025</a:t>
            </a:fld>
            <a:endParaRPr lang="en-GB" sz="1200" b="0" strike="noStrike" spc="-1">
              <a:solidFill>
                <a:srgbClr val="000000"/>
              </a:solidFill>
              <a:latin typeface="Arial"/>
            </a:endParaRPr>
          </a:p>
        </p:txBody>
      </p:sp>
      <p:sp>
        <p:nvSpPr>
          <p:cNvPr id="193" name="CustomShape 2"/>
          <p:cNvSpPr/>
          <p:nvPr/>
        </p:nvSpPr>
        <p:spPr>
          <a:xfrm>
            <a:off x="9081720" y="5208480"/>
            <a:ext cx="303840" cy="29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fld id="{E552BBC9-61BB-4310-A313-81C9DE79EE0F}" type="slidenum">
              <a:rPr lang="en-GB" sz="1200" b="0" strike="noStrike" spc="-1">
                <a:solidFill>
                  <a:srgbClr val="898989"/>
                </a:solidFill>
                <a:latin typeface="Calibri"/>
                <a:ea typeface="DejaVu Sans"/>
              </a:rPr>
              <a:t>16</a:t>
            </a:fld>
            <a:endParaRPr lang="en-GB" sz="1200" b="0" strike="noStrike" spc="-1">
              <a:solidFill>
                <a:srgbClr val="000000"/>
              </a:solidFill>
              <a:latin typeface="Arial"/>
            </a:endParaRPr>
          </a:p>
        </p:txBody>
      </p:sp>
      <p:sp>
        <p:nvSpPr>
          <p:cNvPr id="194" name="CustomShape 3"/>
          <p:cNvSpPr/>
          <p:nvPr/>
        </p:nvSpPr>
        <p:spPr>
          <a:xfrm>
            <a:off x="692640" y="301680"/>
            <a:ext cx="8692560" cy="109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Gears</a:t>
            </a:r>
            <a:endParaRPr lang="en-GB" sz="4400" b="0" strike="noStrike" spc="-1">
              <a:solidFill>
                <a:srgbClr val="000000"/>
              </a:solidFill>
              <a:latin typeface="Arial"/>
            </a:endParaRPr>
          </a:p>
        </p:txBody>
      </p:sp>
      <p:sp>
        <p:nvSpPr>
          <p:cNvPr id="195" name="CustomShape 4"/>
          <p:cNvSpPr/>
          <p:nvPr/>
        </p:nvSpPr>
        <p:spPr>
          <a:xfrm>
            <a:off x="692640" y="1509480"/>
            <a:ext cx="8692560" cy="3523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28600" indent="-227520">
              <a:lnSpc>
                <a:spcPct val="90000"/>
              </a:lnSpc>
              <a:spcAft>
                <a:spcPts val="1414"/>
              </a:spcAft>
              <a:buClr>
                <a:srgbClr val="000000"/>
              </a:buClr>
              <a:buSzPct val="45000"/>
              <a:buFont typeface="Wingdings" charset="2"/>
              <a:buChar char=""/>
            </a:pPr>
            <a:r>
              <a:rPr lang="en-GB" sz="1600" b="1" i="1" strike="noStrike" spc="-1">
                <a:solidFill>
                  <a:srgbClr val="2E461B"/>
                </a:solidFill>
                <a:latin typeface="Arial"/>
                <a:ea typeface="DejaVu Sans"/>
              </a:rPr>
              <a:t>Helical Gears</a:t>
            </a:r>
            <a:r>
              <a:rPr lang="en-GB" sz="1600" b="0" strike="noStrike" spc="-1">
                <a:solidFill>
                  <a:srgbClr val="2E461B"/>
                </a:solidFill>
                <a:latin typeface="Arial"/>
                <a:ea typeface="DejaVu Sans"/>
              </a:rPr>
              <a:t> have teeth cut on a helix. They have the advantage of gradual engagement of teeth giving a smoother drive and prolonged life.</a:t>
            </a:r>
            <a:endParaRPr lang="en-GB" sz="16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1600" b="0" strike="noStrike" spc="-1">
                <a:solidFill>
                  <a:srgbClr val="2E461B"/>
                </a:solidFill>
                <a:latin typeface="Arial"/>
                <a:ea typeface="DejaVu Sans"/>
              </a:rPr>
              <a:t>However, tooth inclination relative to the axis of the shaft produces an axial force component on the shaft bearing. This can be overcome using </a:t>
            </a:r>
            <a:r>
              <a:rPr lang="en-GB" sz="1600" b="1" i="1" strike="noStrike" spc="-1">
                <a:solidFill>
                  <a:srgbClr val="2E461B"/>
                </a:solidFill>
                <a:latin typeface="Arial"/>
                <a:ea typeface="DejaVu Sans"/>
              </a:rPr>
              <a:t>double helical gears</a:t>
            </a:r>
            <a:r>
              <a:rPr lang="en-GB" sz="1600" b="0" strike="noStrike" spc="-1">
                <a:solidFill>
                  <a:srgbClr val="2E461B"/>
                </a:solidFill>
                <a:latin typeface="Arial"/>
                <a:ea typeface="DejaVu Sans"/>
              </a:rPr>
              <a:t>.</a:t>
            </a:r>
            <a:endParaRPr lang="en-GB" sz="16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1600" b="1" i="1" strike="noStrike" spc="-1">
                <a:solidFill>
                  <a:srgbClr val="2E461B"/>
                </a:solidFill>
                <a:latin typeface="Arial"/>
                <a:ea typeface="DejaVu Sans"/>
              </a:rPr>
              <a:t>Worm Drives</a:t>
            </a:r>
            <a:r>
              <a:rPr lang="en-GB" sz="1600" b="0" strike="noStrike" spc="-1">
                <a:solidFill>
                  <a:srgbClr val="2E461B"/>
                </a:solidFill>
                <a:latin typeface="Arial"/>
                <a:ea typeface="DejaVu Sans"/>
              </a:rPr>
              <a:t>: An arrangement in which a </a:t>
            </a:r>
            <a:r>
              <a:rPr lang="en-GB" sz="1600" b="1" i="1" strike="noStrike" spc="-1">
                <a:solidFill>
                  <a:srgbClr val="2E461B"/>
                </a:solidFill>
                <a:latin typeface="Arial"/>
                <a:ea typeface="DejaVu Sans"/>
              </a:rPr>
              <a:t>worm</a:t>
            </a:r>
            <a:r>
              <a:rPr lang="en-GB" sz="1600" b="0" strike="noStrike" spc="-1">
                <a:solidFill>
                  <a:srgbClr val="2E461B"/>
                </a:solidFill>
                <a:latin typeface="Arial"/>
                <a:ea typeface="DejaVu Sans"/>
              </a:rPr>
              <a:t> (in the form of a screw) meshes with a worm gear (which is similar to a spur gear). This configuration is used to reduce rotational speed and transmit a higher torque.</a:t>
            </a:r>
            <a:endParaRPr lang="en-GB" sz="16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1600" b="1" i="1" strike="noStrike" spc="-1">
                <a:solidFill>
                  <a:srgbClr val="2E461B"/>
                </a:solidFill>
                <a:latin typeface="Arial"/>
                <a:ea typeface="DejaVu Sans"/>
              </a:rPr>
              <a:t>Gear Ratio</a:t>
            </a:r>
            <a:r>
              <a:rPr lang="en-GB" sz="1600" b="0" strike="noStrike" spc="-1">
                <a:solidFill>
                  <a:srgbClr val="2E461B"/>
                </a:solidFill>
                <a:latin typeface="Arial"/>
                <a:ea typeface="DejaVu Sans"/>
              </a:rPr>
              <a:t>: Is the ratio of the angular speed, ω, of two meshed gears and is dependent upon the number of teeth on each wheel which is itself dependent upon wheel diameter, d. For two meshed gears denoted A and B we obtain gear ratio, G:</a:t>
            </a:r>
            <a:r>
              <a:rPr lang="en-GB" sz="1800" b="0" strike="noStrike" spc="-1">
                <a:solidFill>
                  <a:srgbClr val="000000"/>
                </a:solidFill>
                <a:latin typeface="Arial"/>
                <a:ea typeface="DejaVu Sans"/>
              </a:rPr>
              <a:t> </a:t>
            </a:r>
            <a:endParaRPr lang="en-GB" sz="1800" b="0" strike="noStrike" spc="-1">
              <a:solidFill>
                <a:srgbClr val="000000"/>
              </a:solidFill>
              <a:latin typeface="Arial"/>
            </a:endParaRPr>
          </a:p>
        </p:txBody>
      </p:sp>
      <p:pic>
        <p:nvPicPr>
          <p:cNvPr id="196" name="Picture 195"/>
          <p:cNvPicPr/>
          <p:nvPr/>
        </p:nvPicPr>
        <p:blipFill>
          <a:blip r:embed="rId3"/>
          <a:stretch/>
        </p:blipFill>
        <p:spPr>
          <a:xfrm>
            <a:off x="4058640" y="4252320"/>
            <a:ext cx="1960920" cy="98460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95">
                                            <p:txEl>
                                              <p:pRg st="1" end="1"/>
                                            </p:txEl>
                                          </p:spTgt>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19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fill="hold" nodeType="clickEffect">
                                  <p:stCondLst>
                                    <p:cond delay="0"/>
                                  </p:stCondLst>
                                  <p:childTnLst>
                                    <p:set>
                                      <p:cBhvr>
                                        <p:cTn id="20" dur="1" fill="hold">
                                          <p:stCondLst>
                                            <p:cond delay="0"/>
                                          </p:stCondLst>
                                        </p:cTn>
                                        <p:tgtEl>
                                          <p:spTgt spid="195">
                                            <p:txEl>
                                              <p:pRg st="2" end="2"/>
                                            </p:txEl>
                                          </p:spTgt>
                                        </p:tgtEl>
                                        <p:attrNameLst>
                                          <p:attrName>style.visibility</p:attrName>
                                        </p:attrNameLst>
                                      </p:cBhvr>
                                      <p:to>
                                        <p:strVal val="visible"/>
                                      </p:to>
                                    </p:set>
                                  </p:childTnLst>
                                </p:cTn>
                              </p:par>
                              <p:par>
                                <p:cTn id="21" presetID="1" presetClass="entr" fill="hold" nodeType="withEffect">
                                  <p:stCondLst>
                                    <p:cond delay="0"/>
                                  </p:stCondLst>
                                  <p:childTnLst>
                                    <p:set>
                                      <p:cBhvr>
                                        <p:cTn id="22" dur="1" fill="hold">
                                          <p:stCondLst>
                                            <p:cond delay="0"/>
                                          </p:stCondLst>
                                        </p:cTn>
                                        <p:tgtEl>
                                          <p:spTgt spid="19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9" name="Picture 198"/>
          <p:cNvPicPr/>
          <p:nvPr/>
        </p:nvPicPr>
        <p:blipFill>
          <a:blip r:embed="rId3"/>
          <a:stretch/>
        </p:blipFill>
        <p:spPr>
          <a:xfrm>
            <a:off x="1506600" y="1087200"/>
            <a:ext cx="7065000" cy="4131720"/>
          </a:xfrm>
          <a:prstGeom prst="rect">
            <a:avLst/>
          </a:prstGeom>
          <a:ln w="0">
            <a:noFill/>
          </a:ln>
        </p:spPr>
      </p:pic>
      <p:sp>
        <p:nvSpPr>
          <p:cNvPr id="200" name="CustomShape 3"/>
          <p:cNvSpPr/>
          <p:nvPr/>
        </p:nvSpPr>
        <p:spPr>
          <a:xfrm>
            <a:off x="692640" y="1509480"/>
            <a:ext cx="8692560" cy="352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strike="noStrike" spc="-1">
              <a:solidFill>
                <a:srgbClr val="000000"/>
              </a:solidFill>
              <a:latin typeface="Arial"/>
              <a:ea typeface="DejaVu Sans"/>
            </a:endParaRPr>
          </a:p>
        </p:txBody>
      </p:sp>
      <p:sp>
        <p:nvSpPr>
          <p:cNvPr id="201" name="CustomShape 4"/>
          <p:cNvSpPr/>
          <p:nvPr/>
        </p:nvSpPr>
        <p:spPr>
          <a:xfrm>
            <a:off x="692640" y="301680"/>
            <a:ext cx="8692560" cy="109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Gears</a:t>
            </a:r>
            <a:endParaRPr lang="en-GB" sz="44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7" name="CustomShape 3"/>
          <p:cNvSpPr/>
          <p:nvPr/>
        </p:nvSpPr>
        <p:spPr>
          <a:xfrm>
            <a:off x="692640" y="301680"/>
            <a:ext cx="8692560" cy="109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Gear Trains</a:t>
            </a:r>
            <a:endParaRPr lang="en-GB" sz="4400" b="0" strike="noStrike" spc="-1">
              <a:solidFill>
                <a:srgbClr val="000000"/>
              </a:solidFill>
              <a:latin typeface="Arial"/>
            </a:endParaRPr>
          </a:p>
        </p:txBody>
      </p:sp>
      <p:sp>
        <p:nvSpPr>
          <p:cNvPr id="238" name="CustomShape 4"/>
          <p:cNvSpPr/>
          <p:nvPr/>
        </p:nvSpPr>
        <p:spPr>
          <a:xfrm>
            <a:off x="692640" y="1509480"/>
            <a:ext cx="8692560" cy="3523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28600" indent="-227520">
              <a:lnSpc>
                <a:spcPct val="90000"/>
              </a:lnSpc>
              <a:spcAft>
                <a:spcPts val="1414"/>
              </a:spcAft>
              <a:buClr>
                <a:srgbClr val="000000"/>
              </a:buClr>
              <a:buSzPct val="45000"/>
              <a:buFont typeface="Wingdings" charset="2"/>
              <a:buChar char=""/>
            </a:pPr>
            <a:r>
              <a:rPr lang="en-GB" sz="2400" b="0" u="sng" strike="noStrike" spc="-1" dirty="0">
                <a:solidFill>
                  <a:srgbClr val="0000FF"/>
                </a:solidFill>
                <a:uFillTx/>
                <a:latin typeface="Arial"/>
                <a:ea typeface="DejaVu Sans"/>
                <a:hlinkClick r:id="rId3"/>
              </a:rPr>
              <a:t>https://www.youtube.com/watch?v=tjNsUzxRjfw</a:t>
            </a:r>
            <a:endParaRPr lang="en-GB" sz="2400" b="0" strike="noStrike" spc="-1" dirty="0">
              <a:solidFill>
                <a:srgbClr val="000000"/>
              </a:solidFill>
              <a:latin typeface="Arial"/>
            </a:endParaRPr>
          </a:p>
          <a:p>
            <a:pPr marL="228600" indent="-227520">
              <a:lnSpc>
                <a:spcPct val="90000"/>
              </a:lnSpc>
              <a:spcAft>
                <a:spcPts val="1414"/>
              </a:spcAft>
              <a:buClr>
                <a:srgbClr val="000000"/>
              </a:buClr>
              <a:buSzPct val="45000"/>
              <a:buFont typeface="Wingdings" charset="2"/>
              <a:buChar char=""/>
            </a:pPr>
            <a:endParaRPr lang="en-GB" sz="24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2" name="Picture 201"/>
          <p:cNvPicPr/>
          <p:nvPr/>
        </p:nvPicPr>
        <p:blipFill>
          <a:blip r:embed="rId3"/>
          <a:stretch/>
        </p:blipFill>
        <p:spPr>
          <a:xfrm>
            <a:off x="1961640" y="3600000"/>
            <a:ext cx="6156720" cy="1989000"/>
          </a:xfrm>
          <a:prstGeom prst="rect">
            <a:avLst/>
          </a:prstGeom>
          <a:ln w="0">
            <a:noFill/>
          </a:ln>
        </p:spPr>
      </p:pic>
      <p:sp>
        <p:nvSpPr>
          <p:cNvPr id="203" name="CustomShape 1"/>
          <p:cNvSpPr/>
          <p:nvPr/>
        </p:nvSpPr>
        <p:spPr>
          <a:xfrm>
            <a:off x="8179560" y="5208480"/>
            <a:ext cx="798840" cy="29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fld id="{89454C19-46C9-43DC-937A-913DC5A9AD96}" type="datetime">
              <a:rPr lang="en-GB" sz="1200" b="0" strike="noStrike" spc="-1">
                <a:solidFill>
                  <a:srgbClr val="898989"/>
                </a:solidFill>
                <a:latin typeface="Calibri"/>
                <a:ea typeface="DejaVu Sans"/>
              </a:rPr>
              <a:t>24/02/2025</a:t>
            </a:fld>
            <a:endParaRPr lang="en-GB" sz="1200" b="0" strike="noStrike" spc="-1">
              <a:solidFill>
                <a:srgbClr val="000000"/>
              </a:solidFill>
              <a:latin typeface="Arial"/>
            </a:endParaRPr>
          </a:p>
        </p:txBody>
      </p:sp>
      <p:sp>
        <p:nvSpPr>
          <p:cNvPr id="204" name="CustomShape 2"/>
          <p:cNvSpPr/>
          <p:nvPr/>
        </p:nvSpPr>
        <p:spPr>
          <a:xfrm>
            <a:off x="9081720" y="5208480"/>
            <a:ext cx="303840" cy="29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fld id="{3EA05220-A714-405E-8442-68D6C7D8A37B}" type="slidenum">
              <a:rPr lang="en-GB" sz="1200" b="0" strike="noStrike" spc="-1">
                <a:solidFill>
                  <a:srgbClr val="898989"/>
                </a:solidFill>
                <a:latin typeface="Calibri"/>
                <a:ea typeface="DejaVu Sans"/>
              </a:rPr>
              <a:t>19</a:t>
            </a:fld>
            <a:endParaRPr lang="en-GB" sz="1200" b="0" strike="noStrike" spc="-1">
              <a:solidFill>
                <a:srgbClr val="000000"/>
              </a:solidFill>
              <a:latin typeface="Arial"/>
            </a:endParaRPr>
          </a:p>
        </p:txBody>
      </p:sp>
      <p:sp>
        <p:nvSpPr>
          <p:cNvPr id="205" name="CustomShape 3"/>
          <p:cNvSpPr/>
          <p:nvPr/>
        </p:nvSpPr>
        <p:spPr>
          <a:xfrm>
            <a:off x="692640" y="301680"/>
            <a:ext cx="8692560" cy="109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Gear Trains</a:t>
            </a:r>
            <a:endParaRPr lang="en-GB" sz="4400" b="0" strike="noStrike" spc="-1">
              <a:solidFill>
                <a:srgbClr val="000000"/>
              </a:solidFill>
              <a:latin typeface="Arial"/>
            </a:endParaRPr>
          </a:p>
        </p:txBody>
      </p:sp>
      <p:sp>
        <p:nvSpPr>
          <p:cNvPr id="206" name="CustomShape 4"/>
          <p:cNvSpPr/>
          <p:nvPr/>
        </p:nvSpPr>
        <p:spPr>
          <a:xfrm>
            <a:off x="692640" y="1397880"/>
            <a:ext cx="8692560" cy="3523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28600" indent="-227520">
              <a:lnSpc>
                <a:spcPct val="90000"/>
              </a:lnSpc>
              <a:spcAft>
                <a:spcPts val="1414"/>
              </a:spcAft>
              <a:buClr>
                <a:srgbClr val="000000"/>
              </a:buClr>
              <a:buSzPct val="45000"/>
              <a:buFont typeface="Wingdings" charset="2"/>
              <a:buChar char=""/>
            </a:pPr>
            <a:r>
              <a:rPr lang="en-GB" sz="2400" b="1" i="1" strike="noStrike" spc="-1">
                <a:solidFill>
                  <a:srgbClr val="2E461B"/>
                </a:solidFill>
                <a:latin typeface="Arial"/>
                <a:ea typeface="DejaVu Sans"/>
              </a:rPr>
              <a:t>Gear train </a:t>
            </a:r>
            <a:r>
              <a:rPr lang="en-GB" sz="2400" b="0" strike="noStrike" spc="-1">
                <a:solidFill>
                  <a:srgbClr val="2E461B"/>
                </a:solidFill>
                <a:latin typeface="Arial"/>
                <a:ea typeface="DejaVu Sans"/>
              </a:rPr>
              <a:t>a term used to describe a series of intermeshed gear wheels.</a:t>
            </a:r>
            <a:endParaRPr lang="en-GB" sz="24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Simple gear train is where each shaft in the system carries only one gear wheel.</a:t>
            </a:r>
            <a:endParaRPr lang="en-GB" sz="24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For simple gears trains the gear ratio is the ratio of the angular velocities at the output and input shafts:</a:t>
            </a:r>
            <a:endParaRPr lang="en-GB" sz="24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2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20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9" name="CustomShape 3"/>
          <p:cNvSpPr/>
          <p:nvPr/>
        </p:nvSpPr>
        <p:spPr>
          <a:xfrm>
            <a:off x="692640" y="301680"/>
            <a:ext cx="8692560" cy="109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Gear Trains</a:t>
            </a:r>
            <a:endParaRPr lang="en-GB" sz="4400" b="0" strike="noStrike" spc="-1">
              <a:solidFill>
                <a:srgbClr val="000000"/>
              </a:solidFill>
              <a:latin typeface="Arial"/>
            </a:endParaRPr>
          </a:p>
        </p:txBody>
      </p:sp>
      <p:sp>
        <p:nvSpPr>
          <p:cNvPr id="210" name="CustomShape 4"/>
          <p:cNvSpPr/>
          <p:nvPr/>
        </p:nvSpPr>
        <p:spPr>
          <a:xfrm>
            <a:off x="692640" y="1397880"/>
            <a:ext cx="8692560" cy="3523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Calibri"/>
                <a:ea typeface="DejaVu Sans"/>
              </a:rPr>
              <a:t>Gear ratio is the ratio of the angular speed, </a:t>
            </a:r>
            <a:r>
              <a:rPr lang="el-GR" sz="2400" b="1" strike="noStrike" spc="-1">
                <a:solidFill>
                  <a:srgbClr val="2E461B"/>
                </a:solidFill>
                <a:latin typeface="Calibri"/>
                <a:ea typeface="DejaVu Sans"/>
              </a:rPr>
              <a:t>ω</a:t>
            </a:r>
            <a:r>
              <a:rPr lang="en-GB" sz="2400" b="0" strike="noStrike" spc="-1">
                <a:solidFill>
                  <a:srgbClr val="2E461B"/>
                </a:solidFill>
                <a:latin typeface="Calibri"/>
                <a:ea typeface="DejaVu Sans"/>
              </a:rPr>
              <a:t>, of two meshed gears and is dependent upon the number of teeth on each wheel </a:t>
            </a:r>
            <a:r>
              <a:rPr lang="en-GB" sz="2400" b="1" strike="noStrike" spc="-1">
                <a:solidFill>
                  <a:srgbClr val="2E461B"/>
                </a:solidFill>
                <a:latin typeface="Calibri"/>
                <a:ea typeface="DejaVu Sans"/>
              </a:rPr>
              <a:t>N</a:t>
            </a:r>
            <a:r>
              <a:rPr lang="en-GB" sz="2400" b="0" strike="noStrike" spc="-1">
                <a:solidFill>
                  <a:srgbClr val="2E461B"/>
                </a:solidFill>
                <a:latin typeface="Calibri"/>
                <a:ea typeface="DejaVu Sans"/>
              </a:rPr>
              <a:t> which is itself dependent upon wheel diameter, </a:t>
            </a:r>
            <a:r>
              <a:rPr lang="en-GB" sz="2400" b="1" strike="noStrike" spc="-1">
                <a:solidFill>
                  <a:srgbClr val="2E461B"/>
                </a:solidFill>
                <a:latin typeface="Calibri"/>
                <a:ea typeface="DejaVu Sans"/>
              </a:rPr>
              <a:t>d</a:t>
            </a:r>
            <a:r>
              <a:rPr lang="en-GB" sz="2400" b="0" strike="noStrike" spc="-1">
                <a:solidFill>
                  <a:srgbClr val="2E461B"/>
                </a:solidFill>
                <a:latin typeface="Calibri"/>
                <a:ea typeface="DejaVu Sans"/>
              </a:rPr>
              <a:t>. For two meshed gears </a:t>
            </a:r>
            <a:r>
              <a:rPr lang="en-GB" sz="2400" b="1" strike="noStrike" spc="-1">
                <a:solidFill>
                  <a:srgbClr val="2E461B"/>
                </a:solidFill>
                <a:latin typeface="Calibri"/>
                <a:ea typeface="DejaVu Sans"/>
              </a:rPr>
              <a:t>A</a:t>
            </a:r>
            <a:r>
              <a:rPr lang="en-GB" sz="2400" b="0" strike="noStrike" spc="-1">
                <a:solidFill>
                  <a:srgbClr val="2E461B"/>
                </a:solidFill>
                <a:latin typeface="Calibri"/>
                <a:ea typeface="DejaVu Sans"/>
              </a:rPr>
              <a:t> and </a:t>
            </a:r>
            <a:r>
              <a:rPr lang="en-GB" sz="2400" b="1" strike="noStrike" spc="-1">
                <a:solidFill>
                  <a:srgbClr val="2E461B"/>
                </a:solidFill>
                <a:latin typeface="Calibri"/>
                <a:ea typeface="DejaVu Sans"/>
              </a:rPr>
              <a:t>B</a:t>
            </a:r>
            <a:r>
              <a:rPr lang="en-GB" sz="2400" b="0" strike="noStrike" spc="-1">
                <a:solidFill>
                  <a:srgbClr val="2E461B"/>
                </a:solidFill>
                <a:latin typeface="Calibri"/>
                <a:ea typeface="DejaVu Sans"/>
              </a:rPr>
              <a:t> we obtain gear ratio, </a:t>
            </a:r>
            <a:r>
              <a:rPr lang="en-GB" sz="2400" b="1" strike="noStrike" spc="-1">
                <a:solidFill>
                  <a:srgbClr val="2E461B"/>
                </a:solidFill>
                <a:latin typeface="Calibri"/>
                <a:ea typeface="DejaVu Sans"/>
              </a:rPr>
              <a:t>G</a:t>
            </a:r>
            <a:r>
              <a:rPr lang="en-GB" sz="2400" b="0" strike="noStrike" spc="-1">
                <a:solidFill>
                  <a:srgbClr val="2E461B"/>
                </a:solidFill>
                <a:latin typeface="Calibri"/>
                <a:ea typeface="DejaVu Sans"/>
              </a:rPr>
              <a:t>:</a:t>
            </a:r>
            <a:endParaRPr lang="en-GB" sz="2400" b="0" strike="noStrike" spc="-1">
              <a:solidFill>
                <a:srgbClr val="000000"/>
              </a:solidFill>
              <a:latin typeface="Arial"/>
            </a:endParaRPr>
          </a:p>
        </p:txBody>
      </p:sp>
      <p:pic>
        <p:nvPicPr>
          <p:cNvPr id="211" name="Picture 6_0"/>
          <p:cNvPicPr/>
          <p:nvPr/>
        </p:nvPicPr>
        <p:blipFill>
          <a:blip r:embed="rId3"/>
          <a:stretch/>
        </p:blipFill>
        <p:spPr>
          <a:xfrm>
            <a:off x="3360600" y="2919600"/>
            <a:ext cx="3356640" cy="116316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2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4" name="CustomShape 3"/>
          <p:cNvSpPr/>
          <p:nvPr/>
        </p:nvSpPr>
        <p:spPr>
          <a:xfrm>
            <a:off x="692640" y="301680"/>
            <a:ext cx="8692560" cy="109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Gear Trains</a:t>
            </a:r>
            <a:endParaRPr lang="en-GB" sz="4400" b="0" strike="noStrike" spc="-1">
              <a:solidFill>
                <a:srgbClr val="000000"/>
              </a:solidFill>
              <a:latin typeface="Arial"/>
            </a:endParaRPr>
          </a:p>
        </p:txBody>
      </p:sp>
      <p:sp>
        <p:nvSpPr>
          <p:cNvPr id="215" name="CustomShape 4"/>
          <p:cNvSpPr/>
          <p:nvPr/>
        </p:nvSpPr>
        <p:spPr>
          <a:xfrm>
            <a:off x="692640" y="1397880"/>
            <a:ext cx="8692560" cy="393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3000"/>
          </a:bodyPr>
          <a:lstStyle/>
          <a:p>
            <a:pPr marL="1080">
              <a:lnSpc>
                <a:spcPct val="90000"/>
              </a:lnSpc>
              <a:spcBef>
                <a:spcPts val="1001"/>
              </a:spcBef>
              <a:buClr>
                <a:srgbClr val="000000"/>
              </a:buClr>
            </a:pPr>
            <a:r>
              <a:rPr lang="en-GB" sz="2800" b="0" strike="noStrike" spc="-1" dirty="0">
                <a:solidFill>
                  <a:srgbClr val="000000"/>
                </a:solidFill>
                <a:latin typeface="Calibri"/>
                <a:ea typeface="DejaVu Sans"/>
              </a:rPr>
              <a:t> </a:t>
            </a:r>
            <a:endParaRPr lang="en-GB" sz="2800" b="0" strike="noStrike" spc="-1" dirty="0">
              <a:solidFill>
                <a:srgbClr val="000000"/>
              </a:solidFill>
              <a:latin typeface="Arial"/>
            </a:endParaRPr>
          </a:p>
          <a:p>
            <a:pPr marL="1080">
              <a:lnSpc>
                <a:spcPct val="90000"/>
              </a:lnSpc>
              <a:spcBef>
                <a:spcPts val="1001"/>
              </a:spcBef>
              <a:buClr>
                <a:srgbClr val="000000"/>
              </a:buClr>
            </a:pPr>
            <a:r>
              <a:rPr lang="en-GB" sz="2800" b="0" strike="noStrike" spc="-1" dirty="0">
                <a:solidFill>
                  <a:srgbClr val="000000"/>
                </a:solidFill>
                <a:latin typeface="Calibri"/>
                <a:ea typeface="DejaVu Sans"/>
              </a:rPr>
              <a:t> </a:t>
            </a:r>
            <a:endParaRPr lang="en-GB" sz="2800" b="0" strike="noStrike" spc="-1" dirty="0">
              <a:solidFill>
                <a:srgbClr val="000000"/>
              </a:solidFill>
              <a:latin typeface="Arial"/>
            </a:endParaRPr>
          </a:p>
          <a:p>
            <a:pPr marL="1080">
              <a:lnSpc>
                <a:spcPct val="90000"/>
              </a:lnSpc>
              <a:spcBef>
                <a:spcPts val="1001"/>
              </a:spcBef>
              <a:buClr>
                <a:srgbClr val="000000"/>
              </a:buClr>
            </a:pPr>
            <a:r>
              <a:rPr lang="en-GB" sz="2800" b="0" strike="noStrike" spc="-1" dirty="0">
                <a:solidFill>
                  <a:srgbClr val="000000"/>
                </a:solidFill>
                <a:latin typeface="Calibri"/>
                <a:ea typeface="DejaVu Sans"/>
              </a:rPr>
              <a:t> </a:t>
            </a:r>
            <a:endParaRPr lang="en-GB" sz="2800" b="0" strike="noStrike" spc="-1" dirty="0">
              <a:solidFill>
                <a:srgbClr val="000000"/>
              </a:solidFill>
              <a:latin typeface="Arial"/>
            </a:endParaRPr>
          </a:p>
          <a:p>
            <a:pPr marL="1080">
              <a:lnSpc>
                <a:spcPct val="90000"/>
              </a:lnSpc>
              <a:spcBef>
                <a:spcPts val="1001"/>
              </a:spcBef>
              <a:buClr>
                <a:srgbClr val="000000"/>
              </a:buClr>
            </a:pPr>
            <a:r>
              <a:rPr lang="en-GB" sz="2800" b="0" strike="noStrike" spc="-1" dirty="0">
                <a:solidFill>
                  <a:srgbClr val="000000"/>
                </a:solidFill>
                <a:latin typeface="Calibri"/>
                <a:ea typeface="DejaVu Sans"/>
              </a:rPr>
              <a:t> </a:t>
            </a:r>
            <a:endParaRPr lang="en-GB" sz="2800" b="0" strike="noStrike" spc="-1" dirty="0">
              <a:solidFill>
                <a:srgbClr val="000000"/>
              </a:solidFill>
              <a:latin typeface="Arial"/>
            </a:endParaRPr>
          </a:p>
          <a:p>
            <a:pPr marL="228600" indent="-227520">
              <a:lnSpc>
                <a:spcPct val="90000"/>
              </a:lnSpc>
              <a:spcBef>
                <a:spcPts val="1001"/>
              </a:spcBef>
              <a:buClr>
                <a:srgbClr val="000000"/>
              </a:buClr>
              <a:buFont typeface="Arial"/>
              <a:buChar char="•"/>
            </a:pPr>
            <a:r>
              <a:rPr lang="en-GB" sz="2800" b="0" strike="noStrike" spc="-1" dirty="0">
                <a:solidFill>
                  <a:srgbClr val="2E461B"/>
                </a:solidFill>
                <a:latin typeface="Calibri"/>
                <a:ea typeface="DejaVu Sans"/>
              </a:rPr>
              <a:t>For simple gears trains, the gear ratio is the ratio of the angular velocities at the output and input shafts which corresponds to the product of the gear ratio for successive pairs of gears:</a:t>
            </a:r>
            <a:endParaRPr lang="en-GB" sz="2800" b="0" strike="noStrike" spc="-1" dirty="0">
              <a:solidFill>
                <a:srgbClr val="000000"/>
              </a:solidFill>
              <a:latin typeface="Arial"/>
            </a:endParaRPr>
          </a:p>
          <a:p>
            <a:pPr marL="228600" indent="-227520">
              <a:lnSpc>
                <a:spcPct val="90000"/>
              </a:lnSpc>
              <a:spcBef>
                <a:spcPts val="1001"/>
              </a:spcBef>
              <a:buClr>
                <a:srgbClr val="000000"/>
              </a:buClr>
              <a:buFont typeface="Arial"/>
              <a:buChar char="•"/>
            </a:pPr>
            <a:endParaRPr lang="en-GB" sz="2400" b="0" strike="noStrike" spc="-1" dirty="0">
              <a:solidFill>
                <a:srgbClr val="000000"/>
              </a:solidFill>
              <a:latin typeface="Arial"/>
            </a:endParaRPr>
          </a:p>
          <a:p>
            <a:pPr>
              <a:lnSpc>
                <a:spcPct val="90000"/>
              </a:lnSpc>
              <a:spcBef>
                <a:spcPts val="1001"/>
              </a:spcBef>
            </a:pPr>
            <a:r>
              <a:rPr lang="en-GB" sz="2400" b="0" strike="noStrike" spc="-1" dirty="0">
                <a:solidFill>
                  <a:srgbClr val="000000"/>
                </a:solidFill>
                <a:latin typeface="Calibri"/>
                <a:ea typeface="DejaVu Sans"/>
              </a:rPr>
              <a:t> </a:t>
            </a:r>
            <a:endParaRPr lang="en-GB" sz="2400" b="0" strike="noStrike" spc="-1" dirty="0">
              <a:solidFill>
                <a:srgbClr val="000000"/>
              </a:solidFill>
              <a:latin typeface="Arial"/>
            </a:endParaRPr>
          </a:p>
        </p:txBody>
      </p:sp>
      <p:pic>
        <p:nvPicPr>
          <p:cNvPr id="216" name="Picture 5_0"/>
          <p:cNvPicPr/>
          <p:nvPr/>
        </p:nvPicPr>
        <p:blipFill>
          <a:blip r:embed="rId3"/>
          <a:stretch/>
        </p:blipFill>
        <p:spPr>
          <a:xfrm>
            <a:off x="3276720" y="1507680"/>
            <a:ext cx="3524400" cy="1551240"/>
          </a:xfrm>
          <a:prstGeom prst="rect">
            <a:avLst/>
          </a:prstGeom>
          <a:ln w="0">
            <a:noFill/>
          </a:ln>
        </p:spPr>
      </p:pic>
      <p:pic>
        <p:nvPicPr>
          <p:cNvPr id="217" name="Picture 216"/>
          <p:cNvPicPr/>
          <p:nvPr/>
        </p:nvPicPr>
        <p:blipFill>
          <a:blip r:embed="rId4"/>
          <a:stretch/>
        </p:blipFill>
        <p:spPr>
          <a:xfrm>
            <a:off x="2152440" y="4500000"/>
            <a:ext cx="5774760" cy="10789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1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2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0" name="CustomShape 3"/>
          <p:cNvSpPr/>
          <p:nvPr/>
        </p:nvSpPr>
        <p:spPr>
          <a:xfrm>
            <a:off x="692640" y="301680"/>
            <a:ext cx="8692560" cy="109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Gear Trains</a:t>
            </a:r>
            <a:endParaRPr lang="en-GB" sz="4400" b="0" strike="noStrike" spc="-1">
              <a:solidFill>
                <a:srgbClr val="000000"/>
              </a:solidFill>
              <a:latin typeface="Arial"/>
            </a:endParaRPr>
          </a:p>
        </p:txBody>
      </p:sp>
      <p:sp>
        <p:nvSpPr>
          <p:cNvPr id="221" name="CustomShape 4"/>
          <p:cNvSpPr/>
          <p:nvPr/>
        </p:nvSpPr>
        <p:spPr>
          <a:xfrm>
            <a:off x="692640" y="1509480"/>
            <a:ext cx="8692560" cy="3523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2500" lnSpcReduction="10000"/>
          </a:bodyPr>
          <a:lstStyle/>
          <a:p>
            <a:pPr marL="228600" indent="-227520">
              <a:lnSpc>
                <a:spcPct val="90000"/>
              </a:lnSpc>
              <a:spcAft>
                <a:spcPts val="1414"/>
              </a:spcAft>
              <a:buClr>
                <a:srgbClr val="000000"/>
              </a:buClr>
              <a:buSzPct val="45000"/>
              <a:buFont typeface="Wingdings" charset="2"/>
              <a:buChar char=""/>
            </a:pPr>
            <a:r>
              <a:rPr lang="en-GB" sz="2600" b="0" strike="noStrike" spc="-1">
                <a:solidFill>
                  <a:srgbClr val="2E461B"/>
                </a:solidFill>
                <a:latin typeface="Arial"/>
                <a:ea typeface="DejaVu Sans"/>
              </a:rPr>
              <a:t>The effect of wheel B is simply to change the direction of rotation of wheel C and is termed the idler wheel.</a:t>
            </a:r>
            <a:endParaRPr lang="en-GB" sz="26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600" b="0" strike="noStrike" spc="-1">
                <a:solidFill>
                  <a:srgbClr val="2E461B"/>
                </a:solidFill>
                <a:latin typeface="Arial"/>
                <a:ea typeface="DejaVu Sans"/>
              </a:rPr>
              <a:t>It can be seen that the overall gear ratio is the product of the gear ratio for successive pairs of gears:</a:t>
            </a:r>
            <a:endParaRPr lang="en-GB" sz="2600" b="0" strike="noStrike" spc="-1">
              <a:solidFill>
                <a:srgbClr val="000000"/>
              </a:solidFill>
              <a:latin typeface="Arial"/>
            </a:endParaRPr>
          </a:p>
          <a:p>
            <a:pPr>
              <a:lnSpc>
                <a:spcPct val="90000"/>
              </a:lnSpc>
              <a:spcAft>
                <a:spcPts val="1414"/>
              </a:spcAft>
            </a:pPr>
            <a:endParaRPr lang="en-GB" sz="2600" b="0" strike="noStrike" spc="-1">
              <a:solidFill>
                <a:srgbClr val="000000"/>
              </a:solidFill>
              <a:latin typeface="Arial"/>
            </a:endParaRPr>
          </a:p>
          <a:p>
            <a:pPr>
              <a:lnSpc>
                <a:spcPct val="90000"/>
              </a:lnSpc>
              <a:spcAft>
                <a:spcPts val="1414"/>
              </a:spcAft>
            </a:pPr>
            <a:endParaRPr lang="en-GB" sz="2600" b="0" strike="noStrike" spc="-1">
              <a:solidFill>
                <a:srgbClr val="000000"/>
              </a:solidFill>
              <a:latin typeface="Arial"/>
            </a:endParaRPr>
          </a:p>
          <a:p>
            <a:pPr>
              <a:lnSpc>
                <a:spcPct val="90000"/>
              </a:lnSpc>
              <a:spcAft>
                <a:spcPts val="1414"/>
              </a:spcAft>
            </a:pPr>
            <a:endParaRPr lang="en-GB" sz="26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600" b="0" strike="noStrike" spc="-1">
                <a:solidFill>
                  <a:srgbClr val="2E461B"/>
                </a:solidFill>
                <a:latin typeface="Arial"/>
                <a:ea typeface="DejaVu Sans"/>
              </a:rPr>
              <a:t>Compound gear trains describe gear trains when two wheels are mounted on a common shaft.</a:t>
            </a:r>
            <a:endParaRPr lang="en-GB" sz="2600" b="0" strike="noStrike" spc="-1">
              <a:solidFill>
                <a:srgbClr val="000000"/>
              </a:solidFill>
              <a:latin typeface="Arial"/>
            </a:endParaRPr>
          </a:p>
        </p:txBody>
      </p:sp>
      <p:pic>
        <p:nvPicPr>
          <p:cNvPr id="222" name="Picture 221"/>
          <p:cNvPicPr/>
          <p:nvPr/>
        </p:nvPicPr>
        <p:blipFill>
          <a:blip r:embed="rId3"/>
          <a:stretch/>
        </p:blipFill>
        <p:spPr>
          <a:xfrm>
            <a:off x="3618720" y="3036240"/>
            <a:ext cx="2842560" cy="11527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2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2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22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 name="CustomShape 3"/>
          <p:cNvSpPr/>
          <p:nvPr/>
        </p:nvSpPr>
        <p:spPr>
          <a:xfrm>
            <a:off x="692640" y="301680"/>
            <a:ext cx="8692560" cy="109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Gear Trains</a:t>
            </a:r>
            <a:endParaRPr lang="en-GB" sz="4400" b="0" strike="noStrike" spc="-1">
              <a:solidFill>
                <a:srgbClr val="000000"/>
              </a:solidFill>
              <a:latin typeface="Arial"/>
            </a:endParaRPr>
          </a:p>
        </p:txBody>
      </p:sp>
      <p:sp>
        <p:nvSpPr>
          <p:cNvPr id="226" name="CustomShape 4"/>
          <p:cNvSpPr/>
          <p:nvPr/>
        </p:nvSpPr>
        <p:spPr>
          <a:xfrm>
            <a:off x="692640" y="1509480"/>
            <a:ext cx="8692560" cy="3523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90000"/>
              </a:lnSpc>
              <a:spcAft>
                <a:spcPts val="1414"/>
              </a:spcAft>
            </a:pPr>
            <a:endParaRPr lang="en-GB" sz="1800" b="0" strike="noStrike" spc="-1">
              <a:solidFill>
                <a:srgbClr val="000000"/>
              </a:solidFill>
              <a:latin typeface="Arial"/>
            </a:endParaRPr>
          </a:p>
          <a:p>
            <a:pPr>
              <a:lnSpc>
                <a:spcPct val="90000"/>
              </a:lnSpc>
              <a:spcAft>
                <a:spcPts val="1414"/>
              </a:spcAft>
            </a:pPr>
            <a:r>
              <a:rPr lang="en-GB" sz="2800" b="0" strike="noStrike" spc="-1">
                <a:solidFill>
                  <a:srgbClr val="2E461B"/>
                </a:solidFill>
                <a:latin typeface="Arial"/>
                <a:ea typeface="DejaVu Sans"/>
              </a:rPr>
              <a:t>When two gears are mounted on the same shaft they have the same angular velocity. Here ω</a:t>
            </a:r>
            <a:r>
              <a:rPr lang="en-GB" sz="3239" b="0" strike="noStrike" spc="-1" baseline="-25000">
                <a:solidFill>
                  <a:srgbClr val="2E461B"/>
                </a:solidFill>
                <a:latin typeface="Arial"/>
                <a:ea typeface="DejaVu Sans"/>
              </a:rPr>
              <a:t>B </a:t>
            </a:r>
            <a:r>
              <a:rPr lang="en-GB" sz="2800" b="0" strike="noStrike" spc="-1">
                <a:solidFill>
                  <a:srgbClr val="2E461B"/>
                </a:solidFill>
                <a:latin typeface="Arial"/>
                <a:ea typeface="DejaVu Sans"/>
              </a:rPr>
              <a:t>= ω</a:t>
            </a:r>
            <a:r>
              <a:rPr lang="en-GB" sz="3239" b="0" strike="noStrike" spc="-1" baseline="-25000">
                <a:solidFill>
                  <a:srgbClr val="2E461B"/>
                </a:solidFill>
                <a:latin typeface="Arial"/>
                <a:ea typeface="DejaVu Sans"/>
              </a:rPr>
              <a:t>C </a:t>
            </a:r>
            <a:r>
              <a:rPr lang="en-GB" sz="2800" b="0" strike="noStrike" spc="-1">
                <a:solidFill>
                  <a:srgbClr val="2E461B"/>
                </a:solidFill>
                <a:latin typeface="Arial"/>
                <a:ea typeface="DejaVu Sans"/>
              </a:rPr>
              <a:t>and the overall gear ratio is:</a:t>
            </a:r>
            <a:endParaRPr lang="en-GB" sz="2800" b="0" strike="noStrike" spc="-1">
              <a:solidFill>
                <a:srgbClr val="000000"/>
              </a:solidFill>
              <a:latin typeface="Arial"/>
            </a:endParaRPr>
          </a:p>
        </p:txBody>
      </p:sp>
      <p:pic>
        <p:nvPicPr>
          <p:cNvPr id="227" name="Picture 226"/>
          <p:cNvPicPr/>
          <p:nvPr/>
        </p:nvPicPr>
        <p:blipFill>
          <a:blip r:embed="rId3"/>
          <a:stretch/>
        </p:blipFill>
        <p:spPr>
          <a:xfrm>
            <a:off x="5614560" y="180000"/>
            <a:ext cx="4284360" cy="1766520"/>
          </a:xfrm>
          <a:prstGeom prst="rect">
            <a:avLst/>
          </a:prstGeom>
          <a:ln w="0">
            <a:noFill/>
          </a:ln>
        </p:spPr>
      </p:pic>
      <p:pic>
        <p:nvPicPr>
          <p:cNvPr id="228" name="Picture 227"/>
          <p:cNvPicPr/>
          <p:nvPr/>
        </p:nvPicPr>
        <p:blipFill>
          <a:blip r:embed="rId4"/>
          <a:stretch/>
        </p:blipFill>
        <p:spPr>
          <a:xfrm>
            <a:off x="2716200" y="3420000"/>
            <a:ext cx="4647600" cy="1078920"/>
          </a:xfrm>
          <a:prstGeom prst="rect">
            <a:avLst/>
          </a:prstGeom>
          <a:ln w="0">
            <a:noFill/>
          </a:ln>
        </p:spPr>
      </p:pic>
      <p:pic>
        <p:nvPicPr>
          <p:cNvPr id="229" name="Picture 228"/>
          <p:cNvPicPr/>
          <p:nvPr/>
        </p:nvPicPr>
        <p:blipFill>
          <a:blip r:embed="rId5"/>
          <a:stretch/>
        </p:blipFill>
        <p:spPr>
          <a:xfrm>
            <a:off x="2268360" y="4383000"/>
            <a:ext cx="5543280" cy="11959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2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2" name="CustomShape 3"/>
          <p:cNvSpPr/>
          <p:nvPr/>
        </p:nvSpPr>
        <p:spPr>
          <a:xfrm>
            <a:off x="692640" y="301680"/>
            <a:ext cx="8692560" cy="109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Gear Trains</a:t>
            </a:r>
            <a:endParaRPr lang="en-GB" sz="4400" b="0" strike="noStrike" spc="-1">
              <a:solidFill>
                <a:srgbClr val="000000"/>
              </a:solidFill>
              <a:latin typeface="Arial"/>
            </a:endParaRPr>
          </a:p>
        </p:txBody>
      </p:sp>
      <p:sp>
        <p:nvSpPr>
          <p:cNvPr id="233" name="CustomShape 4"/>
          <p:cNvSpPr/>
          <p:nvPr/>
        </p:nvSpPr>
        <p:spPr>
          <a:xfrm>
            <a:off x="692640" y="1509480"/>
            <a:ext cx="8692560" cy="3523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0500" lnSpcReduction="20000"/>
          </a:bodyPr>
          <a:lstStyle/>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For the arrangement shown, for the input and output shafts to align we must also have for the radii of the gears: </a:t>
            </a:r>
            <a:endParaRPr lang="en-GB" sz="2400" b="0" strike="noStrike" spc="-1">
              <a:solidFill>
                <a:srgbClr val="000000"/>
              </a:solidFill>
              <a:latin typeface="Arial"/>
            </a:endParaRPr>
          </a:p>
          <a:p>
            <a:pPr>
              <a:lnSpc>
                <a:spcPct val="90000"/>
              </a:lnSpc>
              <a:spcAft>
                <a:spcPts val="1414"/>
              </a:spcAft>
            </a:pPr>
            <a:endParaRPr lang="en-GB" sz="2400" b="0" strike="noStrike" spc="-1">
              <a:solidFill>
                <a:srgbClr val="000000"/>
              </a:solidFill>
              <a:latin typeface="Arial"/>
            </a:endParaRPr>
          </a:p>
          <a:p>
            <a:pPr>
              <a:lnSpc>
                <a:spcPct val="90000"/>
              </a:lnSpc>
              <a:spcAft>
                <a:spcPts val="1414"/>
              </a:spcAft>
            </a:pPr>
            <a:endParaRPr lang="en-GB" sz="2400" b="0" strike="noStrike" spc="-1">
              <a:solidFill>
                <a:srgbClr val="000000"/>
              </a:solidFill>
              <a:latin typeface="Arial"/>
            </a:endParaRPr>
          </a:p>
          <a:p>
            <a:pPr>
              <a:lnSpc>
                <a:spcPct val="90000"/>
              </a:lnSpc>
              <a:spcAft>
                <a:spcPts val="1414"/>
              </a:spcAft>
            </a:pPr>
            <a:endParaRPr lang="en-GB" sz="24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A simple gear train of spur, helical or bevel gears is usually limited to a overall gear ratio of around 10 and results from needing to keep the gear train down to a manageable size.</a:t>
            </a:r>
            <a:endParaRPr lang="en-GB" sz="2400" b="0" strike="noStrike" spc="-1">
              <a:solidFill>
                <a:srgbClr val="000000"/>
              </a:solidFill>
              <a:latin typeface="Arial"/>
            </a:endParaRPr>
          </a:p>
          <a:p>
            <a:pPr marL="228600" indent="-227520">
              <a:lnSpc>
                <a:spcPct val="90000"/>
              </a:lnSpc>
              <a:spcAft>
                <a:spcPts val="1414"/>
              </a:spcAft>
              <a:buClr>
                <a:srgbClr val="000000"/>
              </a:buClr>
              <a:buSzPct val="45000"/>
              <a:buFont typeface="Wingdings" charset="2"/>
              <a:buChar char=""/>
            </a:pPr>
            <a:r>
              <a:rPr lang="en-GB" sz="2400" b="0" strike="noStrike" spc="-1">
                <a:solidFill>
                  <a:srgbClr val="2E461B"/>
                </a:solidFill>
                <a:latin typeface="Arial"/>
                <a:ea typeface="DejaVu Sans"/>
              </a:rPr>
              <a:t>Higher gear ratios can be obtained with compound gears because the gear ratio is the product of the individual gear ratios of parallel gear sets.</a:t>
            </a:r>
            <a:endParaRPr lang="en-GB" sz="2400" b="0" strike="noStrike" spc="-1">
              <a:solidFill>
                <a:srgbClr val="000000"/>
              </a:solidFill>
              <a:latin typeface="Arial"/>
            </a:endParaRPr>
          </a:p>
        </p:txBody>
      </p:sp>
      <p:pic>
        <p:nvPicPr>
          <p:cNvPr id="234" name="Picture 233"/>
          <p:cNvPicPr/>
          <p:nvPr/>
        </p:nvPicPr>
        <p:blipFill>
          <a:blip r:embed="rId3"/>
          <a:stretch/>
        </p:blipFill>
        <p:spPr>
          <a:xfrm>
            <a:off x="3534840" y="2382120"/>
            <a:ext cx="3010320" cy="7117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2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23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23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1" name="CustomShape 3"/>
          <p:cNvSpPr/>
          <p:nvPr/>
        </p:nvSpPr>
        <p:spPr>
          <a:xfrm>
            <a:off x="692640" y="301680"/>
            <a:ext cx="8692920" cy="109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GB" sz="4400" b="1" strike="noStrike" spc="-1">
                <a:solidFill>
                  <a:srgbClr val="2E461B"/>
                </a:solidFill>
                <a:latin typeface="Arial"/>
                <a:ea typeface="DejaVu Sans"/>
              </a:rPr>
              <a:t>References</a:t>
            </a:r>
            <a:endParaRPr lang="en-GB" sz="4400" b="0" strike="noStrike" spc="-1">
              <a:solidFill>
                <a:srgbClr val="000000"/>
              </a:solidFill>
              <a:latin typeface="Arial"/>
            </a:endParaRPr>
          </a:p>
        </p:txBody>
      </p:sp>
      <p:sp>
        <p:nvSpPr>
          <p:cNvPr id="242" name="CustomShape 4"/>
          <p:cNvSpPr/>
          <p:nvPr/>
        </p:nvSpPr>
        <p:spPr>
          <a:xfrm>
            <a:off x="692640" y="1509480"/>
            <a:ext cx="8692920" cy="352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228600" indent="-227880">
              <a:lnSpc>
                <a:spcPct val="90000"/>
              </a:lnSpc>
              <a:spcAft>
                <a:spcPts val="1414"/>
              </a:spcAft>
              <a:buClr>
                <a:srgbClr val="000000"/>
              </a:buClr>
              <a:buSzPct val="45000"/>
              <a:buFont typeface="Wingdings" charset="2"/>
              <a:buChar char=""/>
            </a:pPr>
            <a:r>
              <a:rPr lang="en-GB" sz="2600" b="0" strike="noStrike" spc="-1">
                <a:solidFill>
                  <a:srgbClr val="2E461B"/>
                </a:solidFill>
                <a:latin typeface="Arial"/>
                <a:ea typeface="DejaVu Sans"/>
              </a:rPr>
              <a:t>Niku, S.B. , </a:t>
            </a:r>
            <a:r>
              <a:rPr lang="en-GB" sz="2600" b="0" i="1" strike="noStrike" spc="-1">
                <a:solidFill>
                  <a:srgbClr val="2E461B"/>
                </a:solidFill>
                <a:latin typeface="Arial"/>
                <a:ea typeface="DejaVu Sans"/>
              </a:rPr>
              <a:t>Introduction to Robotics</a:t>
            </a:r>
            <a:r>
              <a:rPr lang="en-GB" sz="2600" b="0" strike="noStrike" spc="-1">
                <a:solidFill>
                  <a:srgbClr val="2E461B"/>
                </a:solidFill>
                <a:latin typeface="Arial"/>
                <a:ea typeface="DejaVu Sans"/>
              </a:rPr>
              <a:t>, 2nd Edition, Wiley, New Jersey, 2011.</a:t>
            </a:r>
            <a:endParaRPr lang="en-GB" sz="2600" b="0" strike="noStrike" spc="-1">
              <a:solidFill>
                <a:srgbClr val="000000"/>
              </a:solidFill>
              <a:latin typeface="Arial"/>
            </a:endParaRPr>
          </a:p>
          <a:p>
            <a:pPr marL="228600" indent="-227880">
              <a:lnSpc>
                <a:spcPct val="90000"/>
              </a:lnSpc>
              <a:spcAft>
                <a:spcPts val="1414"/>
              </a:spcAft>
              <a:buClr>
                <a:srgbClr val="000000"/>
              </a:buClr>
              <a:buSzPct val="45000"/>
              <a:buFont typeface="Wingdings" charset="2"/>
              <a:buChar char=""/>
            </a:pPr>
            <a:r>
              <a:rPr lang="en-GB" sz="2600" b="0" strike="noStrike" spc="-1">
                <a:solidFill>
                  <a:srgbClr val="2E461B"/>
                </a:solidFill>
                <a:latin typeface="Arial"/>
                <a:ea typeface="DejaVu Sans"/>
              </a:rPr>
              <a:t>Bolton, W. , Mechatronics, 2nd Edition, Longman, New York, 2000</a:t>
            </a:r>
            <a:endParaRPr lang="en-GB" sz="26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xmlns:p15="http://schemas.microsoft.com/office/powerpoint/2012/main">
      <p:transition spd="slow"/>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75</TotalTime>
  <Words>1323</Words>
  <Application>Microsoft Office PowerPoint</Application>
  <PresentationFormat>Custom</PresentationFormat>
  <Paragraphs>154</Paragraphs>
  <Slides>25</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Century Gothic</vt:lpstr>
      <vt:lpstr>Symbol</vt:lpstr>
      <vt:lpstr>Times New Roman</vt:lpstr>
      <vt:lpstr>Wingdings</vt:lpstr>
      <vt:lpstr>Wingdings 3</vt:lpstr>
      <vt:lpstr>Ion Boardroom</vt:lpstr>
      <vt:lpstr>ENG4118/5326 - Robotics 4/M Sensors, Actuators and Image capture, processing and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LecutreSlides</dc:title>
  <dc:subject/>
  <dc:creator/>
  <dc:description/>
  <cp:lastModifiedBy>Kevin Worrall</cp:lastModifiedBy>
  <cp:revision>51</cp:revision>
  <dcterms:created xsi:type="dcterms:W3CDTF">2021-01-06T16:22:19Z</dcterms:created>
  <dcterms:modified xsi:type="dcterms:W3CDTF">2025-02-24T10:48:14Z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8</vt:i4>
  </property>
</Properties>
</file>