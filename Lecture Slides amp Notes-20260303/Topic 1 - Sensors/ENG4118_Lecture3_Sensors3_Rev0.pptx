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1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44"/>
  </p:notesMasterIdLst>
  <p:sldIdLst>
    <p:sldId id="381" r:id="rId2"/>
    <p:sldId id="392" r:id="rId3"/>
    <p:sldId id="414" r:id="rId4"/>
    <p:sldId id="438" r:id="rId5"/>
    <p:sldId id="439" r:id="rId6"/>
    <p:sldId id="440" r:id="rId7"/>
    <p:sldId id="441" r:id="rId8"/>
    <p:sldId id="442" r:id="rId9"/>
    <p:sldId id="443" r:id="rId10"/>
    <p:sldId id="444" r:id="rId11"/>
    <p:sldId id="382" r:id="rId12"/>
    <p:sldId id="383" r:id="rId13"/>
    <p:sldId id="384" r:id="rId14"/>
    <p:sldId id="385" r:id="rId15"/>
    <p:sldId id="386" r:id="rId16"/>
    <p:sldId id="387" r:id="rId17"/>
    <p:sldId id="388" r:id="rId18"/>
    <p:sldId id="389" r:id="rId19"/>
    <p:sldId id="390" r:id="rId20"/>
    <p:sldId id="416" r:id="rId21"/>
    <p:sldId id="418" r:id="rId22"/>
    <p:sldId id="408" r:id="rId23"/>
    <p:sldId id="407" r:id="rId24"/>
    <p:sldId id="393" r:id="rId25"/>
    <p:sldId id="397" r:id="rId26"/>
    <p:sldId id="398" r:id="rId27"/>
    <p:sldId id="399" r:id="rId28"/>
    <p:sldId id="395" r:id="rId29"/>
    <p:sldId id="404" r:id="rId30"/>
    <p:sldId id="406" r:id="rId31"/>
    <p:sldId id="436" r:id="rId32"/>
    <p:sldId id="405" r:id="rId33"/>
    <p:sldId id="413" r:id="rId34"/>
    <p:sldId id="420" r:id="rId35"/>
    <p:sldId id="424" r:id="rId36"/>
    <p:sldId id="426" r:id="rId37"/>
    <p:sldId id="428" r:id="rId38"/>
    <p:sldId id="430" r:id="rId39"/>
    <p:sldId id="433" r:id="rId40"/>
    <p:sldId id="435" r:id="rId41"/>
    <p:sldId id="259" r:id="rId42"/>
    <p:sldId id="410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D1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EA2D73-1AAC-4A4A-8F08-F5723170DEEA}" v="2" dt="2026-01-17T14:32:03.0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0" autoAdjust="0"/>
    <p:restoredTop sz="94660"/>
  </p:normalViewPr>
  <p:slideViewPr>
    <p:cSldViewPr snapToGrid="0">
      <p:cViewPr varScale="1">
        <p:scale>
          <a:sx n="82" d="100"/>
          <a:sy n="82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Worrall" userId="e21a6e1f-6189-4284-9649-bf7c66c7a38c" providerId="ADAL" clId="{B294D135-36AD-4905-82C7-C24D4CC5C725}"/>
    <pc:docChg chg="addSld delSld modSld">
      <pc:chgData name="Kevin Worrall" userId="e21a6e1f-6189-4284-9649-bf7c66c7a38c" providerId="ADAL" clId="{B294D135-36AD-4905-82C7-C24D4CC5C725}" dt="2026-01-17T14:32:45.891" v="79" actId="20577"/>
      <pc:docMkLst>
        <pc:docMk/>
      </pc:docMkLst>
      <pc:sldChg chg="delSp add del setBg delDesignElem">
        <pc:chgData name="Kevin Worrall" userId="e21a6e1f-6189-4284-9649-bf7c66c7a38c" providerId="ADAL" clId="{B294D135-36AD-4905-82C7-C24D4CC5C725}" dt="2026-01-17T14:32:18.994" v="19" actId="47"/>
        <pc:sldMkLst>
          <pc:docMk/>
          <pc:sldMk cId="1122386126" sldId="312"/>
        </pc:sldMkLst>
        <pc:spChg chg="del">
          <ac:chgData name="Kevin Worrall" userId="e21a6e1f-6189-4284-9649-bf7c66c7a38c" providerId="ADAL" clId="{B294D135-36AD-4905-82C7-C24D4CC5C725}" dt="2026-01-17T14:31:53.231" v="9"/>
          <ac:spMkLst>
            <pc:docMk/>
            <pc:sldMk cId="1122386126" sldId="312"/>
            <ac:spMk id="9" creationId="{100EDD19-6802-4EC3-95CE-CFFAB042CFD6}"/>
          </ac:spMkLst>
        </pc:spChg>
        <pc:spChg chg="del">
          <ac:chgData name="Kevin Worrall" userId="e21a6e1f-6189-4284-9649-bf7c66c7a38c" providerId="ADAL" clId="{B294D135-36AD-4905-82C7-C24D4CC5C725}" dt="2026-01-17T14:31:53.231" v="9"/>
          <ac:spMkLst>
            <pc:docMk/>
            <pc:sldMk cId="1122386126" sldId="312"/>
            <ac:spMk id="11" creationId="{DB17E863-922E-4C26-BD64-E8FD41D28661}"/>
          </ac:spMkLst>
        </pc:spChg>
      </pc:sldChg>
      <pc:sldChg chg="delSp add del setBg delDesignElem">
        <pc:chgData name="Kevin Worrall" userId="e21a6e1f-6189-4284-9649-bf7c66c7a38c" providerId="ADAL" clId="{B294D135-36AD-4905-82C7-C24D4CC5C725}" dt="2026-01-17T14:32:10.092" v="11" actId="47"/>
        <pc:sldMkLst>
          <pc:docMk/>
          <pc:sldMk cId="1963112283" sldId="320"/>
        </pc:sldMkLst>
        <pc:spChg chg="del">
          <ac:chgData name="Kevin Worrall" userId="e21a6e1f-6189-4284-9649-bf7c66c7a38c" providerId="ADAL" clId="{B294D135-36AD-4905-82C7-C24D4CC5C725}" dt="2026-01-17T14:31:53.231" v="9"/>
          <ac:spMkLst>
            <pc:docMk/>
            <pc:sldMk cId="1963112283" sldId="320"/>
            <ac:spMk id="10" creationId="{100EDD19-6802-4EC3-95CE-CFFAB042CFD6}"/>
          </ac:spMkLst>
        </pc:spChg>
        <pc:spChg chg="del">
          <ac:chgData name="Kevin Worrall" userId="e21a6e1f-6189-4284-9649-bf7c66c7a38c" providerId="ADAL" clId="{B294D135-36AD-4905-82C7-C24D4CC5C725}" dt="2026-01-17T14:31:53.231" v="9"/>
          <ac:spMkLst>
            <pc:docMk/>
            <pc:sldMk cId="1963112283" sldId="320"/>
            <ac:spMk id="12" creationId="{DB17E863-922E-4C26-BD64-E8FD41D28661}"/>
          </ac:spMkLst>
        </pc:spChg>
      </pc:sldChg>
      <pc:sldChg chg="delSp add del setBg delDesignElem">
        <pc:chgData name="Kevin Worrall" userId="e21a6e1f-6189-4284-9649-bf7c66c7a38c" providerId="ADAL" clId="{B294D135-36AD-4905-82C7-C24D4CC5C725}" dt="2026-01-17T14:32:12.707" v="13" actId="47"/>
        <pc:sldMkLst>
          <pc:docMk/>
          <pc:sldMk cId="2048034076" sldId="322"/>
        </pc:sldMkLst>
        <pc:spChg chg="del">
          <ac:chgData name="Kevin Worrall" userId="e21a6e1f-6189-4284-9649-bf7c66c7a38c" providerId="ADAL" clId="{B294D135-36AD-4905-82C7-C24D4CC5C725}" dt="2026-01-17T14:31:53.231" v="9"/>
          <ac:spMkLst>
            <pc:docMk/>
            <pc:sldMk cId="2048034076" sldId="322"/>
            <ac:spMk id="11" creationId="{35DB3719-6FDC-4E5D-891D-FF40B7300F64}"/>
          </ac:spMkLst>
        </pc:spChg>
        <pc:spChg chg="del">
          <ac:chgData name="Kevin Worrall" userId="e21a6e1f-6189-4284-9649-bf7c66c7a38c" providerId="ADAL" clId="{B294D135-36AD-4905-82C7-C24D4CC5C725}" dt="2026-01-17T14:31:53.231" v="9"/>
          <ac:spMkLst>
            <pc:docMk/>
            <pc:sldMk cId="2048034076" sldId="322"/>
            <ac:spMk id="13" creationId="{E0CBAC23-2E3F-4A90-BA59-F8299F6A5439}"/>
          </ac:spMkLst>
        </pc:spChg>
      </pc:sldChg>
      <pc:sldChg chg="delSp add del setBg delDesignElem">
        <pc:chgData name="Kevin Worrall" userId="e21a6e1f-6189-4284-9649-bf7c66c7a38c" providerId="ADAL" clId="{B294D135-36AD-4905-82C7-C24D4CC5C725}" dt="2026-01-17T14:32:13.602" v="14" actId="47"/>
        <pc:sldMkLst>
          <pc:docMk/>
          <pc:sldMk cId="3961107819" sldId="323"/>
        </pc:sldMkLst>
        <pc:spChg chg="del">
          <ac:chgData name="Kevin Worrall" userId="e21a6e1f-6189-4284-9649-bf7c66c7a38c" providerId="ADAL" clId="{B294D135-36AD-4905-82C7-C24D4CC5C725}" dt="2026-01-17T14:31:53.231" v="9"/>
          <ac:spMkLst>
            <pc:docMk/>
            <pc:sldMk cId="3961107819" sldId="323"/>
            <ac:spMk id="10" creationId="{100EDD19-6802-4EC3-95CE-CFFAB042CFD6}"/>
          </ac:spMkLst>
        </pc:spChg>
        <pc:spChg chg="del">
          <ac:chgData name="Kevin Worrall" userId="e21a6e1f-6189-4284-9649-bf7c66c7a38c" providerId="ADAL" clId="{B294D135-36AD-4905-82C7-C24D4CC5C725}" dt="2026-01-17T14:31:53.231" v="9"/>
          <ac:spMkLst>
            <pc:docMk/>
            <pc:sldMk cId="3961107819" sldId="323"/>
            <ac:spMk id="12" creationId="{DB17E863-922E-4C26-BD64-E8FD41D28661}"/>
          </ac:spMkLst>
        </pc:spChg>
      </pc:sldChg>
      <pc:sldChg chg="delSp add del setBg delDesignElem">
        <pc:chgData name="Kevin Worrall" userId="e21a6e1f-6189-4284-9649-bf7c66c7a38c" providerId="ADAL" clId="{B294D135-36AD-4905-82C7-C24D4CC5C725}" dt="2026-01-17T14:32:14.734" v="15" actId="47"/>
        <pc:sldMkLst>
          <pc:docMk/>
          <pc:sldMk cId="3107915208" sldId="324"/>
        </pc:sldMkLst>
        <pc:spChg chg="del">
          <ac:chgData name="Kevin Worrall" userId="e21a6e1f-6189-4284-9649-bf7c66c7a38c" providerId="ADAL" clId="{B294D135-36AD-4905-82C7-C24D4CC5C725}" dt="2026-01-17T14:31:53.231" v="9"/>
          <ac:spMkLst>
            <pc:docMk/>
            <pc:sldMk cId="3107915208" sldId="324"/>
            <ac:spMk id="9" creationId="{35DB3719-6FDC-4E5D-891D-FF40B7300F64}"/>
          </ac:spMkLst>
        </pc:spChg>
        <pc:spChg chg="del">
          <ac:chgData name="Kevin Worrall" userId="e21a6e1f-6189-4284-9649-bf7c66c7a38c" providerId="ADAL" clId="{B294D135-36AD-4905-82C7-C24D4CC5C725}" dt="2026-01-17T14:31:53.231" v="9"/>
          <ac:spMkLst>
            <pc:docMk/>
            <pc:sldMk cId="3107915208" sldId="324"/>
            <ac:spMk id="11" creationId="{E0CBAC23-2E3F-4A90-BA59-F8299F6A5439}"/>
          </ac:spMkLst>
        </pc:spChg>
      </pc:sldChg>
      <pc:sldChg chg="delSp add del setBg delDesignElem">
        <pc:chgData name="Kevin Worrall" userId="e21a6e1f-6189-4284-9649-bf7c66c7a38c" providerId="ADAL" clId="{B294D135-36AD-4905-82C7-C24D4CC5C725}" dt="2026-01-17T14:32:11.924" v="12" actId="47"/>
        <pc:sldMkLst>
          <pc:docMk/>
          <pc:sldMk cId="3546471770" sldId="351"/>
        </pc:sldMkLst>
        <pc:spChg chg="del">
          <ac:chgData name="Kevin Worrall" userId="e21a6e1f-6189-4284-9649-bf7c66c7a38c" providerId="ADAL" clId="{B294D135-36AD-4905-82C7-C24D4CC5C725}" dt="2026-01-17T14:31:53.231" v="9"/>
          <ac:spMkLst>
            <pc:docMk/>
            <pc:sldMk cId="3546471770" sldId="351"/>
            <ac:spMk id="10" creationId="{100EDD19-6802-4EC3-95CE-CFFAB042CFD6}"/>
          </ac:spMkLst>
        </pc:spChg>
        <pc:spChg chg="del">
          <ac:chgData name="Kevin Worrall" userId="e21a6e1f-6189-4284-9649-bf7c66c7a38c" providerId="ADAL" clId="{B294D135-36AD-4905-82C7-C24D4CC5C725}" dt="2026-01-17T14:31:53.231" v="9"/>
          <ac:spMkLst>
            <pc:docMk/>
            <pc:sldMk cId="3546471770" sldId="351"/>
            <ac:spMk id="12" creationId="{DB17E863-922E-4C26-BD64-E8FD41D28661}"/>
          </ac:spMkLst>
        </pc:spChg>
      </pc:sldChg>
      <pc:sldChg chg="delSp add del setBg delDesignElem">
        <pc:chgData name="Kevin Worrall" userId="e21a6e1f-6189-4284-9649-bf7c66c7a38c" providerId="ADAL" clId="{B294D135-36AD-4905-82C7-C24D4CC5C725}" dt="2026-01-17T14:32:15.480" v="16" actId="47"/>
        <pc:sldMkLst>
          <pc:docMk/>
          <pc:sldMk cId="1690611353" sldId="352"/>
        </pc:sldMkLst>
        <pc:spChg chg="del">
          <ac:chgData name="Kevin Worrall" userId="e21a6e1f-6189-4284-9649-bf7c66c7a38c" providerId="ADAL" clId="{B294D135-36AD-4905-82C7-C24D4CC5C725}" dt="2026-01-17T14:31:53.231" v="9"/>
          <ac:spMkLst>
            <pc:docMk/>
            <pc:sldMk cId="1690611353" sldId="352"/>
            <ac:spMk id="14" creationId="{100EDD19-6802-4EC3-95CE-CFFAB042CFD6}"/>
          </ac:spMkLst>
        </pc:spChg>
        <pc:spChg chg="del">
          <ac:chgData name="Kevin Worrall" userId="e21a6e1f-6189-4284-9649-bf7c66c7a38c" providerId="ADAL" clId="{B294D135-36AD-4905-82C7-C24D4CC5C725}" dt="2026-01-17T14:31:53.231" v="9"/>
          <ac:spMkLst>
            <pc:docMk/>
            <pc:sldMk cId="1690611353" sldId="352"/>
            <ac:spMk id="15" creationId="{DB17E863-922E-4C26-BD64-E8FD41D28661}"/>
          </ac:spMkLst>
        </pc:spChg>
      </pc:sldChg>
      <pc:sldChg chg="delSp add del setBg delDesignElem">
        <pc:chgData name="Kevin Worrall" userId="e21a6e1f-6189-4284-9649-bf7c66c7a38c" providerId="ADAL" clId="{B294D135-36AD-4905-82C7-C24D4CC5C725}" dt="2026-01-17T14:32:16.297" v="17" actId="47"/>
        <pc:sldMkLst>
          <pc:docMk/>
          <pc:sldMk cId="2342411931" sldId="353"/>
        </pc:sldMkLst>
        <pc:spChg chg="del">
          <ac:chgData name="Kevin Worrall" userId="e21a6e1f-6189-4284-9649-bf7c66c7a38c" providerId="ADAL" clId="{B294D135-36AD-4905-82C7-C24D4CC5C725}" dt="2026-01-17T14:31:53.231" v="9"/>
          <ac:spMkLst>
            <pc:docMk/>
            <pc:sldMk cId="2342411931" sldId="353"/>
            <ac:spMk id="10" creationId="{100EDD19-6802-4EC3-95CE-CFFAB042CFD6}"/>
          </ac:spMkLst>
        </pc:spChg>
        <pc:spChg chg="del">
          <ac:chgData name="Kevin Worrall" userId="e21a6e1f-6189-4284-9649-bf7c66c7a38c" providerId="ADAL" clId="{B294D135-36AD-4905-82C7-C24D4CC5C725}" dt="2026-01-17T14:31:53.231" v="9"/>
          <ac:spMkLst>
            <pc:docMk/>
            <pc:sldMk cId="2342411931" sldId="353"/>
            <ac:spMk id="12" creationId="{DB17E863-922E-4C26-BD64-E8FD41D28661}"/>
          </ac:spMkLst>
        </pc:spChg>
      </pc:sldChg>
      <pc:sldChg chg="modSp mod">
        <pc:chgData name="Kevin Worrall" userId="e21a6e1f-6189-4284-9649-bf7c66c7a38c" providerId="ADAL" clId="{B294D135-36AD-4905-82C7-C24D4CC5C725}" dt="2026-01-17T14:32:45.891" v="79" actId="20577"/>
        <pc:sldMkLst>
          <pc:docMk/>
          <pc:sldMk cId="2329490529" sldId="392"/>
        </pc:sldMkLst>
        <pc:spChg chg="mod">
          <ac:chgData name="Kevin Worrall" userId="e21a6e1f-6189-4284-9649-bf7c66c7a38c" providerId="ADAL" clId="{B294D135-36AD-4905-82C7-C24D4CC5C725}" dt="2026-01-17T14:32:45.891" v="79" actId="20577"/>
          <ac:spMkLst>
            <pc:docMk/>
            <pc:sldMk cId="2329490529" sldId="392"/>
            <ac:spMk id="3" creationId="{0EC2D61B-0204-42F3-52E6-931A9496968D}"/>
          </ac:spMkLst>
        </pc:spChg>
      </pc:sldChg>
      <pc:sldChg chg="delSp add del setBg delDesignElem">
        <pc:chgData name="Kevin Worrall" userId="e21a6e1f-6189-4284-9649-bf7c66c7a38c" providerId="ADAL" clId="{B294D135-36AD-4905-82C7-C24D4CC5C725}" dt="2026-01-17T14:32:16.987" v="18" actId="47"/>
        <pc:sldMkLst>
          <pc:docMk/>
          <pc:sldMk cId="2440364074" sldId="437"/>
        </pc:sldMkLst>
        <pc:spChg chg="del">
          <ac:chgData name="Kevin Worrall" userId="e21a6e1f-6189-4284-9649-bf7c66c7a38c" providerId="ADAL" clId="{B294D135-36AD-4905-82C7-C24D4CC5C725}" dt="2026-01-17T14:31:53.231" v="9"/>
          <ac:spMkLst>
            <pc:docMk/>
            <pc:sldMk cId="2440364074" sldId="437"/>
            <ac:spMk id="9" creationId="{777A147A-9ED8-46B4-8660-1B3C2AA880B5}"/>
          </ac:spMkLst>
        </pc:spChg>
        <pc:spChg chg="del">
          <ac:chgData name="Kevin Worrall" userId="e21a6e1f-6189-4284-9649-bf7c66c7a38c" providerId="ADAL" clId="{B294D135-36AD-4905-82C7-C24D4CC5C725}" dt="2026-01-17T14:31:53.231" v="9"/>
          <ac:spMkLst>
            <pc:docMk/>
            <pc:sldMk cId="2440364074" sldId="437"/>
            <ac:spMk id="11" creationId="{5D6C15A0-C087-4593-8414-2B4EC1CDC3DE}"/>
          </ac:spMkLst>
        </pc:spChg>
      </pc:sldChg>
      <pc:sldChg chg="add">
        <pc:chgData name="Kevin Worrall" userId="e21a6e1f-6189-4284-9649-bf7c66c7a38c" providerId="ADAL" clId="{B294D135-36AD-4905-82C7-C24D4CC5C725}" dt="2026-01-17T14:32:03.019" v="10"/>
        <pc:sldMkLst>
          <pc:docMk/>
          <pc:sldMk cId="1433547499" sldId="438"/>
        </pc:sldMkLst>
      </pc:sldChg>
      <pc:sldChg chg="add">
        <pc:chgData name="Kevin Worrall" userId="e21a6e1f-6189-4284-9649-bf7c66c7a38c" providerId="ADAL" clId="{B294D135-36AD-4905-82C7-C24D4CC5C725}" dt="2026-01-17T14:32:03.019" v="10"/>
        <pc:sldMkLst>
          <pc:docMk/>
          <pc:sldMk cId="2413182426" sldId="439"/>
        </pc:sldMkLst>
      </pc:sldChg>
      <pc:sldChg chg="add">
        <pc:chgData name="Kevin Worrall" userId="e21a6e1f-6189-4284-9649-bf7c66c7a38c" providerId="ADAL" clId="{B294D135-36AD-4905-82C7-C24D4CC5C725}" dt="2026-01-17T14:32:03.019" v="10"/>
        <pc:sldMkLst>
          <pc:docMk/>
          <pc:sldMk cId="1060876071" sldId="440"/>
        </pc:sldMkLst>
      </pc:sldChg>
      <pc:sldChg chg="add">
        <pc:chgData name="Kevin Worrall" userId="e21a6e1f-6189-4284-9649-bf7c66c7a38c" providerId="ADAL" clId="{B294D135-36AD-4905-82C7-C24D4CC5C725}" dt="2026-01-17T14:32:03.019" v="10"/>
        <pc:sldMkLst>
          <pc:docMk/>
          <pc:sldMk cId="2462388683" sldId="441"/>
        </pc:sldMkLst>
      </pc:sldChg>
      <pc:sldChg chg="add">
        <pc:chgData name="Kevin Worrall" userId="e21a6e1f-6189-4284-9649-bf7c66c7a38c" providerId="ADAL" clId="{B294D135-36AD-4905-82C7-C24D4CC5C725}" dt="2026-01-17T14:32:03.019" v="10"/>
        <pc:sldMkLst>
          <pc:docMk/>
          <pc:sldMk cId="4215260818" sldId="442"/>
        </pc:sldMkLst>
      </pc:sldChg>
      <pc:sldChg chg="add">
        <pc:chgData name="Kevin Worrall" userId="e21a6e1f-6189-4284-9649-bf7c66c7a38c" providerId="ADAL" clId="{B294D135-36AD-4905-82C7-C24D4CC5C725}" dt="2026-01-17T14:32:03.019" v="10"/>
        <pc:sldMkLst>
          <pc:docMk/>
          <pc:sldMk cId="112728959" sldId="443"/>
        </pc:sldMkLst>
      </pc:sldChg>
      <pc:sldChg chg="add">
        <pc:chgData name="Kevin Worrall" userId="e21a6e1f-6189-4284-9649-bf7c66c7a38c" providerId="ADAL" clId="{B294D135-36AD-4905-82C7-C24D4CC5C725}" dt="2026-01-17T14:32:03.019" v="10"/>
        <pc:sldMkLst>
          <pc:docMk/>
          <pc:sldMk cId="1205717584" sldId="444"/>
        </pc:sldMkLst>
      </pc:sldChg>
      <pc:sldChg chg="add del">
        <pc:chgData name="Kevin Worrall" userId="e21a6e1f-6189-4284-9649-bf7c66c7a38c" providerId="ADAL" clId="{B294D135-36AD-4905-82C7-C24D4CC5C725}" dt="2026-01-17T14:32:22.306" v="21" actId="47"/>
        <pc:sldMkLst>
          <pc:docMk/>
          <pc:sldMk cId="897594495" sldId="445"/>
        </pc:sldMkLst>
      </pc:sldChg>
      <pc:sldChg chg="add del">
        <pc:chgData name="Kevin Worrall" userId="e21a6e1f-6189-4284-9649-bf7c66c7a38c" providerId="ADAL" clId="{B294D135-36AD-4905-82C7-C24D4CC5C725}" dt="2026-01-17T14:32:20.839" v="20" actId="47"/>
        <pc:sldMkLst>
          <pc:docMk/>
          <pc:sldMk cId="3659964726" sldId="446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gla-my.sharepoint.com/personal/kevin_worrall_glasgow_ac_uk/Documents/Documents/Teaching/ENG4118-Robotics/2024/SensorPlots2024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gla-my.sharepoint.com/personal/kevin_worrall_glasgow_ac_uk/Documents/Documents/Teaching/ENG4118-Robotics/2024/SensorPlots2024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gla-my.sharepoint.com/personal/kevin_worrall_glasgow_ac_uk/Documents/Documents/Teaching/ENG4118-Robotics/2024/SensorPlots2024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gla-my.sharepoint.com/personal/kevin_worrall_glasgow_ac_uk/Documents/Documents/Teaching/ENG4118-Robotics/2024/SensorPlots2024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gla-my.sharepoint.com/personal/kevin_worrall_glasgow_ac_uk/Documents/Documents/Teaching/ENG4118-Robotics/2025/support/SensorPlots2024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gla-my.sharepoint.com/personal/kevin_worrall_glasgow_ac_uk/Documents/Documents/Teaching/ENG4118-Robotics/2025/support/SensorPlots2024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gla-my.sharepoint.com/personal/kevin_worrall_glasgow_ac_uk/Documents/Documents/Teaching/ENG4118-Robotics/2025/support/SensorPlots2024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gla-my.sharepoint.com/personal/kevin_worrall_glasgow_ac_uk/Documents/Documents/Teaching/ENG4118-Robotics/2025/support/SensorPlots2024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Sensitivity</a:t>
            </a:r>
            <a:r>
              <a:rPr lang="en-GB" baseline="0"/>
              <a:t> Comparsion</a:t>
            </a:r>
            <a:endParaRPr lang="en-GB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lotArea>
      <c:layout>
        <c:manualLayout>
          <c:layoutTarget val="inner"/>
          <c:xMode val="edge"/>
          <c:yMode val="edge"/>
          <c:x val="5.4558180227471567E-2"/>
          <c:y val="0.11928533587785488"/>
          <c:w val="0.81565864049602499"/>
          <c:h val="0.73790896447495435"/>
        </c:manualLayout>
      </c:layout>
      <c:scatterChart>
        <c:scatterStyle val="smoothMarker"/>
        <c:varyColors val="0"/>
        <c:ser>
          <c:idx val="0"/>
          <c:order val="0"/>
          <c:tx>
            <c:v>Low Sensitivity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Sheet1!$A$58:$A$65</c:f>
              <c:numCache>
                <c:formatCode>General</c:formatCode>
                <c:ptCount val="8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</c:numCache>
            </c:numRef>
          </c:xVal>
          <c:yVal>
            <c:numRef>
              <c:f>Sheet1!$B$58:$B$65</c:f>
              <c:numCache>
                <c:formatCode>General</c:formatCode>
                <c:ptCount val="8"/>
                <c:pt idx="0">
                  <c:v>0.3</c:v>
                </c:pt>
                <c:pt idx="1">
                  <c:v>0.8</c:v>
                </c:pt>
                <c:pt idx="2">
                  <c:v>1.3</c:v>
                </c:pt>
                <c:pt idx="3">
                  <c:v>1.8</c:v>
                </c:pt>
                <c:pt idx="4">
                  <c:v>2.2999999999999998</c:v>
                </c:pt>
                <c:pt idx="5">
                  <c:v>2.8</c:v>
                </c:pt>
                <c:pt idx="6">
                  <c:v>3.3</c:v>
                </c:pt>
                <c:pt idx="7">
                  <c:v>3.8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AE30-49F8-9707-1515939C90BB}"/>
            </c:ext>
          </c:extLst>
        </c:ser>
        <c:ser>
          <c:idx val="1"/>
          <c:order val="1"/>
          <c:tx>
            <c:v>High Sensitivity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Sheet1!$A$58:$A$65</c:f>
              <c:numCache>
                <c:formatCode>General</c:formatCode>
                <c:ptCount val="8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</c:numCache>
            </c:numRef>
          </c:xVal>
          <c:yVal>
            <c:numRef>
              <c:f>Sheet1!$C$58:$C$65</c:f>
              <c:numCache>
                <c:formatCode>General</c:formatCode>
                <c:ptCount val="8"/>
                <c:pt idx="0">
                  <c:v>0.3</c:v>
                </c:pt>
                <c:pt idx="1">
                  <c:v>2.2999999999999998</c:v>
                </c:pt>
                <c:pt idx="2">
                  <c:v>4.3</c:v>
                </c:pt>
                <c:pt idx="3">
                  <c:v>6.3</c:v>
                </c:pt>
                <c:pt idx="4">
                  <c:v>8.3000000000000007</c:v>
                </c:pt>
                <c:pt idx="5">
                  <c:v>10.3</c:v>
                </c:pt>
                <c:pt idx="6">
                  <c:v>12.3</c:v>
                </c:pt>
                <c:pt idx="7">
                  <c:v>14.3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AE30-49F8-9707-1515939C90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21869119"/>
        <c:axId val="1536065263"/>
      </c:scatterChart>
      <c:valAx>
        <c:axId val="172186911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Input</a:t>
                </a:r>
                <a:r>
                  <a:rPr lang="en-GB" baseline="0"/>
                  <a:t>, Units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6065263"/>
        <c:crosses val="autoZero"/>
        <c:crossBetween val="midCat"/>
      </c:valAx>
      <c:valAx>
        <c:axId val="15360652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Ouput,</a:t>
                </a:r>
                <a:r>
                  <a:rPr lang="en-GB" baseline="0"/>
                  <a:t> Units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1869119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Hysteresis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Sheet1!$A$73:$A$87</c:f>
              <c:numCache>
                <c:formatCode>General</c:formatCode>
                <c:ptCount val="1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</c:numCache>
            </c:numRef>
          </c:xVal>
          <c:yVal>
            <c:numRef>
              <c:f>Sheet1!$B$73:$B$87</c:f>
              <c:numCache>
                <c:formatCode>General</c:formatCode>
                <c:ptCount val="15"/>
                <c:pt idx="1">
                  <c:v>0.5</c:v>
                </c:pt>
                <c:pt idx="2">
                  <c:v>0.52</c:v>
                </c:pt>
                <c:pt idx="3">
                  <c:v>0.55000000000000004</c:v>
                </c:pt>
                <c:pt idx="4">
                  <c:v>0.6</c:v>
                </c:pt>
                <c:pt idx="5">
                  <c:v>0.72</c:v>
                </c:pt>
                <c:pt idx="6">
                  <c:v>1</c:v>
                </c:pt>
                <c:pt idx="7">
                  <c:v>2</c:v>
                </c:pt>
                <c:pt idx="8">
                  <c:v>2.7</c:v>
                </c:pt>
                <c:pt idx="9">
                  <c:v>2.9</c:v>
                </c:pt>
                <c:pt idx="10">
                  <c:v>3</c:v>
                </c:pt>
                <c:pt idx="11">
                  <c:v>3.1</c:v>
                </c:pt>
                <c:pt idx="12">
                  <c:v>3.2</c:v>
                </c:pt>
                <c:pt idx="13">
                  <c:v>3.25</c:v>
                </c:pt>
                <c:pt idx="14">
                  <c:v>3.27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D45-44AE-8820-EF9745C084C8}"/>
            </c:ext>
          </c:extLst>
        </c:ser>
        <c:ser>
          <c:idx val="1"/>
          <c:order val="1"/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Sheet1!$A$73:$A$87</c:f>
              <c:numCache>
                <c:formatCode>General</c:formatCode>
                <c:ptCount val="1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</c:numCache>
            </c:numRef>
          </c:xVal>
          <c:yVal>
            <c:numRef>
              <c:f>Sheet1!$C$73:$C$87</c:f>
              <c:numCache>
                <c:formatCode>General</c:formatCode>
                <c:ptCount val="15"/>
                <c:pt idx="1">
                  <c:v>0.5</c:v>
                </c:pt>
                <c:pt idx="2">
                  <c:v>0.52</c:v>
                </c:pt>
                <c:pt idx="3">
                  <c:v>0.55000000000000004</c:v>
                </c:pt>
                <c:pt idx="4">
                  <c:v>0.57999999999999996</c:v>
                </c:pt>
                <c:pt idx="5">
                  <c:v>0.6</c:v>
                </c:pt>
                <c:pt idx="6">
                  <c:v>0.72</c:v>
                </c:pt>
                <c:pt idx="7">
                  <c:v>1</c:v>
                </c:pt>
                <c:pt idx="8">
                  <c:v>2</c:v>
                </c:pt>
                <c:pt idx="9">
                  <c:v>2.7</c:v>
                </c:pt>
                <c:pt idx="10">
                  <c:v>2.9</c:v>
                </c:pt>
                <c:pt idx="11">
                  <c:v>3</c:v>
                </c:pt>
                <c:pt idx="12">
                  <c:v>3.1</c:v>
                </c:pt>
                <c:pt idx="13">
                  <c:v>3.2</c:v>
                </c:pt>
                <c:pt idx="14">
                  <c:v>3.27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3D45-44AE-8820-EF9745C084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72528815"/>
        <c:axId val="1590481071"/>
      </c:scatterChart>
      <c:valAx>
        <c:axId val="157252881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Input, Units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0481071"/>
        <c:crosses val="autoZero"/>
        <c:crossBetween val="midCat"/>
      </c:valAx>
      <c:valAx>
        <c:axId val="15904810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Output,</a:t>
                </a:r>
                <a:r>
                  <a:rPr lang="en-GB" baseline="0"/>
                  <a:t> Units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252881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Drift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Start Time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Sheet1!$A$90:$A$104</c:f>
              <c:numCache>
                <c:formatCode>General</c:formatCode>
                <c:ptCount val="1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</c:numCache>
            </c:numRef>
          </c:xVal>
          <c:yVal>
            <c:numRef>
              <c:f>Sheet1!$B$90:$B$104</c:f>
              <c:numCache>
                <c:formatCode>General</c:formatCode>
                <c:ptCount val="15"/>
                <c:pt idx="1">
                  <c:v>0.5</c:v>
                </c:pt>
                <c:pt idx="2">
                  <c:v>0.52</c:v>
                </c:pt>
                <c:pt idx="3">
                  <c:v>0.55000000000000004</c:v>
                </c:pt>
                <c:pt idx="4">
                  <c:v>0.6</c:v>
                </c:pt>
                <c:pt idx="5">
                  <c:v>0.72</c:v>
                </c:pt>
                <c:pt idx="6">
                  <c:v>1</c:v>
                </c:pt>
                <c:pt idx="7">
                  <c:v>2</c:v>
                </c:pt>
                <c:pt idx="8">
                  <c:v>2.7</c:v>
                </c:pt>
                <c:pt idx="9">
                  <c:v>2.9</c:v>
                </c:pt>
                <c:pt idx="10">
                  <c:v>3</c:v>
                </c:pt>
                <c:pt idx="11">
                  <c:v>3.1</c:v>
                </c:pt>
                <c:pt idx="12">
                  <c:v>3.2</c:v>
                </c:pt>
                <c:pt idx="13">
                  <c:v>3.25</c:v>
                </c:pt>
                <c:pt idx="14">
                  <c:v>3.27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14D-470E-A50A-64204FF4ECB9}"/>
            </c:ext>
          </c:extLst>
        </c:ser>
        <c:ser>
          <c:idx val="1"/>
          <c:order val="1"/>
          <c:tx>
            <c:v>Remeasure Time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Sheet1!$A$90:$A$104</c:f>
              <c:numCache>
                <c:formatCode>General</c:formatCode>
                <c:ptCount val="1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</c:numCache>
            </c:numRef>
          </c:xVal>
          <c:yVal>
            <c:numRef>
              <c:f>Sheet1!$C$90:$C$104</c:f>
              <c:numCache>
                <c:formatCode>General</c:formatCode>
                <c:ptCount val="15"/>
                <c:pt idx="1">
                  <c:v>0.7</c:v>
                </c:pt>
                <c:pt idx="2">
                  <c:v>0.72</c:v>
                </c:pt>
                <c:pt idx="3">
                  <c:v>0.75</c:v>
                </c:pt>
                <c:pt idx="4">
                  <c:v>0.8</c:v>
                </c:pt>
                <c:pt idx="5">
                  <c:v>0.91999999999999993</c:v>
                </c:pt>
                <c:pt idx="6">
                  <c:v>1.2</c:v>
                </c:pt>
                <c:pt idx="7">
                  <c:v>2.2000000000000002</c:v>
                </c:pt>
                <c:pt idx="8">
                  <c:v>2.9000000000000004</c:v>
                </c:pt>
                <c:pt idx="9">
                  <c:v>3.1</c:v>
                </c:pt>
                <c:pt idx="10">
                  <c:v>3.2</c:v>
                </c:pt>
                <c:pt idx="11">
                  <c:v>3.3000000000000003</c:v>
                </c:pt>
                <c:pt idx="12">
                  <c:v>3.4000000000000004</c:v>
                </c:pt>
                <c:pt idx="13">
                  <c:v>3.45</c:v>
                </c:pt>
                <c:pt idx="14">
                  <c:v>3.47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514D-470E-A50A-64204FF4EC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19583231"/>
        <c:axId val="1303957663"/>
      </c:scatterChart>
      <c:valAx>
        <c:axId val="171958323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Input, Units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957663"/>
        <c:crosses val="autoZero"/>
        <c:crossBetween val="midCat"/>
      </c:valAx>
      <c:valAx>
        <c:axId val="1303957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Output, units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958323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Noise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Sheet1!$A$107:$A$121</c:f>
              <c:numCache>
                <c:formatCode>General</c:formatCode>
                <c:ptCount val="1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</c:numCache>
            </c:numRef>
          </c:xVal>
          <c:yVal>
            <c:numRef>
              <c:f>Sheet1!$B$107:$B$121</c:f>
              <c:numCache>
                <c:formatCode>General</c:formatCode>
                <c:ptCount val="15"/>
                <c:pt idx="1">
                  <c:v>0.5</c:v>
                </c:pt>
                <c:pt idx="2">
                  <c:v>0.52</c:v>
                </c:pt>
                <c:pt idx="3">
                  <c:v>0.55000000000000004</c:v>
                </c:pt>
                <c:pt idx="4">
                  <c:v>0.6</c:v>
                </c:pt>
                <c:pt idx="5">
                  <c:v>0.72</c:v>
                </c:pt>
                <c:pt idx="6">
                  <c:v>1</c:v>
                </c:pt>
                <c:pt idx="7">
                  <c:v>2</c:v>
                </c:pt>
                <c:pt idx="8">
                  <c:v>2.7</c:v>
                </c:pt>
                <c:pt idx="9">
                  <c:v>2.9</c:v>
                </c:pt>
                <c:pt idx="10">
                  <c:v>3</c:v>
                </c:pt>
                <c:pt idx="11">
                  <c:v>3.1</c:v>
                </c:pt>
                <c:pt idx="12">
                  <c:v>3.2</c:v>
                </c:pt>
                <c:pt idx="13">
                  <c:v>3.25</c:v>
                </c:pt>
                <c:pt idx="14">
                  <c:v>3.27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59A-4246-A58C-B1320E47C822}"/>
            </c:ext>
          </c:extLst>
        </c:ser>
        <c:ser>
          <c:idx val="1"/>
          <c:order val="1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Sheet1!$A$107:$A$121</c:f>
              <c:numCache>
                <c:formatCode>General</c:formatCode>
                <c:ptCount val="1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</c:numCache>
            </c:numRef>
          </c:xVal>
          <c:yVal>
            <c:numRef>
              <c:f>Sheet1!$C$107:$C$121</c:f>
              <c:numCache>
                <c:formatCode>General</c:formatCode>
                <c:ptCount val="15"/>
                <c:pt idx="1">
                  <c:v>0.7</c:v>
                </c:pt>
                <c:pt idx="2">
                  <c:v>0.72</c:v>
                </c:pt>
                <c:pt idx="3">
                  <c:v>0.75</c:v>
                </c:pt>
                <c:pt idx="4">
                  <c:v>0.8</c:v>
                </c:pt>
                <c:pt idx="5">
                  <c:v>0.91999999999999993</c:v>
                </c:pt>
                <c:pt idx="6">
                  <c:v>1.2</c:v>
                </c:pt>
                <c:pt idx="7">
                  <c:v>2.2000000000000002</c:v>
                </c:pt>
                <c:pt idx="8">
                  <c:v>2.9000000000000004</c:v>
                </c:pt>
                <c:pt idx="9">
                  <c:v>3.1</c:v>
                </c:pt>
                <c:pt idx="10">
                  <c:v>3.2</c:v>
                </c:pt>
                <c:pt idx="11">
                  <c:v>3.3000000000000003</c:v>
                </c:pt>
                <c:pt idx="12">
                  <c:v>3.4000000000000004</c:v>
                </c:pt>
                <c:pt idx="13">
                  <c:v>3.45</c:v>
                </c:pt>
                <c:pt idx="14">
                  <c:v>3.47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59A-4246-A58C-B1320E47C822}"/>
            </c:ext>
          </c:extLst>
        </c:ser>
        <c:ser>
          <c:idx val="2"/>
          <c:order val="2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Sheet1!$A$107:$A$121</c:f>
              <c:numCache>
                <c:formatCode>General</c:formatCode>
                <c:ptCount val="1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</c:numCache>
            </c:numRef>
          </c:xVal>
          <c:yVal>
            <c:numRef>
              <c:f>Sheet1!$D$107:$D$121</c:f>
              <c:numCache>
                <c:formatCode>General</c:formatCode>
                <c:ptCount val="15"/>
                <c:pt idx="1">
                  <c:v>0.4</c:v>
                </c:pt>
                <c:pt idx="2">
                  <c:v>0.42000000000000004</c:v>
                </c:pt>
                <c:pt idx="3">
                  <c:v>0.45000000000000007</c:v>
                </c:pt>
                <c:pt idx="4">
                  <c:v>0.5</c:v>
                </c:pt>
                <c:pt idx="5">
                  <c:v>0.62</c:v>
                </c:pt>
                <c:pt idx="6">
                  <c:v>0.9</c:v>
                </c:pt>
                <c:pt idx="7">
                  <c:v>1.9</c:v>
                </c:pt>
                <c:pt idx="8">
                  <c:v>2.6</c:v>
                </c:pt>
                <c:pt idx="9">
                  <c:v>2.8</c:v>
                </c:pt>
                <c:pt idx="10">
                  <c:v>2.9</c:v>
                </c:pt>
                <c:pt idx="11">
                  <c:v>3</c:v>
                </c:pt>
                <c:pt idx="12">
                  <c:v>3.1</c:v>
                </c:pt>
                <c:pt idx="13">
                  <c:v>3.15</c:v>
                </c:pt>
                <c:pt idx="14">
                  <c:v>3.17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F59A-4246-A58C-B1320E47C822}"/>
            </c:ext>
          </c:extLst>
        </c:ser>
        <c:ser>
          <c:idx val="3"/>
          <c:order val="3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Sheet1!$A$107:$A$121</c:f>
              <c:numCache>
                <c:formatCode>General</c:formatCode>
                <c:ptCount val="1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</c:numCache>
            </c:numRef>
          </c:xVal>
          <c:yVal>
            <c:numRef>
              <c:f>Sheet1!$E$107:$E$121</c:f>
              <c:numCache>
                <c:formatCode>General</c:formatCode>
                <c:ptCount val="15"/>
                <c:pt idx="1">
                  <c:v>0.60000000000000009</c:v>
                </c:pt>
                <c:pt idx="2">
                  <c:v>0.62000000000000011</c:v>
                </c:pt>
                <c:pt idx="3">
                  <c:v>0.65000000000000013</c:v>
                </c:pt>
                <c:pt idx="4">
                  <c:v>0.7</c:v>
                </c:pt>
                <c:pt idx="5">
                  <c:v>0.82000000000000006</c:v>
                </c:pt>
                <c:pt idx="6">
                  <c:v>1.1000000000000001</c:v>
                </c:pt>
                <c:pt idx="7">
                  <c:v>2.1</c:v>
                </c:pt>
                <c:pt idx="8">
                  <c:v>2.8000000000000003</c:v>
                </c:pt>
                <c:pt idx="9">
                  <c:v>3</c:v>
                </c:pt>
                <c:pt idx="10">
                  <c:v>3.1</c:v>
                </c:pt>
                <c:pt idx="11">
                  <c:v>3.2</c:v>
                </c:pt>
                <c:pt idx="12">
                  <c:v>3.3000000000000003</c:v>
                </c:pt>
                <c:pt idx="13">
                  <c:v>3.35</c:v>
                </c:pt>
                <c:pt idx="14">
                  <c:v>3.37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F59A-4246-A58C-B1320E47C8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05746719"/>
        <c:axId val="1370589359"/>
      </c:scatterChart>
      <c:valAx>
        <c:axId val="130574671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Input, Units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0589359"/>
        <c:crosses val="autoZero"/>
        <c:crossBetween val="midCat"/>
      </c:valAx>
      <c:valAx>
        <c:axId val="13705893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Output, Units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574671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Calibration Curve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Curve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Sheet1!$O$37:$O$51</c:f>
              <c:numCache>
                <c:formatCode>General</c:formatCode>
                <c:ptCount val="1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</c:numCache>
            </c:numRef>
          </c:xVal>
          <c:yVal>
            <c:numRef>
              <c:f>Sheet1!$P$37:$P$51</c:f>
              <c:numCache>
                <c:formatCode>General</c:formatCode>
                <c:ptCount val="15"/>
                <c:pt idx="1">
                  <c:v>0.5</c:v>
                </c:pt>
                <c:pt idx="2">
                  <c:v>0.52</c:v>
                </c:pt>
                <c:pt idx="3">
                  <c:v>0.6</c:v>
                </c:pt>
                <c:pt idx="4">
                  <c:v>1</c:v>
                </c:pt>
                <c:pt idx="5">
                  <c:v>1.3</c:v>
                </c:pt>
                <c:pt idx="6">
                  <c:v>1.6</c:v>
                </c:pt>
                <c:pt idx="7">
                  <c:v>1.8</c:v>
                </c:pt>
                <c:pt idx="8">
                  <c:v>1.9</c:v>
                </c:pt>
                <c:pt idx="9">
                  <c:v>2.1</c:v>
                </c:pt>
                <c:pt idx="10">
                  <c:v>2.4</c:v>
                </c:pt>
                <c:pt idx="11">
                  <c:v>2.7</c:v>
                </c:pt>
                <c:pt idx="12">
                  <c:v>2.9</c:v>
                </c:pt>
                <c:pt idx="13">
                  <c:v>3.25</c:v>
                </c:pt>
                <c:pt idx="14">
                  <c:v>3.27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034-4526-A999-83D81FB097C3}"/>
            </c:ext>
          </c:extLst>
        </c:ser>
        <c:ser>
          <c:idx val="1"/>
          <c:order val="1"/>
          <c:tx>
            <c:v>Expected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Sheet1!$O$37:$O$51</c:f>
              <c:numCache>
                <c:formatCode>General</c:formatCode>
                <c:ptCount val="1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</c:numCache>
            </c:numRef>
          </c:xVal>
          <c:yVal>
            <c:numRef>
              <c:f>Sheet1!$Q$37:$Q$51</c:f>
              <c:numCache>
                <c:formatCode>General</c:formatCode>
                <c:ptCount val="15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6034-4526-A999-83D81FB097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7011136"/>
        <c:axId val="927014016"/>
      </c:scatterChart>
      <c:valAx>
        <c:axId val="92701113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Input, Units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14016"/>
        <c:crosses val="autoZero"/>
        <c:crossBetween val="midCat"/>
      </c:valAx>
      <c:valAx>
        <c:axId val="92701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Output,</a:t>
                </a:r>
                <a:r>
                  <a:rPr lang="en-GB" baseline="0"/>
                  <a:t> Units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1113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LMT86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'tmp86'!$B$1</c:f>
              <c:strCache>
                <c:ptCount val="1"/>
                <c:pt idx="0">
                  <c:v>Ideal Output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'tmp86'!$A$2:$A$203</c:f>
              <c:numCache>
                <c:formatCode>General</c:formatCode>
                <c:ptCount val="202"/>
                <c:pt idx="0">
                  <c:v>-50</c:v>
                </c:pt>
                <c:pt idx="1">
                  <c:v>-49</c:v>
                </c:pt>
                <c:pt idx="2">
                  <c:v>-48</c:v>
                </c:pt>
                <c:pt idx="3">
                  <c:v>-47</c:v>
                </c:pt>
                <c:pt idx="4">
                  <c:v>-46</c:v>
                </c:pt>
                <c:pt idx="5">
                  <c:v>-45</c:v>
                </c:pt>
                <c:pt idx="6">
                  <c:v>-44</c:v>
                </c:pt>
                <c:pt idx="7">
                  <c:v>-43</c:v>
                </c:pt>
                <c:pt idx="8">
                  <c:v>-42</c:v>
                </c:pt>
                <c:pt idx="9">
                  <c:v>-41</c:v>
                </c:pt>
                <c:pt idx="10">
                  <c:v>-40</c:v>
                </c:pt>
                <c:pt idx="11">
                  <c:v>-39</c:v>
                </c:pt>
                <c:pt idx="12">
                  <c:v>-38</c:v>
                </c:pt>
                <c:pt idx="13">
                  <c:v>-37</c:v>
                </c:pt>
                <c:pt idx="14">
                  <c:v>-36</c:v>
                </c:pt>
                <c:pt idx="15">
                  <c:v>-35</c:v>
                </c:pt>
                <c:pt idx="16">
                  <c:v>-34</c:v>
                </c:pt>
                <c:pt idx="17">
                  <c:v>-33</c:v>
                </c:pt>
                <c:pt idx="18">
                  <c:v>-32</c:v>
                </c:pt>
                <c:pt idx="19">
                  <c:v>-31</c:v>
                </c:pt>
                <c:pt idx="20">
                  <c:v>-30</c:v>
                </c:pt>
                <c:pt idx="21">
                  <c:v>-29</c:v>
                </c:pt>
                <c:pt idx="22">
                  <c:v>-28</c:v>
                </c:pt>
                <c:pt idx="23">
                  <c:v>-27</c:v>
                </c:pt>
                <c:pt idx="24">
                  <c:v>-26</c:v>
                </c:pt>
                <c:pt idx="25">
                  <c:v>-25</c:v>
                </c:pt>
                <c:pt idx="26">
                  <c:v>-24</c:v>
                </c:pt>
                <c:pt idx="27">
                  <c:v>-23</c:v>
                </c:pt>
                <c:pt idx="28">
                  <c:v>-22</c:v>
                </c:pt>
                <c:pt idx="29">
                  <c:v>-21</c:v>
                </c:pt>
                <c:pt idx="30">
                  <c:v>-20</c:v>
                </c:pt>
                <c:pt idx="31">
                  <c:v>-19</c:v>
                </c:pt>
                <c:pt idx="32">
                  <c:v>-18</c:v>
                </c:pt>
                <c:pt idx="33">
                  <c:v>-17</c:v>
                </c:pt>
                <c:pt idx="34">
                  <c:v>-16</c:v>
                </c:pt>
                <c:pt idx="35">
                  <c:v>-15</c:v>
                </c:pt>
                <c:pt idx="36">
                  <c:v>-14</c:v>
                </c:pt>
                <c:pt idx="37">
                  <c:v>-13</c:v>
                </c:pt>
                <c:pt idx="38">
                  <c:v>-12</c:v>
                </c:pt>
                <c:pt idx="39">
                  <c:v>-11</c:v>
                </c:pt>
                <c:pt idx="40">
                  <c:v>-10</c:v>
                </c:pt>
                <c:pt idx="41">
                  <c:v>-9</c:v>
                </c:pt>
                <c:pt idx="42">
                  <c:v>-8</c:v>
                </c:pt>
                <c:pt idx="43">
                  <c:v>-7</c:v>
                </c:pt>
                <c:pt idx="44">
                  <c:v>-6</c:v>
                </c:pt>
                <c:pt idx="45">
                  <c:v>-5</c:v>
                </c:pt>
                <c:pt idx="46">
                  <c:v>-4</c:v>
                </c:pt>
                <c:pt idx="47">
                  <c:v>-3</c:v>
                </c:pt>
                <c:pt idx="48">
                  <c:v>-2</c:v>
                </c:pt>
                <c:pt idx="49">
                  <c:v>-1</c:v>
                </c:pt>
                <c:pt idx="50">
                  <c:v>0</c:v>
                </c:pt>
                <c:pt idx="51">
                  <c:v>1</c:v>
                </c:pt>
                <c:pt idx="52">
                  <c:v>2</c:v>
                </c:pt>
                <c:pt idx="53">
                  <c:v>3</c:v>
                </c:pt>
                <c:pt idx="54">
                  <c:v>4</c:v>
                </c:pt>
                <c:pt idx="55">
                  <c:v>5</c:v>
                </c:pt>
                <c:pt idx="56">
                  <c:v>6</c:v>
                </c:pt>
                <c:pt idx="57">
                  <c:v>7</c:v>
                </c:pt>
                <c:pt idx="58">
                  <c:v>8</c:v>
                </c:pt>
                <c:pt idx="59">
                  <c:v>9</c:v>
                </c:pt>
                <c:pt idx="60">
                  <c:v>10</c:v>
                </c:pt>
                <c:pt idx="61">
                  <c:v>11</c:v>
                </c:pt>
                <c:pt idx="62">
                  <c:v>12</c:v>
                </c:pt>
                <c:pt idx="63">
                  <c:v>13</c:v>
                </c:pt>
                <c:pt idx="64">
                  <c:v>14</c:v>
                </c:pt>
                <c:pt idx="65">
                  <c:v>15</c:v>
                </c:pt>
                <c:pt idx="66">
                  <c:v>16</c:v>
                </c:pt>
                <c:pt idx="67">
                  <c:v>17</c:v>
                </c:pt>
                <c:pt idx="68">
                  <c:v>18</c:v>
                </c:pt>
                <c:pt idx="69">
                  <c:v>19</c:v>
                </c:pt>
                <c:pt idx="70">
                  <c:v>20</c:v>
                </c:pt>
                <c:pt idx="71">
                  <c:v>21</c:v>
                </c:pt>
                <c:pt idx="72">
                  <c:v>22</c:v>
                </c:pt>
                <c:pt idx="73">
                  <c:v>23</c:v>
                </c:pt>
                <c:pt idx="74">
                  <c:v>24</c:v>
                </c:pt>
                <c:pt idx="75">
                  <c:v>25</c:v>
                </c:pt>
                <c:pt idx="76">
                  <c:v>26</c:v>
                </c:pt>
                <c:pt idx="77">
                  <c:v>27</c:v>
                </c:pt>
                <c:pt idx="78">
                  <c:v>28</c:v>
                </c:pt>
                <c:pt idx="79">
                  <c:v>29</c:v>
                </c:pt>
                <c:pt idx="80">
                  <c:v>30</c:v>
                </c:pt>
                <c:pt idx="81">
                  <c:v>31</c:v>
                </c:pt>
                <c:pt idx="82">
                  <c:v>32</c:v>
                </c:pt>
                <c:pt idx="83">
                  <c:v>33</c:v>
                </c:pt>
                <c:pt idx="84">
                  <c:v>34</c:v>
                </c:pt>
                <c:pt idx="85">
                  <c:v>35</c:v>
                </c:pt>
                <c:pt idx="86">
                  <c:v>36</c:v>
                </c:pt>
                <c:pt idx="87">
                  <c:v>37</c:v>
                </c:pt>
                <c:pt idx="88">
                  <c:v>38</c:v>
                </c:pt>
                <c:pt idx="89">
                  <c:v>39</c:v>
                </c:pt>
                <c:pt idx="90">
                  <c:v>40</c:v>
                </c:pt>
                <c:pt idx="91">
                  <c:v>41</c:v>
                </c:pt>
                <c:pt idx="92">
                  <c:v>42</c:v>
                </c:pt>
                <c:pt idx="93">
                  <c:v>43</c:v>
                </c:pt>
                <c:pt idx="94">
                  <c:v>44</c:v>
                </c:pt>
                <c:pt idx="95">
                  <c:v>45</c:v>
                </c:pt>
                <c:pt idx="96">
                  <c:v>46</c:v>
                </c:pt>
                <c:pt idx="97">
                  <c:v>47</c:v>
                </c:pt>
                <c:pt idx="98">
                  <c:v>48</c:v>
                </c:pt>
                <c:pt idx="99">
                  <c:v>49</c:v>
                </c:pt>
                <c:pt idx="100">
                  <c:v>50</c:v>
                </c:pt>
                <c:pt idx="101">
                  <c:v>51</c:v>
                </c:pt>
                <c:pt idx="102">
                  <c:v>52</c:v>
                </c:pt>
                <c:pt idx="103">
                  <c:v>53</c:v>
                </c:pt>
                <c:pt idx="104">
                  <c:v>54</c:v>
                </c:pt>
                <c:pt idx="105">
                  <c:v>55</c:v>
                </c:pt>
                <c:pt idx="106">
                  <c:v>56</c:v>
                </c:pt>
                <c:pt idx="107">
                  <c:v>57</c:v>
                </c:pt>
                <c:pt idx="108">
                  <c:v>58</c:v>
                </c:pt>
                <c:pt idx="109">
                  <c:v>59</c:v>
                </c:pt>
                <c:pt idx="110">
                  <c:v>60</c:v>
                </c:pt>
                <c:pt idx="111">
                  <c:v>61</c:v>
                </c:pt>
                <c:pt idx="112">
                  <c:v>62</c:v>
                </c:pt>
                <c:pt idx="113">
                  <c:v>63</c:v>
                </c:pt>
                <c:pt idx="114">
                  <c:v>64</c:v>
                </c:pt>
                <c:pt idx="115">
                  <c:v>65</c:v>
                </c:pt>
                <c:pt idx="116">
                  <c:v>66</c:v>
                </c:pt>
                <c:pt idx="117">
                  <c:v>67</c:v>
                </c:pt>
                <c:pt idx="118">
                  <c:v>68</c:v>
                </c:pt>
                <c:pt idx="119">
                  <c:v>69</c:v>
                </c:pt>
                <c:pt idx="120">
                  <c:v>70</c:v>
                </c:pt>
                <c:pt idx="121">
                  <c:v>71</c:v>
                </c:pt>
                <c:pt idx="122">
                  <c:v>72</c:v>
                </c:pt>
                <c:pt idx="123">
                  <c:v>73</c:v>
                </c:pt>
                <c:pt idx="124">
                  <c:v>74</c:v>
                </c:pt>
                <c:pt idx="125">
                  <c:v>75</c:v>
                </c:pt>
                <c:pt idx="126">
                  <c:v>76</c:v>
                </c:pt>
                <c:pt idx="127">
                  <c:v>77</c:v>
                </c:pt>
                <c:pt idx="128">
                  <c:v>78</c:v>
                </c:pt>
                <c:pt idx="129">
                  <c:v>79</c:v>
                </c:pt>
                <c:pt idx="130">
                  <c:v>80</c:v>
                </c:pt>
                <c:pt idx="131">
                  <c:v>81</c:v>
                </c:pt>
                <c:pt idx="132">
                  <c:v>82</c:v>
                </c:pt>
                <c:pt idx="133">
                  <c:v>83</c:v>
                </c:pt>
                <c:pt idx="134">
                  <c:v>84</c:v>
                </c:pt>
                <c:pt idx="135">
                  <c:v>85</c:v>
                </c:pt>
                <c:pt idx="136">
                  <c:v>86</c:v>
                </c:pt>
                <c:pt idx="137">
                  <c:v>87</c:v>
                </c:pt>
                <c:pt idx="138">
                  <c:v>88</c:v>
                </c:pt>
                <c:pt idx="139">
                  <c:v>89</c:v>
                </c:pt>
                <c:pt idx="140">
                  <c:v>90</c:v>
                </c:pt>
                <c:pt idx="141">
                  <c:v>91</c:v>
                </c:pt>
                <c:pt idx="142">
                  <c:v>92</c:v>
                </c:pt>
                <c:pt idx="143">
                  <c:v>93</c:v>
                </c:pt>
                <c:pt idx="144">
                  <c:v>94</c:v>
                </c:pt>
                <c:pt idx="145">
                  <c:v>95</c:v>
                </c:pt>
                <c:pt idx="146">
                  <c:v>96</c:v>
                </c:pt>
                <c:pt idx="147">
                  <c:v>97</c:v>
                </c:pt>
                <c:pt idx="148">
                  <c:v>98</c:v>
                </c:pt>
                <c:pt idx="149">
                  <c:v>99</c:v>
                </c:pt>
                <c:pt idx="150">
                  <c:v>100</c:v>
                </c:pt>
                <c:pt idx="151">
                  <c:v>101</c:v>
                </c:pt>
                <c:pt idx="152">
                  <c:v>102</c:v>
                </c:pt>
                <c:pt idx="153">
                  <c:v>103</c:v>
                </c:pt>
                <c:pt idx="154">
                  <c:v>104</c:v>
                </c:pt>
                <c:pt idx="155">
                  <c:v>105</c:v>
                </c:pt>
                <c:pt idx="156">
                  <c:v>106</c:v>
                </c:pt>
                <c:pt idx="157">
                  <c:v>107</c:v>
                </c:pt>
                <c:pt idx="158">
                  <c:v>108</c:v>
                </c:pt>
                <c:pt idx="159">
                  <c:v>109</c:v>
                </c:pt>
                <c:pt idx="160">
                  <c:v>110</c:v>
                </c:pt>
                <c:pt idx="161">
                  <c:v>111</c:v>
                </c:pt>
                <c:pt idx="162">
                  <c:v>112</c:v>
                </c:pt>
                <c:pt idx="163">
                  <c:v>113</c:v>
                </c:pt>
                <c:pt idx="164">
                  <c:v>114</c:v>
                </c:pt>
                <c:pt idx="165">
                  <c:v>115</c:v>
                </c:pt>
                <c:pt idx="166">
                  <c:v>116</c:v>
                </c:pt>
                <c:pt idx="167">
                  <c:v>117</c:v>
                </c:pt>
                <c:pt idx="168">
                  <c:v>118</c:v>
                </c:pt>
                <c:pt idx="169">
                  <c:v>119</c:v>
                </c:pt>
                <c:pt idx="170">
                  <c:v>120</c:v>
                </c:pt>
                <c:pt idx="171">
                  <c:v>121</c:v>
                </c:pt>
                <c:pt idx="172">
                  <c:v>122</c:v>
                </c:pt>
                <c:pt idx="173">
                  <c:v>123</c:v>
                </c:pt>
                <c:pt idx="174">
                  <c:v>124</c:v>
                </c:pt>
                <c:pt idx="175">
                  <c:v>125</c:v>
                </c:pt>
                <c:pt idx="176">
                  <c:v>126</c:v>
                </c:pt>
                <c:pt idx="177">
                  <c:v>127</c:v>
                </c:pt>
                <c:pt idx="178">
                  <c:v>128</c:v>
                </c:pt>
                <c:pt idx="179">
                  <c:v>129</c:v>
                </c:pt>
                <c:pt idx="180">
                  <c:v>130</c:v>
                </c:pt>
                <c:pt idx="181">
                  <c:v>131</c:v>
                </c:pt>
                <c:pt idx="182">
                  <c:v>132</c:v>
                </c:pt>
                <c:pt idx="183">
                  <c:v>133</c:v>
                </c:pt>
                <c:pt idx="184">
                  <c:v>134</c:v>
                </c:pt>
                <c:pt idx="185">
                  <c:v>135</c:v>
                </c:pt>
                <c:pt idx="186">
                  <c:v>136</c:v>
                </c:pt>
                <c:pt idx="187">
                  <c:v>137</c:v>
                </c:pt>
                <c:pt idx="188">
                  <c:v>138</c:v>
                </c:pt>
                <c:pt idx="189">
                  <c:v>139</c:v>
                </c:pt>
                <c:pt idx="190">
                  <c:v>140</c:v>
                </c:pt>
                <c:pt idx="191">
                  <c:v>141</c:v>
                </c:pt>
                <c:pt idx="192">
                  <c:v>142</c:v>
                </c:pt>
                <c:pt idx="193">
                  <c:v>143</c:v>
                </c:pt>
                <c:pt idx="194">
                  <c:v>144</c:v>
                </c:pt>
                <c:pt idx="195">
                  <c:v>145</c:v>
                </c:pt>
                <c:pt idx="196">
                  <c:v>146</c:v>
                </c:pt>
                <c:pt idx="197">
                  <c:v>147</c:v>
                </c:pt>
                <c:pt idx="198">
                  <c:v>148</c:v>
                </c:pt>
                <c:pt idx="199">
                  <c:v>149</c:v>
                </c:pt>
                <c:pt idx="200">
                  <c:v>150</c:v>
                </c:pt>
              </c:numCache>
            </c:numRef>
          </c:xVal>
          <c:yVal>
            <c:numRef>
              <c:f>'tmp86'!$B$2:$B$203</c:f>
              <c:numCache>
                <c:formatCode>General</c:formatCode>
                <c:ptCount val="202"/>
                <c:pt idx="0">
                  <c:v>-50</c:v>
                </c:pt>
                <c:pt idx="1">
                  <c:v>-49</c:v>
                </c:pt>
                <c:pt idx="2">
                  <c:v>-48</c:v>
                </c:pt>
                <c:pt idx="3">
                  <c:v>-47</c:v>
                </c:pt>
                <c:pt idx="4">
                  <c:v>-46</c:v>
                </c:pt>
                <c:pt idx="5">
                  <c:v>-45</c:v>
                </c:pt>
                <c:pt idx="6">
                  <c:v>-44</c:v>
                </c:pt>
                <c:pt idx="7">
                  <c:v>-43</c:v>
                </c:pt>
                <c:pt idx="8">
                  <c:v>-42</c:v>
                </c:pt>
                <c:pt idx="9">
                  <c:v>-41</c:v>
                </c:pt>
                <c:pt idx="10">
                  <c:v>-40</c:v>
                </c:pt>
                <c:pt idx="11">
                  <c:v>-39</c:v>
                </c:pt>
                <c:pt idx="12">
                  <c:v>-38</c:v>
                </c:pt>
                <c:pt idx="13">
                  <c:v>-37</c:v>
                </c:pt>
                <c:pt idx="14">
                  <c:v>-36</c:v>
                </c:pt>
                <c:pt idx="15">
                  <c:v>-35</c:v>
                </c:pt>
                <c:pt idx="16">
                  <c:v>-34</c:v>
                </c:pt>
                <c:pt idx="17">
                  <c:v>-33</c:v>
                </c:pt>
                <c:pt idx="18">
                  <c:v>-32</c:v>
                </c:pt>
                <c:pt idx="19">
                  <c:v>-31</c:v>
                </c:pt>
                <c:pt idx="20">
                  <c:v>-30</c:v>
                </c:pt>
                <c:pt idx="21">
                  <c:v>-29</c:v>
                </c:pt>
                <c:pt idx="22">
                  <c:v>-28</c:v>
                </c:pt>
                <c:pt idx="23">
                  <c:v>-27</c:v>
                </c:pt>
                <c:pt idx="24">
                  <c:v>-26</c:v>
                </c:pt>
                <c:pt idx="25">
                  <c:v>-25</c:v>
                </c:pt>
                <c:pt idx="26">
                  <c:v>-24</c:v>
                </c:pt>
                <c:pt idx="27">
                  <c:v>-23</c:v>
                </c:pt>
                <c:pt idx="28">
                  <c:v>-22</c:v>
                </c:pt>
                <c:pt idx="29">
                  <c:v>-21</c:v>
                </c:pt>
                <c:pt idx="30">
                  <c:v>-20</c:v>
                </c:pt>
                <c:pt idx="31">
                  <c:v>-19</c:v>
                </c:pt>
                <c:pt idx="32">
                  <c:v>-18</c:v>
                </c:pt>
                <c:pt idx="33">
                  <c:v>-17</c:v>
                </c:pt>
                <c:pt idx="34">
                  <c:v>-16</c:v>
                </c:pt>
                <c:pt idx="35">
                  <c:v>-15</c:v>
                </c:pt>
                <c:pt idx="36">
                  <c:v>-14</c:v>
                </c:pt>
                <c:pt idx="37">
                  <c:v>-13</c:v>
                </c:pt>
                <c:pt idx="38">
                  <c:v>-12</c:v>
                </c:pt>
                <c:pt idx="39">
                  <c:v>-11</c:v>
                </c:pt>
                <c:pt idx="40">
                  <c:v>-10</c:v>
                </c:pt>
                <c:pt idx="41">
                  <c:v>-9</c:v>
                </c:pt>
                <c:pt idx="42">
                  <c:v>-8</c:v>
                </c:pt>
                <c:pt idx="43">
                  <c:v>-7</c:v>
                </c:pt>
                <c:pt idx="44">
                  <c:v>-6</c:v>
                </c:pt>
                <c:pt idx="45">
                  <c:v>-5</c:v>
                </c:pt>
                <c:pt idx="46">
                  <c:v>-4</c:v>
                </c:pt>
                <c:pt idx="47">
                  <c:v>-3</c:v>
                </c:pt>
                <c:pt idx="48">
                  <c:v>-2</c:v>
                </c:pt>
                <c:pt idx="49">
                  <c:v>-1</c:v>
                </c:pt>
                <c:pt idx="50">
                  <c:v>0</c:v>
                </c:pt>
                <c:pt idx="51">
                  <c:v>1</c:v>
                </c:pt>
                <c:pt idx="52">
                  <c:v>2</c:v>
                </c:pt>
                <c:pt idx="53">
                  <c:v>3</c:v>
                </c:pt>
                <c:pt idx="54">
                  <c:v>4</c:v>
                </c:pt>
                <c:pt idx="55">
                  <c:v>5</c:v>
                </c:pt>
                <c:pt idx="56">
                  <c:v>6</c:v>
                </c:pt>
                <c:pt idx="57">
                  <c:v>7</c:v>
                </c:pt>
                <c:pt idx="58">
                  <c:v>8</c:v>
                </c:pt>
                <c:pt idx="59">
                  <c:v>9</c:v>
                </c:pt>
                <c:pt idx="60">
                  <c:v>10</c:v>
                </c:pt>
                <c:pt idx="61">
                  <c:v>11</c:v>
                </c:pt>
                <c:pt idx="62">
                  <c:v>12</c:v>
                </c:pt>
                <c:pt idx="63">
                  <c:v>13</c:v>
                </c:pt>
                <c:pt idx="64">
                  <c:v>14</c:v>
                </c:pt>
                <c:pt idx="65">
                  <c:v>15</c:v>
                </c:pt>
                <c:pt idx="66">
                  <c:v>16</c:v>
                </c:pt>
                <c:pt idx="67">
                  <c:v>17</c:v>
                </c:pt>
                <c:pt idx="68">
                  <c:v>18</c:v>
                </c:pt>
                <c:pt idx="69">
                  <c:v>19</c:v>
                </c:pt>
                <c:pt idx="70">
                  <c:v>20</c:v>
                </c:pt>
                <c:pt idx="71">
                  <c:v>21</c:v>
                </c:pt>
                <c:pt idx="72">
                  <c:v>22</c:v>
                </c:pt>
                <c:pt idx="73">
                  <c:v>23</c:v>
                </c:pt>
                <c:pt idx="74">
                  <c:v>24</c:v>
                </c:pt>
                <c:pt idx="75">
                  <c:v>25</c:v>
                </c:pt>
                <c:pt idx="76">
                  <c:v>26</c:v>
                </c:pt>
                <c:pt idx="77">
                  <c:v>27</c:v>
                </c:pt>
                <c:pt idx="78">
                  <c:v>28</c:v>
                </c:pt>
                <c:pt idx="79">
                  <c:v>29</c:v>
                </c:pt>
                <c:pt idx="80">
                  <c:v>30</c:v>
                </c:pt>
                <c:pt idx="81">
                  <c:v>31</c:v>
                </c:pt>
                <c:pt idx="82">
                  <c:v>32</c:v>
                </c:pt>
                <c:pt idx="83">
                  <c:v>33</c:v>
                </c:pt>
                <c:pt idx="84">
                  <c:v>34</c:v>
                </c:pt>
                <c:pt idx="85">
                  <c:v>35</c:v>
                </c:pt>
                <c:pt idx="86">
                  <c:v>36</c:v>
                </c:pt>
                <c:pt idx="87">
                  <c:v>37</c:v>
                </c:pt>
                <c:pt idx="88">
                  <c:v>38</c:v>
                </c:pt>
                <c:pt idx="89">
                  <c:v>39</c:v>
                </c:pt>
                <c:pt idx="90">
                  <c:v>40</c:v>
                </c:pt>
                <c:pt idx="91">
                  <c:v>41</c:v>
                </c:pt>
                <c:pt idx="92">
                  <c:v>42</c:v>
                </c:pt>
                <c:pt idx="93">
                  <c:v>43</c:v>
                </c:pt>
                <c:pt idx="94">
                  <c:v>44</c:v>
                </c:pt>
                <c:pt idx="95">
                  <c:v>45</c:v>
                </c:pt>
                <c:pt idx="96">
                  <c:v>46</c:v>
                </c:pt>
                <c:pt idx="97">
                  <c:v>47</c:v>
                </c:pt>
                <c:pt idx="98">
                  <c:v>48</c:v>
                </c:pt>
                <c:pt idx="99">
                  <c:v>49</c:v>
                </c:pt>
                <c:pt idx="100">
                  <c:v>50</c:v>
                </c:pt>
                <c:pt idx="101">
                  <c:v>51</c:v>
                </c:pt>
                <c:pt idx="102">
                  <c:v>52</c:v>
                </c:pt>
                <c:pt idx="103">
                  <c:v>53</c:v>
                </c:pt>
                <c:pt idx="104">
                  <c:v>54</c:v>
                </c:pt>
                <c:pt idx="105">
                  <c:v>55</c:v>
                </c:pt>
                <c:pt idx="106">
                  <c:v>56</c:v>
                </c:pt>
                <c:pt idx="107">
                  <c:v>57</c:v>
                </c:pt>
                <c:pt idx="108">
                  <c:v>58</c:v>
                </c:pt>
                <c:pt idx="109">
                  <c:v>59</c:v>
                </c:pt>
                <c:pt idx="110">
                  <c:v>60</c:v>
                </c:pt>
                <c:pt idx="111">
                  <c:v>61</c:v>
                </c:pt>
                <c:pt idx="112">
                  <c:v>62</c:v>
                </c:pt>
                <c:pt idx="113">
                  <c:v>63</c:v>
                </c:pt>
                <c:pt idx="114">
                  <c:v>64</c:v>
                </c:pt>
                <c:pt idx="115">
                  <c:v>65</c:v>
                </c:pt>
                <c:pt idx="116">
                  <c:v>66</c:v>
                </c:pt>
                <c:pt idx="117">
                  <c:v>67</c:v>
                </c:pt>
                <c:pt idx="118">
                  <c:v>68</c:v>
                </c:pt>
                <c:pt idx="119">
                  <c:v>69</c:v>
                </c:pt>
                <c:pt idx="120">
                  <c:v>70</c:v>
                </c:pt>
                <c:pt idx="121">
                  <c:v>71</c:v>
                </c:pt>
                <c:pt idx="122">
                  <c:v>72</c:v>
                </c:pt>
                <c:pt idx="123">
                  <c:v>73</c:v>
                </c:pt>
                <c:pt idx="124">
                  <c:v>74</c:v>
                </c:pt>
                <c:pt idx="125">
                  <c:v>75</c:v>
                </c:pt>
                <c:pt idx="126">
                  <c:v>76</c:v>
                </c:pt>
                <c:pt idx="127">
                  <c:v>77</c:v>
                </c:pt>
                <c:pt idx="128">
                  <c:v>78</c:v>
                </c:pt>
                <c:pt idx="129">
                  <c:v>79</c:v>
                </c:pt>
                <c:pt idx="130">
                  <c:v>80</c:v>
                </c:pt>
                <c:pt idx="131">
                  <c:v>81</c:v>
                </c:pt>
                <c:pt idx="132">
                  <c:v>82</c:v>
                </c:pt>
                <c:pt idx="133">
                  <c:v>83</c:v>
                </c:pt>
                <c:pt idx="134">
                  <c:v>84</c:v>
                </c:pt>
                <c:pt idx="135">
                  <c:v>85</c:v>
                </c:pt>
                <c:pt idx="136">
                  <c:v>86</c:v>
                </c:pt>
                <c:pt idx="137">
                  <c:v>87</c:v>
                </c:pt>
                <c:pt idx="138">
                  <c:v>88</c:v>
                </c:pt>
                <c:pt idx="139">
                  <c:v>89</c:v>
                </c:pt>
                <c:pt idx="140">
                  <c:v>90</c:v>
                </c:pt>
                <c:pt idx="141">
                  <c:v>91</c:v>
                </c:pt>
                <c:pt idx="142">
                  <c:v>92</c:v>
                </c:pt>
                <c:pt idx="143">
                  <c:v>93</c:v>
                </c:pt>
                <c:pt idx="144">
                  <c:v>94</c:v>
                </c:pt>
                <c:pt idx="145">
                  <c:v>95</c:v>
                </c:pt>
                <c:pt idx="146">
                  <c:v>96</c:v>
                </c:pt>
                <c:pt idx="147">
                  <c:v>97</c:v>
                </c:pt>
                <c:pt idx="148">
                  <c:v>98</c:v>
                </c:pt>
                <c:pt idx="149">
                  <c:v>99</c:v>
                </c:pt>
                <c:pt idx="150">
                  <c:v>100</c:v>
                </c:pt>
                <c:pt idx="151">
                  <c:v>101</c:v>
                </c:pt>
                <c:pt idx="152">
                  <c:v>102</c:v>
                </c:pt>
                <c:pt idx="153">
                  <c:v>103</c:v>
                </c:pt>
                <c:pt idx="154">
                  <c:v>104</c:v>
                </c:pt>
                <c:pt idx="155">
                  <c:v>105</c:v>
                </c:pt>
                <c:pt idx="156">
                  <c:v>106</c:v>
                </c:pt>
                <c:pt idx="157">
                  <c:v>107</c:v>
                </c:pt>
                <c:pt idx="158">
                  <c:v>108</c:v>
                </c:pt>
                <c:pt idx="159">
                  <c:v>109</c:v>
                </c:pt>
                <c:pt idx="160">
                  <c:v>110</c:v>
                </c:pt>
                <c:pt idx="161">
                  <c:v>111</c:v>
                </c:pt>
                <c:pt idx="162">
                  <c:v>112</c:v>
                </c:pt>
                <c:pt idx="163">
                  <c:v>113</c:v>
                </c:pt>
                <c:pt idx="164">
                  <c:v>114</c:v>
                </c:pt>
                <c:pt idx="165">
                  <c:v>115</c:v>
                </c:pt>
                <c:pt idx="166">
                  <c:v>116</c:v>
                </c:pt>
                <c:pt idx="167">
                  <c:v>117</c:v>
                </c:pt>
                <c:pt idx="168">
                  <c:v>118</c:v>
                </c:pt>
                <c:pt idx="169">
                  <c:v>119</c:v>
                </c:pt>
                <c:pt idx="170">
                  <c:v>120</c:v>
                </c:pt>
                <c:pt idx="171">
                  <c:v>121</c:v>
                </c:pt>
                <c:pt idx="172">
                  <c:v>122</c:v>
                </c:pt>
                <c:pt idx="173">
                  <c:v>123</c:v>
                </c:pt>
                <c:pt idx="174">
                  <c:v>124</c:v>
                </c:pt>
                <c:pt idx="175">
                  <c:v>125</c:v>
                </c:pt>
                <c:pt idx="176">
                  <c:v>126</c:v>
                </c:pt>
                <c:pt idx="177">
                  <c:v>127</c:v>
                </c:pt>
                <c:pt idx="178">
                  <c:v>128</c:v>
                </c:pt>
                <c:pt idx="179">
                  <c:v>129</c:v>
                </c:pt>
                <c:pt idx="180">
                  <c:v>130</c:v>
                </c:pt>
                <c:pt idx="181">
                  <c:v>131</c:v>
                </c:pt>
                <c:pt idx="182">
                  <c:v>132</c:v>
                </c:pt>
                <c:pt idx="183">
                  <c:v>133</c:v>
                </c:pt>
                <c:pt idx="184">
                  <c:v>134</c:v>
                </c:pt>
                <c:pt idx="185">
                  <c:v>135</c:v>
                </c:pt>
                <c:pt idx="186">
                  <c:v>136</c:v>
                </c:pt>
                <c:pt idx="187">
                  <c:v>137</c:v>
                </c:pt>
                <c:pt idx="188">
                  <c:v>138</c:v>
                </c:pt>
                <c:pt idx="189">
                  <c:v>139</c:v>
                </c:pt>
                <c:pt idx="190">
                  <c:v>140</c:v>
                </c:pt>
                <c:pt idx="191">
                  <c:v>141</c:v>
                </c:pt>
                <c:pt idx="192">
                  <c:v>142</c:v>
                </c:pt>
                <c:pt idx="193">
                  <c:v>143</c:v>
                </c:pt>
                <c:pt idx="194">
                  <c:v>144</c:v>
                </c:pt>
                <c:pt idx="195">
                  <c:v>145</c:v>
                </c:pt>
                <c:pt idx="196">
                  <c:v>146</c:v>
                </c:pt>
                <c:pt idx="197">
                  <c:v>147</c:v>
                </c:pt>
                <c:pt idx="198">
                  <c:v>148</c:v>
                </c:pt>
                <c:pt idx="199">
                  <c:v>149</c:v>
                </c:pt>
                <c:pt idx="200">
                  <c:v>150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7873-4B9D-8DAF-0F94F8A0BD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52746016"/>
        <c:axId val="952746496"/>
      </c:scatterChart>
      <c:valAx>
        <c:axId val="952746016"/>
        <c:scaling>
          <c:orientation val="minMax"/>
          <c:max val="150"/>
          <c:min val="-5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Input</a:t>
                </a:r>
                <a:r>
                  <a:rPr lang="en-GB" baseline="0"/>
                  <a:t> Temperature, C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2746496"/>
        <c:crosses val="autoZero"/>
        <c:crossBetween val="midCat"/>
      </c:valAx>
      <c:valAx>
        <c:axId val="952746496"/>
        <c:scaling>
          <c:orientation val="minMax"/>
          <c:max val="150"/>
          <c:min val="-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Output</a:t>
                </a:r>
                <a:r>
                  <a:rPr lang="en-GB" baseline="0"/>
                  <a:t> Temperature, C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274601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LMT86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'tmp86'!$B$1</c:f>
              <c:strCache>
                <c:ptCount val="1"/>
                <c:pt idx="0">
                  <c:v>Ideal Output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'tmp86'!$A$2:$A$202</c:f>
              <c:numCache>
                <c:formatCode>General</c:formatCode>
                <c:ptCount val="201"/>
                <c:pt idx="0">
                  <c:v>-50</c:v>
                </c:pt>
                <c:pt idx="1">
                  <c:v>-49</c:v>
                </c:pt>
                <c:pt idx="2">
                  <c:v>-48</c:v>
                </c:pt>
                <c:pt idx="3">
                  <c:v>-47</c:v>
                </c:pt>
                <c:pt idx="4">
                  <c:v>-46</c:v>
                </c:pt>
                <c:pt idx="5">
                  <c:v>-45</c:v>
                </c:pt>
                <c:pt idx="6">
                  <c:v>-44</c:v>
                </c:pt>
                <c:pt idx="7">
                  <c:v>-43</c:v>
                </c:pt>
                <c:pt idx="8">
                  <c:v>-42</c:v>
                </c:pt>
                <c:pt idx="9">
                  <c:v>-41</c:v>
                </c:pt>
                <c:pt idx="10">
                  <c:v>-40</c:v>
                </c:pt>
                <c:pt idx="11">
                  <c:v>-39</c:v>
                </c:pt>
                <c:pt idx="12">
                  <c:v>-38</c:v>
                </c:pt>
                <c:pt idx="13">
                  <c:v>-37</c:v>
                </c:pt>
                <c:pt idx="14">
                  <c:v>-36</c:v>
                </c:pt>
                <c:pt idx="15">
                  <c:v>-35</c:v>
                </c:pt>
                <c:pt idx="16">
                  <c:v>-34</c:v>
                </c:pt>
                <c:pt idx="17">
                  <c:v>-33</c:v>
                </c:pt>
                <c:pt idx="18">
                  <c:v>-32</c:v>
                </c:pt>
                <c:pt idx="19">
                  <c:v>-31</c:v>
                </c:pt>
                <c:pt idx="20">
                  <c:v>-30</c:v>
                </c:pt>
                <c:pt idx="21">
                  <c:v>-29</c:v>
                </c:pt>
                <c:pt idx="22">
                  <c:v>-28</c:v>
                </c:pt>
                <c:pt idx="23">
                  <c:v>-27</c:v>
                </c:pt>
                <c:pt idx="24">
                  <c:v>-26</c:v>
                </c:pt>
                <c:pt idx="25">
                  <c:v>-25</c:v>
                </c:pt>
                <c:pt idx="26">
                  <c:v>-24</c:v>
                </c:pt>
                <c:pt idx="27">
                  <c:v>-23</c:v>
                </c:pt>
                <c:pt idx="28">
                  <c:v>-22</c:v>
                </c:pt>
                <c:pt idx="29">
                  <c:v>-21</c:v>
                </c:pt>
                <c:pt idx="30">
                  <c:v>-20</c:v>
                </c:pt>
                <c:pt idx="31">
                  <c:v>-19</c:v>
                </c:pt>
                <c:pt idx="32">
                  <c:v>-18</c:v>
                </c:pt>
                <c:pt idx="33">
                  <c:v>-17</c:v>
                </c:pt>
                <c:pt idx="34">
                  <c:v>-16</c:v>
                </c:pt>
                <c:pt idx="35">
                  <c:v>-15</c:v>
                </c:pt>
                <c:pt idx="36">
                  <c:v>-14</c:v>
                </c:pt>
                <c:pt idx="37">
                  <c:v>-13</c:v>
                </c:pt>
                <c:pt idx="38">
                  <c:v>-12</c:v>
                </c:pt>
                <c:pt idx="39">
                  <c:v>-11</c:v>
                </c:pt>
                <c:pt idx="40">
                  <c:v>-10</c:v>
                </c:pt>
                <c:pt idx="41">
                  <c:v>-9</c:v>
                </c:pt>
                <c:pt idx="42">
                  <c:v>-8</c:v>
                </c:pt>
                <c:pt idx="43">
                  <c:v>-7</c:v>
                </c:pt>
                <c:pt idx="44">
                  <c:v>-6</c:v>
                </c:pt>
                <c:pt idx="45">
                  <c:v>-5</c:v>
                </c:pt>
                <c:pt idx="46">
                  <c:v>-4</c:v>
                </c:pt>
                <c:pt idx="47">
                  <c:v>-3</c:v>
                </c:pt>
                <c:pt idx="48">
                  <c:v>-2</c:v>
                </c:pt>
                <c:pt idx="49">
                  <c:v>-1</c:v>
                </c:pt>
                <c:pt idx="50">
                  <c:v>0</c:v>
                </c:pt>
                <c:pt idx="51">
                  <c:v>1</c:v>
                </c:pt>
                <c:pt idx="52">
                  <c:v>2</c:v>
                </c:pt>
                <c:pt idx="53">
                  <c:v>3</c:v>
                </c:pt>
                <c:pt idx="54">
                  <c:v>4</c:v>
                </c:pt>
                <c:pt idx="55">
                  <c:v>5</c:v>
                </c:pt>
                <c:pt idx="56">
                  <c:v>6</c:v>
                </c:pt>
                <c:pt idx="57">
                  <c:v>7</c:v>
                </c:pt>
                <c:pt idx="58">
                  <c:v>8</c:v>
                </c:pt>
                <c:pt idx="59">
                  <c:v>9</c:v>
                </c:pt>
                <c:pt idx="60">
                  <c:v>10</c:v>
                </c:pt>
                <c:pt idx="61">
                  <c:v>11</c:v>
                </c:pt>
                <c:pt idx="62">
                  <c:v>12</c:v>
                </c:pt>
                <c:pt idx="63">
                  <c:v>13</c:v>
                </c:pt>
                <c:pt idx="64">
                  <c:v>14</c:v>
                </c:pt>
                <c:pt idx="65">
                  <c:v>15</c:v>
                </c:pt>
                <c:pt idx="66">
                  <c:v>16</c:v>
                </c:pt>
                <c:pt idx="67">
                  <c:v>17</c:v>
                </c:pt>
                <c:pt idx="68">
                  <c:v>18</c:v>
                </c:pt>
                <c:pt idx="69">
                  <c:v>19</c:v>
                </c:pt>
                <c:pt idx="70">
                  <c:v>20</c:v>
                </c:pt>
                <c:pt idx="71">
                  <c:v>21</c:v>
                </c:pt>
                <c:pt idx="72">
                  <c:v>22</c:v>
                </c:pt>
                <c:pt idx="73">
                  <c:v>23</c:v>
                </c:pt>
                <c:pt idx="74">
                  <c:v>24</c:v>
                </c:pt>
                <c:pt idx="75">
                  <c:v>25</c:v>
                </c:pt>
                <c:pt idx="76">
                  <c:v>26</c:v>
                </c:pt>
                <c:pt idx="77">
                  <c:v>27</c:v>
                </c:pt>
                <c:pt idx="78">
                  <c:v>28</c:v>
                </c:pt>
                <c:pt idx="79">
                  <c:v>29</c:v>
                </c:pt>
                <c:pt idx="80">
                  <c:v>30</c:v>
                </c:pt>
                <c:pt idx="81">
                  <c:v>31</c:v>
                </c:pt>
                <c:pt idx="82">
                  <c:v>32</c:v>
                </c:pt>
                <c:pt idx="83">
                  <c:v>33</c:v>
                </c:pt>
                <c:pt idx="84">
                  <c:v>34</c:v>
                </c:pt>
                <c:pt idx="85">
                  <c:v>35</c:v>
                </c:pt>
                <c:pt idx="86">
                  <c:v>36</c:v>
                </c:pt>
                <c:pt idx="87">
                  <c:v>37</c:v>
                </c:pt>
                <c:pt idx="88">
                  <c:v>38</c:v>
                </c:pt>
                <c:pt idx="89">
                  <c:v>39</c:v>
                </c:pt>
                <c:pt idx="90">
                  <c:v>40</c:v>
                </c:pt>
                <c:pt idx="91">
                  <c:v>41</c:v>
                </c:pt>
                <c:pt idx="92">
                  <c:v>42</c:v>
                </c:pt>
                <c:pt idx="93">
                  <c:v>43</c:v>
                </c:pt>
                <c:pt idx="94">
                  <c:v>44</c:v>
                </c:pt>
                <c:pt idx="95">
                  <c:v>45</c:v>
                </c:pt>
                <c:pt idx="96">
                  <c:v>46</c:v>
                </c:pt>
                <c:pt idx="97">
                  <c:v>47</c:v>
                </c:pt>
                <c:pt idx="98">
                  <c:v>48</c:v>
                </c:pt>
                <c:pt idx="99">
                  <c:v>49</c:v>
                </c:pt>
                <c:pt idx="100">
                  <c:v>50</c:v>
                </c:pt>
                <c:pt idx="101">
                  <c:v>51</c:v>
                </c:pt>
                <c:pt idx="102">
                  <c:v>52</c:v>
                </c:pt>
                <c:pt idx="103">
                  <c:v>53</c:v>
                </c:pt>
                <c:pt idx="104">
                  <c:v>54</c:v>
                </c:pt>
                <c:pt idx="105">
                  <c:v>55</c:v>
                </c:pt>
                <c:pt idx="106">
                  <c:v>56</c:v>
                </c:pt>
                <c:pt idx="107">
                  <c:v>57</c:v>
                </c:pt>
                <c:pt idx="108">
                  <c:v>58</c:v>
                </c:pt>
                <c:pt idx="109">
                  <c:v>59</c:v>
                </c:pt>
                <c:pt idx="110">
                  <c:v>60</c:v>
                </c:pt>
                <c:pt idx="111">
                  <c:v>61</c:v>
                </c:pt>
                <c:pt idx="112">
                  <c:v>62</c:v>
                </c:pt>
                <c:pt idx="113">
                  <c:v>63</c:v>
                </c:pt>
                <c:pt idx="114">
                  <c:v>64</c:v>
                </c:pt>
                <c:pt idx="115">
                  <c:v>65</c:v>
                </c:pt>
                <c:pt idx="116">
                  <c:v>66</c:v>
                </c:pt>
                <c:pt idx="117">
                  <c:v>67</c:v>
                </c:pt>
                <c:pt idx="118">
                  <c:v>68</c:v>
                </c:pt>
                <c:pt idx="119">
                  <c:v>69</c:v>
                </c:pt>
                <c:pt idx="120">
                  <c:v>70</c:v>
                </c:pt>
                <c:pt idx="121">
                  <c:v>71</c:v>
                </c:pt>
                <c:pt idx="122">
                  <c:v>72</c:v>
                </c:pt>
                <c:pt idx="123">
                  <c:v>73</c:v>
                </c:pt>
                <c:pt idx="124">
                  <c:v>74</c:v>
                </c:pt>
                <c:pt idx="125">
                  <c:v>75</c:v>
                </c:pt>
                <c:pt idx="126">
                  <c:v>76</c:v>
                </c:pt>
                <c:pt idx="127">
                  <c:v>77</c:v>
                </c:pt>
                <c:pt idx="128">
                  <c:v>78</c:v>
                </c:pt>
                <c:pt idx="129">
                  <c:v>79</c:v>
                </c:pt>
                <c:pt idx="130">
                  <c:v>80</c:v>
                </c:pt>
                <c:pt idx="131">
                  <c:v>81</c:v>
                </c:pt>
                <c:pt idx="132">
                  <c:v>82</c:v>
                </c:pt>
                <c:pt idx="133">
                  <c:v>83</c:v>
                </c:pt>
                <c:pt idx="134">
                  <c:v>84</c:v>
                </c:pt>
                <c:pt idx="135">
                  <c:v>85</c:v>
                </c:pt>
                <c:pt idx="136">
                  <c:v>86</c:v>
                </c:pt>
                <c:pt idx="137">
                  <c:v>87</c:v>
                </c:pt>
                <c:pt idx="138">
                  <c:v>88</c:v>
                </c:pt>
                <c:pt idx="139">
                  <c:v>89</c:v>
                </c:pt>
                <c:pt idx="140">
                  <c:v>90</c:v>
                </c:pt>
                <c:pt idx="141">
                  <c:v>91</c:v>
                </c:pt>
                <c:pt idx="142">
                  <c:v>92</c:v>
                </c:pt>
                <c:pt idx="143">
                  <c:v>93</c:v>
                </c:pt>
                <c:pt idx="144">
                  <c:v>94</c:v>
                </c:pt>
                <c:pt idx="145">
                  <c:v>95</c:v>
                </c:pt>
                <c:pt idx="146">
                  <c:v>96</c:v>
                </c:pt>
                <c:pt idx="147">
                  <c:v>97</c:v>
                </c:pt>
                <c:pt idx="148">
                  <c:v>98</c:v>
                </c:pt>
                <c:pt idx="149">
                  <c:v>99</c:v>
                </c:pt>
                <c:pt idx="150">
                  <c:v>100</c:v>
                </c:pt>
                <c:pt idx="151">
                  <c:v>101</c:v>
                </c:pt>
                <c:pt idx="152">
                  <c:v>102</c:v>
                </c:pt>
                <c:pt idx="153">
                  <c:v>103</c:v>
                </c:pt>
                <c:pt idx="154">
                  <c:v>104</c:v>
                </c:pt>
                <c:pt idx="155">
                  <c:v>105</c:v>
                </c:pt>
                <c:pt idx="156">
                  <c:v>106</c:v>
                </c:pt>
                <c:pt idx="157">
                  <c:v>107</c:v>
                </c:pt>
                <c:pt idx="158">
                  <c:v>108</c:v>
                </c:pt>
                <c:pt idx="159">
                  <c:v>109</c:v>
                </c:pt>
                <c:pt idx="160">
                  <c:v>110</c:v>
                </c:pt>
                <c:pt idx="161">
                  <c:v>111</c:v>
                </c:pt>
                <c:pt idx="162">
                  <c:v>112</c:v>
                </c:pt>
                <c:pt idx="163">
                  <c:v>113</c:v>
                </c:pt>
                <c:pt idx="164">
                  <c:v>114</c:v>
                </c:pt>
                <c:pt idx="165">
                  <c:v>115</c:v>
                </c:pt>
                <c:pt idx="166">
                  <c:v>116</c:v>
                </c:pt>
                <c:pt idx="167">
                  <c:v>117</c:v>
                </c:pt>
                <c:pt idx="168">
                  <c:v>118</c:v>
                </c:pt>
                <c:pt idx="169">
                  <c:v>119</c:v>
                </c:pt>
                <c:pt idx="170">
                  <c:v>120</c:v>
                </c:pt>
                <c:pt idx="171">
                  <c:v>121</c:v>
                </c:pt>
                <c:pt idx="172">
                  <c:v>122</c:v>
                </c:pt>
                <c:pt idx="173">
                  <c:v>123</c:v>
                </c:pt>
                <c:pt idx="174">
                  <c:v>124</c:v>
                </c:pt>
                <c:pt idx="175">
                  <c:v>125</c:v>
                </c:pt>
                <c:pt idx="176">
                  <c:v>126</c:v>
                </c:pt>
                <c:pt idx="177">
                  <c:v>127</c:v>
                </c:pt>
                <c:pt idx="178">
                  <c:v>128</c:v>
                </c:pt>
                <c:pt idx="179">
                  <c:v>129</c:v>
                </c:pt>
                <c:pt idx="180">
                  <c:v>130</c:v>
                </c:pt>
                <c:pt idx="181">
                  <c:v>131</c:v>
                </c:pt>
                <c:pt idx="182">
                  <c:v>132</c:v>
                </c:pt>
                <c:pt idx="183">
                  <c:v>133</c:v>
                </c:pt>
                <c:pt idx="184">
                  <c:v>134</c:v>
                </c:pt>
                <c:pt idx="185">
                  <c:v>135</c:v>
                </c:pt>
                <c:pt idx="186">
                  <c:v>136</c:v>
                </c:pt>
                <c:pt idx="187">
                  <c:v>137</c:v>
                </c:pt>
                <c:pt idx="188">
                  <c:v>138</c:v>
                </c:pt>
                <c:pt idx="189">
                  <c:v>139</c:v>
                </c:pt>
                <c:pt idx="190">
                  <c:v>140</c:v>
                </c:pt>
                <c:pt idx="191">
                  <c:v>141</c:v>
                </c:pt>
                <c:pt idx="192">
                  <c:v>142</c:v>
                </c:pt>
                <c:pt idx="193">
                  <c:v>143</c:v>
                </c:pt>
                <c:pt idx="194">
                  <c:v>144</c:v>
                </c:pt>
                <c:pt idx="195">
                  <c:v>145</c:v>
                </c:pt>
                <c:pt idx="196">
                  <c:v>146</c:v>
                </c:pt>
                <c:pt idx="197">
                  <c:v>147</c:v>
                </c:pt>
                <c:pt idx="198">
                  <c:v>148</c:v>
                </c:pt>
                <c:pt idx="199">
                  <c:v>149</c:v>
                </c:pt>
                <c:pt idx="200">
                  <c:v>150</c:v>
                </c:pt>
              </c:numCache>
            </c:numRef>
          </c:xVal>
          <c:yVal>
            <c:numRef>
              <c:f>'tmp86'!$B$2:$B$202</c:f>
              <c:numCache>
                <c:formatCode>General</c:formatCode>
                <c:ptCount val="201"/>
                <c:pt idx="0">
                  <c:v>-50</c:v>
                </c:pt>
                <c:pt idx="1">
                  <c:v>-49</c:v>
                </c:pt>
                <c:pt idx="2">
                  <c:v>-48</c:v>
                </c:pt>
                <c:pt idx="3">
                  <c:v>-47</c:v>
                </c:pt>
                <c:pt idx="4">
                  <c:v>-46</c:v>
                </c:pt>
                <c:pt idx="5">
                  <c:v>-45</c:v>
                </c:pt>
                <c:pt idx="6">
                  <c:v>-44</c:v>
                </c:pt>
                <c:pt idx="7">
                  <c:v>-43</c:v>
                </c:pt>
                <c:pt idx="8">
                  <c:v>-42</c:v>
                </c:pt>
                <c:pt idx="9">
                  <c:v>-41</c:v>
                </c:pt>
                <c:pt idx="10">
                  <c:v>-40</c:v>
                </c:pt>
                <c:pt idx="11">
                  <c:v>-39</c:v>
                </c:pt>
                <c:pt idx="12">
                  <c:v>-38</c:v>
                </c:pt>
                <c:pt idx="13">
                  <c:v>-37</c:v>
                </c:pt>
                <c:pt idx="14">
                  <c:v>-36</c:v>
                </c:pt>
                <c:pt idx="15">
                  <c:v>-35</c:v>
                </c:pt>
                <c:pt idx="16">
                  <c:v>-34</c:v>
                </c:pt>
                <c:pt idx="17">
                  <c:v>-33</c:v>
                </c:pt>
                <c:pt idx="18">
                  <c:v>-32</c:v>
                </c:pt>
                <c:pt idx="19">
                  <c:v>-31</c:v>
                </c:pt>
                <c:pt idx="20">
                  <c:v>-30</c:v>
                </c:pt>
                <c:pt idx="21">
                  <c:v>-29</c:v>
                </c:pt>
                <c:pt idx="22">
                  <c:v>-28</c:v>
                </c:pt>
                <c:pt idx="23">
                  <c:v>-27</c:v>
                </c:pt>
                <c:pt idx="24">
                  <c:v>-26</c:v>
                </c:pt>
                <c:pt idx="25">
                  <c:v>-25</c:v>
                </c:pt>
                <c:pt idx="26">
                  <c:v>-24</c:v>
                </c:pt>
                <c:pt idx="27">
                  <c:v>-23</c:v>
                </c:pt>
                <c:pt idx="28">
                  <c:v>-22</c:v>
                </c:pt>
                <c:pt idx="29">
                  <c:v>-21</c:v>
                </c:pt>
                <c:pt idx="30">
                  <c:v>-20</c:v>
                </c:pt>
                <c:pt idx="31">
                  <c:v>-19</c:v>
                </c:pt>
                <c:pt idx="32">
                  <c:v>-18</c:v>
                </c:pt>
                <c:pt idx="33">
                  <c:v>-17</c:v>
                </c:pt>
                <c:pt idx="34">
                  <c:v>-16</c:v>
                </c:pt>
                <c:pt idx="35">
                  <c:v>-15</c:v>
                </c:pt>
                <c:pt idx="36">
                  <c:v>-14</c:v>
                </c:pt>
                <c:pt idx="37">
                  <c:v>-13</c:v>
                </c:pt>
                <c:pt idx="38">
                  <c:v>-12</c:v>
                </c:pt>
                <c:pt idx="39">
                  <c:v>-11</c:v>
                </c:pt>
                <c:pt idx="40">
                  <c:v>-10</c:v>
                </c:pt>
                <c:pt idx="41">
                  <c:v>-9</c:v>
                </c:pt>
                <c:pt idx="42">
                  <c:v>-8</c:v>
                </c:pt>
                <c:pt idx="43">
                  <c:v>-7</c:v>
                </c:pt>
                <c:pt idx="44">
                  <c:v>-6</c:v>
                </c:pt>
                <c:pt idx="45">
                  <c:v>-5</c:v>
                </c:pt>
                <c:pt idx="46">
                  <c:v>-4</c:v>
                </c:pt>
                <c:pt idx="47">
                  <c:v>-3</c:v>
                </c:pt>
                <c:pt idx="48">
                  <c:v>-2</c:v>
                </c:pt>
                <c:pt idx="49">
                  <c:v>-1</c:v>
                </c:pt>
                <c:pt idx="50">
                  <c:v>0</c:v>
                </c:pt>
                <c:pt idx="51">
                  <c:v>1</c:v>
                </c:pt>
                <c:pt idx="52">
                  <c:v>2</c:v>
                </c:pt>
                <c:pt idx="53">
                  <c:v>3</c:v>
                </c:pt>
                <c:pt idx="54">
                  <c:v>4</c:v>
                </c:pt>
                <c:pt idx="55">
                  <c:v>5</c:v>
                </c:pt>
                <c:pt idx="56">
                  <c:v>6</c:v>
                </c:pt>
                <c:pt idx="57">
                  <c:v>7</c:v>
                </c:pt>
                <c:pt idx="58">
                  <c:v>8</c:v>
                </c:pt>
                <c:pt idx="59">
                  <c:v>9</c:v>
                </c:pt>
                <c:pt idx="60">
                  <c:v>10</c:v>
                </c:pt>
                <c:pt idx="61">
                  <c:v>11</c:v>
                </c:pt>
                <c:pt idx="62">
                  <c:v>12</c:v>
                </c:pt>
                <c:pt idx="63">
                  <c:v>13</c:v>
                </c:pt>
                <c:pt idx="64">
                  <c:v>14</c:v>
                </c:pt>
                <c:pt idx="65">
                  <c:v>15</c:v>
                </c:pt>
                <c:pt idx="66">
                  <c:v>16</c:v>
                </c:pt>
                <c:pt idx="67">
                  <c:v>17</c:v>
                </c:pt>
                <c:pt idx="68">
                  <c:v>18</c:v>
                </c:pt>
                <c:pt idx="69">
                  <c:v>19</c:v>
                </c:pt>
                <c:pt idx="70">
                  <c:v>20</c:v>
                </c:pt>
                <c:pt idx="71">
                  <c:v>21</c:v>
                </c:pt>
                <c:pt idx="72">
                  <c:v>22</c:v>
                </c:pt>
                <c:pt idx="73">
                  <c:v>23</c:v>
                </c:pt>
                <c:pt idx="74">
                  <c:v>24</c:v>
                </c:pt>
                <c:pt idx="75">
                  <c:v>25</c:v>
                </c:pt>
                <c:pt idx="76">
                  <c:v>26</c:v>
                </c:pt>
                <c:pt idx="77">
                  <c:v>27</c:v>
                </c:pt>
                <c:pt idx="78">
                  <c:v>28</c:v>
                </c:pt>
                <c:pt idx="79">
                  <c:v>29</c:v>
                </c:pt>
                <c:pt idx="80">
                  <c:v>30</c:v>
                </c:pt>
                <c:pt idx="81">
                  <c:v>31</c:v>
                </c:pt>
                <c:pt idx="82">
                  <c:v>32</c:v>
                </c:pt>
                <c:pt idx="83">
                  <c:v>33</c:v>
                </c:pt>
                <c:pt idx="84">
                  <c:v>34</c:v>
                </c:pt>
                <c:pt idx="85">
                  <c:v>35</c:v>
                </c:pt>
                <c:pt idx="86">
                  <c:v>36</c:v>
                </c:pt>
                <c:pt idx="87">
                  <c:v>37</c:v>
                </c:pt>
                <c:pt idx="88">
                  <c:v>38</c:v>
                </c:pt>
                <c:pt idx="89">
                  <c:v>39</c:v>
                </c:pt>
                <c:pt idx="90">
                  <c:v>40</c:v>
                </c:pt>
                <c:pt idx="91">
                  <c:v>41</c:v>
                </c:pt>
                <c:pt idx="92">
                  <c:v>42</c:v>
                </c:pt>
                <c:pt idx="93">
                  <c:v>43</c:v>
                </c:pt>
                <c:pt idx="94">
                  <c:v>44</c:v>
                </c:pt>
                <c:pt idx="95">
                  <c:v>45</c:v>
                </c:pt>
                <c:pt idx="96">
                  <c:v>46</c:v>
                </c:pt>
                <c:pt idx="97">
                  <c:v>47</c:v>
                </c:pt>
                <c:pt idx="98">
                  <c:v>48</c:v>
                </c:pt>
                <c:pt idx="99">
                  <c:v>49</c:v>
                </c:pt>
                <c:pt idx="100">
                  <c:v>50</c:v>
                </c:pt>
                <c:pt idx="101">
                  <c:v>51</c:v>
                </c:pt>
                <c:pt idx="102">
                  <c:v>52</c:v>
                </c:pt>
                <c:pt idx="103">
                  <c:v>53</c:v>
                </c:pt>
                <c:pt idx="104">
                  <c:v>54</c:v>
                </c:pt>
                <c:pt idx="105">
                  <c:v>55</c:v>
                </c:pt>
                <c:pt idx="106">
                  <c:v>56</c:v>
                </c:pt>
                <c:pt idx="107">
                  <c:v>57</c:v>
                </c:pt>
                <c:pt idx="108">
                  <c:v>58</c:v>
                </c:pt>
                <c:pt idx="109">
                  <c:v>59</c:v>
                </c:pt>
                <c:pt idx="110">
                  <c:v>60</c:v>
                </c:pt>
                <c:pt idx="111">
                  <c:v>61</c:v>
                </c:pt>
                <c:pt idx="112">
                  <c:v>62</c:v>
                </c:pt>
                <c:pt idx="113">
                  <c:v>63</c:v>
                </c:pt>
                <c:pt idx="114">
                  <c:v>64</c:v>
                </c:pt>
                <c:pt idx="115">
                  <c:v>65</c:v>
                </c:pt>
                <c:pt idx="116">
                  <c:v>66</c:v>
                </c:pt>
                <c:pt idx="117">
                  <c:v>67</c:v>
                </c:pt>
                <c:pt idx="118">
                  <c:v>68</c:v>
                </c:pt>
                <c:pt idx="119">
                  <c:v>69</c:v>
                </c:pt>
                <c:pt idx="120">
                  <c:v>70</c:v>
                </c:pt>
                <c:pt idx="121">
                  <c:v>71</c:v>
                </c:pt>
                <c:pt idx="122">
                  <c:v>72</c:v>
                </c:pt>
                <c:pt idx="123">
                  <c:v>73</c:v>
                </c:pt>
                <c:pt idx="124">
                  <c:v>74</c:v>
                </c:pt>
                <c:pt idx="125">
                  <c:v>75</c:v>
                </c:pt>
                <c:pt idx="126">
                  <c:v>76</c:v>
                </c:pt>
                <c:pt idx="127">
                  <c:v>77</c:v>
                </c:pt>
                <c:pt idx="128">
                  <c:v>78</c:v>
                </c:pt>
                <c:pt idx="129">
                  <c:v>79</c:v>
                </c:pt>
                <c:pt idx="130">
                  <c:v>80</c:v>
                </c:pt>
                <c:pt idx="131">
                  <c:v>81</c:v>
                </c:pt>
                <c:pt idx="132">
                  <c:v>82</c:v>
                </c:pt>
                <c:pt idx="133">
                  <c:v>83</c:v>
                </c:pt>
                <c:pt idx="134">
                  <c:v>84</c:v>
                </c:pt>
                <c:pt idx="135">
                  <c:v>85</c:v>
                </c:pt>
                <c:pt idx="136">
                  <c:v>86</c:v>
                </c:pt>
                <c:pt idx="137">
                  <c:v>87</c:v>
                </c:pt>
                <c:pt idx="138">
                  <c:v>88</c:v>
                </c:pt>
                <c:pt idx="139">
                  <c:v>89</c:v>
                </c:pt>
                <c:pt idx="140">
                  <c:v>90</c:v>
                </c:pt>
                <c:pt idx="141">
                  <c:v>91</c:v>
                </c:pt>
                <c:pt idx="142">
                  <c:v>92</c:v>
                </c:pt>
                <c:pt idx="143">
                  <c:v>93</c:v>
                </c:pt>
                <c:pt idx="144">
                  <c:v>94</c:v>
                </c:pt>
                <c:pt idx="145">
                  <c:v>95</c:v>
                </c:pt>
                <c:pt idx="146">
                  <c:v>96</c:v>
                </c:pt>
                <c:pt idx="147">
                  <c:v>97</c:v>
                </c:pt>
                <c:pt idx="148">
                  <c:v>98</c:v>
                </c:pt>
                <c:pt idx="149">
                  <c:v>99</c:v>
                </c:pt>
                <c:pt idx="150">
                  <c:v>100</c:v>
                </c:pt>
                <c:pt idx="151">
                  <c:v>101</c:v>
                </c:pt>
                <c:pt idx="152">
                  <c:v>102</c:v>
                </c:pt>
                <c:pt idx="153">
                  <c:v>103</c:v>
                </c:pt>
                <c:pt idx="154">
                  <c:v>104</c:v>
                </c:pt>
                <c:pt idx="155">
                  <c:v>105</c:v>
                </c:pt>
                <c:pt idx="156">
                  <c:v>106</c:v>
                </c:pt>
                <c:pt idx="157">
                  <c:v>107</c:v>
                </c:pt>
                <c:pt idx="158">
                  <c:v>108</c:v>
                </c:pt>
                <c:pt idx="159">
                  <c:v>109</c:v>
                </c:pt>
                <c:pt idx="160">
                  <c:v>110</c:v>
                </c:pt>
                <c:pt idx="161">
                  <c:v>111</c:v>
                </c:pt>
                <c:pt idx="162">
                  <c:v>112</c:v>
                </c:pt>
                <c:pt idx="163">
                  <c:v>113</c:v>
                </c:pt>
                <c:pt idx="164">
                  <c:v>114</c:v>
                </c:pt>
                <c:pt idx="165">
                  <c:v>115</c:v>
                </c:pt>
                <c:pt idx="166">
                  <c:v>116</c:v>
                </c:pt>
                <c:pt idx="167">
                  <c:v>117</c:v>
                </c:pt>
                <c:pt idx="168">
                  <c:v>118</c:v>
                </c:pt>
                <c:pt idx="169">
                  <c:v>119</c:v>
                </c:pt>
                <c:pt idx="170">
                  <c:v>120</c:v>
                </c:pt>
                <c:pt idx="171">
                  <c:v>121</c:v>
                </c:pt>
                <c:pt idx="172">
                  <c:v>122</c:v>
                </c:pt>
                <c:pt idx="173">
                  <c:v>123</c:v>
                </c:pt>
                <c:pt idx="174">
                  <c:v>124</c:v>
                </c:pt>
                <c:pt idx="175">
                  <c:v>125</c:v>
                </c:pt>
                <c:pt idx="176">
                  <c:v>126</c:v>
                </c:pt>
                <c:pt idx="177">
                  <c:v>127</c:v>
                </c:pt>
                <c:pt idx="178">
                  <c:v>128</c:v>
                </c:pt>
                <c:pt idx="179">
                  <c:v>129</c:v>
                </c:pt>
                <c:pt idx="180">
                  <c:v>130</c:v>
                </c:pt>
                <c:pt idx="181">
                  <c:v>131</c:v>
                </c:pt>
                <c:pt idx="182">
                  <c:v>132</c:v>
                </c:pt>
                <c:pt idx="183">
                  <c:v>133</c:v>
                </c:pt>
                <c:pt idx="184">
                  <c:v>134</c:v>
                </c:pt>
                <c:pt idx="185">
                  <c:v>135</c:v>
                </c:pt>
                <c:pt idx="186">
                  <c:v>136</c:v>
                </c:pt>
                <c:pt idx="187">
                  <c:v>137</c:v>
                </c:pt>
                <c:pt idx="188">
                  <c:v>138</c:v>
                </c:pt>
                <c:pt idx="189">
                  <c:v>139</c:v>
                </c:pt>
                <c:pt idx="190">
                  <c:v>140</c:v>
                </c:pt>
                <c:pt idx="191">
                  <c:v>141</c:v>
                </c:pt>
                <c:pt idx="192">
                  <c:v>142</c:v>
                </c:pt>
                <c:pt idx="193">
                  <c:v>143</c:v>
                </c:pt>
                <c:pt idx="194">
                  <c:v>144</c:v>
                </c:pt>
                <c:pt idx="195">
                  <c:v>145</c:v>
                </c:pt>
                <c:pt idx="196">
                  <c:v>146</c:v>
                </c:pt>
                <c:pt idx="197">
                  <c:v>147</c:v>
                </c:pt>
                <c:pt idx="198">
                  <c:v>148</c:v>
                </c:pt>
                <c:pt idx="199">
                  <c:v>149</c:v>
                </c:pt>
                <c:pt idx="200">
                  <c:v>150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573-42D5-AC30-136473A35ECC}"/>
            </c:ext>
          </c:extLst>
        </c:ser>
        <c:ser>
          <c:idx val="1"/>
          <c:order val="1"/>
          <c:tx>
            <c:strRef>
              <c:f>'tmp86'!$C$1</c:f>
              <c:strCache>
                <c:ptCount val="1"/>
                <c:pt idx="0">
                  <c:v>Limits, lower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'tmp86'!$A$2:$A$202</c:f>
              <c:numCache>
                <c:formatCode>General</c:formatCode>
                <c:ptCount val="201"/>
                <c:pt idx="0">
                  <c:v>-50</c:v>
                </c:pt>
                <c:pt idx="1">
                  <c:v>-49</c:v>
                </c:pt>
                <c:pt idx="2">
                  <c:v>-48</c:v>
                </c:pt>
                <c:pt idx="3">
                  <c:v>-47</c:v>
                </c:pt>
                <c:pt idx="4">
                  <c:v>-46</c:v>
                </c:pt>
                <c:pt idx="5">
                  <c:v>-45</c:v>
                </c:pt>
                <c:pt idx="6">
                  <c:v>-44</c:v>
                </c:pt>
                <c:pt idx="7">
                  <c:v>-43</c:v>
                </c:pt>
                <c:pt idx="8">
                  <c:v>-42</c:v>
                </c:pt>
                <c:pt idx="9">
                  <c:v>-41</c:v>
                </c:pt>
                <c:pt idx="10">
                  <c:v>-40</c:v>
                </c:pt>
                <c:pt idx="11">
                  <c:v>-39</c:v>
                </c:pt>
                <c:pt idx="12">
                  <c:v>-38</c:v>
                </c:pt>
                <c:pt idx="13">
                  <c:v>-37</c:v>
                </c:pt>
                <c:pt idx="14">
                  <c:v>-36</c:v>
                </c:pt>
                <c:pt idx="15">
                  <c:v>-35</c:v>
                </c:pt>
                <c:pt idx="16">
                  <c:v>-34</c:v>
                </c:pt>
                <c:pt idx="17">
                  <c:v>-33</c:v>
                </c:pt>
                <c:pt idx="18">
                  <c:v>-32</c:v>
                </c:pt>
                <c:pt idx="19">
                  <c:v>-31</c:v>
                </c:pt>
                <c:pt idx="20">
                  <c:v>-30</c:v>
                </c:pt>
                <c:pt idx="21">
                  <c:v>-29</c:v>
                </c:pt>
                <c:pt idx="22">
                  <c:v>-28</c:v>
                </c:pt>
                <c:pt idx="23">
                  <c:v>-27</c:v>
                </c:pt>
                <c:pt idx="24">
                  <c:v>-26</c:v>
                </c:pt>
                <c:pt idx="25">
                  <c:v>-25</c:v>
                </c:pt>
                <c:pt idx="26">
                  <c:v>-24</c:v>
                </c:pt>
                <c:pt idx="27">
                  <c:v>-23</c:v>
                </c:pt>
                <c:pt idx="28">
                  <c:v>-22</c:v>
                </c:pt>
                <c:pt idx="29">
                  <c:v>-21</c:v>
                </c:pt>
                <c:pt idx="30">
                  <c:v>-20</c:v>
                </c:pt>
                <c:pt idx="31">
                  <c:v>-19</c:v>
                </c:pt>
                <c:pt idx="32">
                  <c:v>-18</c:v>
                </c:pt>
                <c:pt idx="33">
                  <c:v>-17</c:v>
                </c:pt>
                <c:pt idx="34">
                  <c:v>-16</c:v>
                </c:pt>
                <c:pt idx="35">
                  <c:v>-15</c:v>
                </c:pt>
                <c:pt idx="36">
                  <c:v>-14</c:v>
                </c:pt>
                <c:pt idx="37">
                  <c:v>-13</c:v>
                </c:pt>
                <c:pt idx="38">
                  <c:v>-12</c:v>
                </c:pt>
                <c:pt idx="39">
                  <c:v>-11</c:v>
                </c:pt>
                <c:pt idx="40">
                  <c:v>-10</c:v>
                </c:pt>
                <c:pt idx="41">
                  <c:v>-9</c:v>
                </c:pt>
                <c:pt idx="42">
                  <c:v>-8</c:v>
                </c:pt>
                <c:pt idx="43">
                  <c:v>-7</c:v>
                </c:pt>
                <c:pt idx="44">
                  <c:v>-6</c:v>
                </c:pt>
                <c:pt idx="45">
                  <c:v>-5</c:v>
                </c:pt>
                <c:pt idx="46">
                  <c:v>-4</c:v>
                </c:pt>
                <c:pt idx="47">
                  <c:v>-3</c:v>
                </c:pt>
                <c:pt idx="48">
                  <c:v>-2</c:v>
                </c:pt>
                <c:pt idx="49">
                  <c:v>-1</c:v>
                </c:pt>
                <c:pt idx="50">
                  <c:v>0</c:v>
                </c:pt>
                <c:pt idx="51">
                  <c:v>1</c:v>
                </c:pt>
                <c:pt idx="52">
                  <c:v>2</c:v>
                </c:pt>
                <c:pt idx="53">
                  <c:v>3</c:v>
                </c:pt>
                <c:pt idx="54">
                  <c:v>4</c:v>
                </c:pt>
                <c:pt idx="55">
                  <c:v>5</c:v>
                </c:pt>
                <c:pt idx="56">
                  <c:v>6</c:v>
                </c:pt>
                <c:pt idx="57">
                  <c:v>7</c:v>
                </c:pt>
                <c:pt idx="58">
                  <c:v>8</c:v>
                </c:pt>
                <c:pt idx="59">
                  <c:v>9</c:v>
                </c:pt>
                <c:pt idx="60">
                  <c:v>10</c:v>
                </c:pt>
                <c:pt idx="61">
                  <c:v>11</c:v>
                </c:pt>
                <c:pt idx="62">
                  <c:v>12</c:v>
                </c:pt>
                <c:pt idx="63">
                  <c:v>13</c:v>
                </c:pt>
                <c:pt idx="64">
                  <c:v>14</c:v>
                </c:pt>
                <c:pt idx="65">
                  <c:v>15</c:v>
                </c:pt>
                <c:pt idx="66">
                  <c:v>16</c:v>
                </c:pt>
                <c:pt idx="67">
                  <c:v>17</c:v>
                </c:pt>
                <c:pt idx="68">
                  <c:v>18</c:v>
                </c:pt>
                <c:pt idx="69">
                  <c:v>19</c:v>
                </c:pt>
                <c:pt idx="70">
                  <c:v>20</c:v>
                </c:pt>
                <c:pt idx="71">
                  <c:v>21</c:v>
                </c:pt>
                <c:pt idx="72">
                  <c:v>22</c:v>
                </c:pt>
                <c:pt idx="73">
                  <c:v>23</c:v>
                </c:pt>
                <c:pt idx="74">
                  <c:v>24</c:v>
                </c:pt>
                <c:pt idx="75">
                  <c:v>25</c:v>
                </c:pt>
                <c:pt idx="76">
                  <c:v>26</c:v>
                </c:pt>
                <c:pt idx="77">
                  <c:v>27</c:v>
                </c:pt>
                <c:pt idx="78">
                  <c:v>28</c:v>
                </c:pt>
                <c:pt idx="79">
                  <c:v>29</c:v>
                </c:pt>
                <c:pt idx="80">
                  <c:v>30</c:v>
                </c:pt>
                <c:pt idx="81">
                  <c:v>31</c:v>
                </c:pt>
                <c:pt idx="82">
                  <c:v>32</c:v>
                </c:pt>
                <c:pt idx="83">
                  <c:v>33</c:v>
                </c:pt>
                <c:pt idx="84">
                  <c:v>34</c:v>
                </c:pt>
                <c:pt idx="85">
                  <c:v>35</c:v>
                </c:pt>
                <c:pt idx="86">
                  <c:v>36</c:v>
                </c:pt>
                <c:pt idx="87">
                  <c:v>37</c:v>
                </c:pt>
                <c:pt idx="88">
                  <c:v>38</c:v>
                </c:pt>
                <c:pt idx="89">
                  <c:v>39</c:v>
                </c:pt>
                <c:pt idx="90">
                  <c:v>40</c:v>
                </c:pt>
                <c:pt idx="91">
                  <c:v>41</c:v>
                </c:pt>
                <c:pt idx="92">
                  <c:v>42</c:v>
                </c:pt>
                <c:pt idx="93">
                  <c:v>43</c:v>
                </c:pt>
                <c:pt idx="94">
                  <c:v>44</c:v>
                </c:pt>
                <c:pt idx="95">
                  <c:v>45</c:v>
                </c:pt>
                <c:pt idx="96">
                  <c:v>46</c:v>
                </c:pt>
                <c:pt idx="97">
                  <c:v>47</c:v>
                </c:pt>
                <c:pt idx="98">
                  <c:v>48</c:v>
                </c:pt>
                <c:pt idx="99">
                  <c:v>49</c:v>
                </c:pt>
                <c:pt idx="100">
                  <c:v>50</c:v>
                </c:pt>
                <c:pt idx="101">
                  <c:v>51</c:v>
                </c:pt>
                <c:pt idx="102">
                  <c:v>52</c:v>
                </c:pt>
                <c:pt idx="103">
                  <c:v>53</c:v>
                </c:pt>
                <c:pt idx="104">
                  <c:v>54</c:v>
                </c:pt>
                <c:pt idx="105">
                  <c:v>55</c:v>
                </c:pt>
                <c:pt idx="106">
                  <c:v>56</c:v>
                </c:pt>
                <c:pt idx="107">
                  <c:v>57</c:v>
                </c:pt>
                <c:pt idx="108">
                  <c:v>58</c:v>
                </c:pt>
                <c:pt idx="109">
                  <c:v>59</c:v>
                </c:pt>
                <c:pt idx="110">
                  <c:v>60</c:v>
                </c:pt>
                <c:pt idx="111">
                  <c:v>61</c:v>
                </c:pt>
                <c:pt idx="112">
                  <c:v>62</c:v>
                </c:pt>
                <c:pt idx="113">
                  <c:v>63</c:v>
                </c:pt>
                <c:pt idx="114">
                  <c:v>64</c:v>
                </c:pt>
                <c:pt idx="115">
                  <c:v>65</c:v>
                </c:pt>
                <c:pt idx="116">
                  <c:v>66</c:v>
                </c:pt>
                <c:pt idx="117">
                  <c:v>67</c:v>
                </c:pt>
                <c:pt idx="118">
                  <c:v>68</c:v>
                </c:pt>
                <c:pt idx="119">
                  <c:v>69</c:v>
                </c:pt>
                <c:pt idx="120">
                  <c:v>70</c:v>
                </c:pt>
                <c:pt idx="121">
                  <c:v>71</c:v>
                </c:pt>
                <c:pt idx="122">
                  <c:v>72</c:v>
                </c:pt>
                <c:pt idx="123">
                  <c:v>73</c:v>
                </c:pt>
                <c:pt idx="124">
                  <c:v>74</c:v>
                </c:pt>
                <c:pt idx="125">
                  <c:v>75</c:v>
                </c:pt>
                <c:pt idx="126">
                  <c:v>76</c:v>
                </c:pt>
                <c:pt idx="127">
                  <c:v>77</c:v>
                </c:pt>
                <c:pt idx="128">
                  <c:v>78</c:v>
                </c:pt>
                <c:pt idx="129">
                  <c:v>79</c:v>
                </c:pt>
                <c:pt idx="130">
                  <c:v>80</c:v>
                </c:pt>
                <c:pt idx="131">
                  <c:v>81</c:v>
                </c:pt>
                <c:pt idx="132">
                  <c:v>82</c:v>
                </c:pt>
                <c:pt idx="133">
                  <c:v>83</c:v>
                </c:pt>
                <c:pt idx="134">
                  <c:v>84</c:v>
                </c:pt>
                <c:pt idx="135">
                  <c:v>85</c:v>
                </c:pt>
                <c:pt idx="136">
                  <c:v>86</c:v>
                </c:pt>
                <c:pt idx="137">
                  <c:v>87</c:v>
                </c:pt>
                <c:pt idx="138">
                  <c:v>88</c:v>
                </c:pt>
                <c:pt idx="139">
                  <c:v>89</c:v>
                </c:pt>
                <c:pt idx="140">
                  <c:v>90</c:v>
                </c:pt>
                <c:pt idx="141">
                  <c:v>91</c:v>
                </c:pt>
                <c:pt idx="142">
                  <c:v>92</c:v>
                </c:pt>
                <c:pt idx="143">
                  <c:v>93</c:v>
                </c:pt>
                <c:pt idx="144">
                  <c:v>94</c:v>
                </c:pt>
                <c:pt idx="145">
                  <c:v>95</c:v>
                </c:pt>
                <c:pt idx="146">
                  <c:v>96</c:v>
                </c:pt>
                <c:pt idx="147">
                  <c:v>97</c:v>
                </c:pt>
                <c:pt idx="148">
                  <c:v>98</c:v>
                </c:pt>
                <c:pt idx="149">
                  <c:v>99</c:v>
                </c:pt>
                <c:pt idx="150">
                  <c:v>100</c:v>
                </c:pt>
                <c:pt idx="151">
                  <c:v>101</c:v>
                </c:pt>
                <c:pt idx="152">
                  <c:v>102</c:v>
                </c:pt>
                <c:pt idx="153">
                  <c:v>103</c:v>
                </c:pt>
                <c:pt idx="154">
                  <c:v>104</c:v>
                </c:pt>
                <c:pt idx="155">
                  <c:v>105</c:v>
                </c:pt>
                <c:pt idx="156">
                  <c:v>106</c:v>
                </c:pt>
                <c:pt idx="157">
                  <c:v>107</c:v>
                </c:pt>
                <c:pt idx="158">
                  <c:v>108</c:v>
                </c:pt>
                <c:pt idx="159">
                  <c:v>109</c:v>
                </c:pt>
                <c:pt idx="160">
                  <c:v>110</c:v>
                </c:pt>
                <c:pt idx="161">
                  <c:v>111</c:v>
                </c:pt>
                <c:pt idx="162">
                  <c:v>112</c:v>
                </c:pt>
                <c:pt idx="163">
                  <c:v>113</c:v>
                </c:pt>
                <c:pt idx="164">
                  <c:v>114</c:v>
                </c:pt>
                <c:pt idx="165">
                  <c:v>115</c:v>
                </c:pt>
                <c:pt idx="166">
                  <c:v>116</c:v>
                </c:pt>
                <c:pt idx="167">
                  <c:v>117</c:v>
                </c:pt>
                <c:pt idx="168">
                  <c:v>118</c:v>
                </c:pt>
                <c:pt idx="169">
                  <c:v>119</c:v>
                </c:pt>
                <c:pt idx="170">
                  <c:v>120</c:v>
                </c:pt>
                <c:pt idx="171">
                  <c:v>121</c:v>
                </c:pt>
                <c:pt idx="172">
                  <c:v>122</c:v>
                </c:pt>
                <c:pt idx="173">
                  <c:v>123</c:v>
                </c:pt>
                <c:pt idx="174">
                  <c:v>124</c:v>
                </c:pt>
                <c:pt idx="175">
                  <c:v>125</c:v>
                </c:pt>
                <c:pt idx="176">
                  <c:v>126</c:v>
                </c:pt>
                <c:pt idx="177">
                  <c:v>127</c:v>
                </c:pt>
                <c:pt idx="178">
                  <c:v>128</c:v>
                </c:pt>
                <c:pt idx="179">
                  <c:v>129</c:v>
                </c:pt>
                <c:pt idx="180">
                  <c:v>130</c:v>
                </c:pt>
                <c:pt idx="181">
                  <c:v>131</c:v>
                </c:pt>
                <c:pt idx="182">
                  <c:v>132</c:v>
                </c:pt>
                <c:pt idx="183">
                  <c:v>133</c:v>
                </c:pt>
                <c:pt idx="184">
                  <c:v>134</c:v>
                </c:pt>
                <c:pt idx="185">
                  <c:v>135</c:v>
                </c:pt>
                <c:pt idx="186">
                  <c:v>136</c:v>
                </c:pt>
                <c:pt idx="187">
                  <c:v>137</c:v>
                </c:pt>
                <c:pt idx="188">
                  <c:v>138</c:v>
                </c:pt>
                <c:pt idx="189">
                  <c:v>139</c:v>
                </c:pt>
                <c:pt idx="190">
                  <c:v>140</c:v>
                </c:pt>
                <c:pt idx="191">
                  <c:v>141</c:v>
                </c:pt>
                <c:pt idx="192">
                  <c:v>142</c:v>
                </c:pt>
                <c:pt idx="193">
                  <c:v>143</c:v>
                </c:pt>
                <c:pt idx="194">
                  <c:v>144</c:v>
                </c:pt>
                <c:pt idx="195">
                  <c:v>145</c:v>
                </c:pt>
                <c:pt idx="196">
                  <c:v>146</c:v>
                </c:pt>
                <c:pt idx="197">
                  <c:v>147</c:v>
                </c:pt>
                <c:pt idx="198">
                  <c:v>148</c:v>
                </c:pt>
                <c:pt idx="199">
                  <c:v>149</c:v>
                </c:pt>
                <c:pt idx="200">
                  <c:v>150</c:v>
                </c:pt>
              </c:numCache>
            </c:numRef>
          </c:xVal>
          <c:yVal>
            <c:numRef>
              <c:f>'tmp86'!$C$2:$C$202</c:f>
              <c:numCache>
                <c:formatCode>General</c:formatCode>
                <c:ptCount val="201"/>
                <c:pt idx="0">
                  <c:v>-50.7</c:v>
                </c:pt>
                <c:pt idx="1">
                  <c:v>-49.7</c:v>
                </c:pt>
                <c:pt idx="2">
                  <c:v>-48.7</c:v>
                </c:pt>
                <c:pt idx="3">
                  <c:v>-47.7</c:v>
                </c:pt>
                <c:pt idx="4">
                  <c:v>-46.7</c:v>
                </c:pt>
                <c:pt idx="5">
                  <c:v>-45.7</c:v>
                </c:pt>
                <c:pt idx="6">
                  <c:v>-44.7</c:v>
                </c:pt>
                <c:pt idx="7">
                  <c:v>-43.7</c:v>
                </c:pt>
                <c:pt idx="8">
                  <c:v>-42.7</c:v>
                </c:pt>
                <c:pt idx="9">
                  <c:v>-41.7</c:v>
                </c:pt>
                <c:pt idx="10">
                  <c:v>-40.700000000000003</c:v>
                </c:pt>
                <c:pt idx="11">
                  <c:v>-39.700000000000003</c:v>
                </c:pt>
                <c:pt idx="12">
                  <c:v>-38.700000000000003</c:v>
                </c:pt>
                <c:pt idx="13">
                  <c:v>-37.700000000000003</c:v>
                </c:pt>
                <c:pt idx="14">
                  <c:v>-36.700000000000003</c:v>
                </c:pt>
                <c:pt idx="15">
                  <c:v>-35.700000000000003</c:v>
                </c:pt>
                <c:pt idx="16">
                  <c:v>-34.700000000000003</c:v>
                </c:pt>
                <c:pt idx="17">
                  <c:v>-33.700000000000003</c:v>
                </c:pt>
                <c:pt idx="18">
                  <c:v>-32.700000000000003</c:v>
                </c:pt>
                <c:pt idx="19">
                  <c:v>-31.7</c:v>
                </c:pt>
                <c:pt idx="20">
                  <c:v>-30.7</c:v>
                </c:pt>
                <c:pt idx="21">
                  <c:v>-29.7</c:v>
                </c:pt>
                <c:pt idx="22">
                  <c:v>-28.7</c:v>
                </c:pt>
                <c:pt idx="23">
                  <c:v>-27.7</c:v>
                </c:pt>
                <c:pt idx="24">
                  <c:v>-26.7</c:v>
                </c:pt>
                <c:pt idx="25">
                  <c:v>-25.7</c:v>
                </c:pt>
                <c:pt idx="26">
                  <c:v>-24.7</c:v>
                </c:pt>
                <c:pt idx="27">
                  <c:v>-23.7</c:v>
                </c:pt>
                <c:pt idx="28">
                  <c:v>-22.7</c:v>
                </c:pt>
                <c:pt idx="29">
                  <c:v>-21.7</c:v>
                </c:pt>
                <c:pt idx="30">
                  <c:v>-20.7</c:v>
                </c:pt>
                <c:pt idx="31">
                  <c:v>-19.7</c:v>
                </c:pt>
                <c:pt idx="32">
                  <c:v>-18.7</c:v>
                </c:pt>
                <c:pt idx="33">
                  <c:v>-17.7</c:v>
                </c:pt>
                <c:pt idx="34">
                  <c:v>-16.7</c:v>
                </c:pt>
                <c:pt idx="35">
                  <c:v>-15.7</c:v>
                </c:pt>
                <c:pt idx="36">
                  <c:v>-14.7</c:v>
                </c:pt>
                <c:pt idx="37">
                  <c:v>-13.7</c:v>
                </c:pt>
                <c:pt idx="38">
                  <c:v>-12.7</c:v>
                </c:pt>
                <c:pt idx="39">
                  <c:v>-11.7</c:v>
                </c:pt>
                <c:pt idx="40">
                  <c:v>-10.7</c:v>
                </c:pt>
                <c:pt idx="41">
                  <c:v>-9.6999999999999993</c:v>
                </c:pt>
                <c:pt idx="42">
                  <c:v>-8.6999999999999993</c:v>
                </c:pt>
                <c:pt idx="43">
                  <c:v>-7.7</c:v>
                </c:pt>
                <c:pt idx="44">
                  <c:v>-6.7</c:v>
                </c:pt>
                <c:pt idx="45">
                  <c:v>-5.7</c:v>
                </c:pt>
                <c:pt idx="46">
                  <c:v>-4.7</c:v>
                </c:pt>
                <c:pt idx="47">
                  <c:v>-3.7</c:v>
                </c:pt>
                <c:pt idx="48">
                  <c:v>-2.7</c:v>
                </c:pt>
                <c:pt idx="49">
                  <c:v>-1.7</c:v>
                </c:pt>
                <c:pt idx="50">
                  <c:v>-0.7</c:v>
                </c:pt>
                <c:pt idx="51">
                  <c:v>0.30000000000000004</c:v>
                </c:pt>
                <c:pt idx="52">
                  <c:v>1.3</c:v>
                </c:pt>
                <c:pt idx="53">
                  <c:v>2.2999999999999998</c:v>
                </c:pt>
                <c:pt idx="54">
                  <c:v>3.3</c:v>
                </c:pt>
                <c:pt idx="55">
                  <c:v>4.3</c:v>
                </c:pt>
                <c:pt idx="56">
                  <c:v>5.3</c:v>
                </c:pt>
                <c:pt idx="57">
                  <c:v>6.3</c:v>
                </c:pt>
                <c:pt idx="58">
                  <c:v>7.3</c:v>
                </c:pt>
                <c:pt idx="59">
                  <c:v>8.3000000000000007</c:v>
                </c:pt>
                <c:pt idx="60">
                  <c:v>9.3000000000000007</c:v>
                </c:pt>
                <c:pt idx="61">
                  <c:v>10.3</c:v>
                </c:pt>
                <c:pt idx="62">
                  <c:v>11.3</c:v>
                </c:pt>
                <c:pt idx="63">
                  <c:v>12.3</c:v>
                </c:pt>
                <c:pt idx="64">
                  <c:v>13.3</c:v>
                </c:pt>
                <c:pt idx="65">
                  <c:v>14.3</c:v>
                </c:pt>
                <c:pt idx="66">
                  <c:v>15.3</c:v>
                </c:pt>
                <c:pt idx="67">
                  <c:v>16.3</c:v>
                </c:pt>
                <c:pt idx="68">
                  <c:v>17.3</c:v>
                </c:pt>
                <c:pt idx="69">
                  <c:v>18.3</c:v>
                </c:pt>
                <c:pt idx="70">
                  <c:v>19.3</c:v>
                </c:pt>
                <c:pt idx="71">
                  <c:v>20.3</c:v>
                </c:pt>
                <c:pt idx="72">
                  <c:v>21.3</c:v>
                </c:pt>
                <c:pt idx="73">
                  <c:v>22.3</c:v>
                </c:pt>
                <c:pt idx="74">
                  <c:v>23.3</c:v>
                </c:pt>
                <c:pt idx="75">
                  <c:v>24.3</c:v>
                </c:pt>
                <c:pt idx="76">
                  <c:v>25.3</c:v>
                </c:pt>
                <c:pt idx="77">
                  <c:v>26.3</c:v>
                </c:pt>
                <c:pt idx="78">
                  <c:v>27.3</c:v>
                </c:pt>
                <c:pt idx="79">
                  <c:v>28.3</c:v>
                </c:pt>
                <c:pt idx="80">
                  <c:v>29.3</c:v>
                </c:pt>
                <c:pt idx="81">
                  <c:v>30.3</c:v>
                </c:pt>
                <c:pt idx="82">
                  <c:v>31.3</c:v>
                </c:pt>
                <c:pt idx="83">
                  <c:v>32.299999999999997</c:v>
                </c:pt>
                <c:pt idx="84">
                  <c:v>33.299999999999997</c:v>
                </c:pt>
                <c:pt idx="85">
                  <c:v>34.299999999999997</c:v>
                </c:pt>
                <c:pt idx="86">
                  <c:v>35.299999999999997</c:v>
                </c:pt>
                <c:pt idx="87">
                  <c:v>36.299999999999997</c:v>
                </c:pt>
                <c:pt idx="88">
                  <c:v>37.299999999999997</c:v>
                </c:pt>
                <c:pt idx="89">
                  <c:v>38.299999999999997</c:v>
                </c:pt>
                <c:pt idx="90">
                  <c:v>39.6</c:v>
                </c:pt>
                <c:pt idx="91">
                  <c:v>40.6</c:v>
                </c:pt>
                <c:pt idx="92">
                  <c:v>41.6</c:v>
                </c:pt>
                <c:pt idx="93">
                  <c:v>42.6</c:v>
                </c:pt>
                <c:pt idx="94">
                  <c:v>43.6</c:v>
                </c:pt>
                <c:pt idx="95">
                  <c:v>44.6</c:v>
                </c:pt>
                <c:pt idx="96">
                  <c:v>45.6</c:v>
                </c:pt>
                <c:pt idx="97">
                  <c:v>46.6</c:v>
                </c:pt>
                <c:pt idx="98">
                  <c:v>47.6</c:v>
                </c:pt>
                <c:pt idx="99">
                  <c:v>48.6</c:v>
                </c:pt>
                <c:pt idx="100">
                  <c:v>49.6</c:v>
                </c:pt>
                <c:pt idx="101">
                  <c:v>50.6</c:v>
                </c:pt>
                <c:pt idx="102">
                  <c:v>51.6</c:v>
                </c:pt>
                <c:pt idx="103">
                  <c:v>52.6</c:v>
                </c:pt>
                <c:pt idx="104">
                  <c:v>53.6</c:v>
                </c:pt>
                <c:pt idx="105">
                  <c:v>54.6</c:v>
                </c:pt>
                <c:pt idx="106">
                  <c:v>55.6</c:v>
                </c:pt>
                <c:pt idx="107">
                  <c:v>56.6</c:v>
                </c:pt>
                <c:pt idx="108">
                  <c:v>57.6</c:v>
                </c:pt>
                <c:pt idx="109">
                  <c:v>58.6</c:v>
                </c:pt>
                <c:pt idx="110">
                  <c:v>59.6</c:v>
                </c:pt>
                <c:pt idx="111">
                  <c:v>60.6</c:v>
                </c:pt>
                <c:pt idx="112">
                  <c:v>61.6</c:v>
                </c:pt>
                <c:pt idx="113">
                  <c:v>62.6</c:v>
                </c:pt>
                <c:pt idx="114">
                  <c:v>63.6</c:v>
                </c:pt>
                <c:pt idx="115">
                  <c:v>64.599999999999994</c:v>
                </c:pt>
                <c:pt idx="116">
                  <c:v>65.599999999999994</c:v>
                </c:pt>
                <c:pt idx="117">
                  <c:v>66.599999999999994</c:v>
                </c:pt>
                <c:pt idx="118">
                  <c:v>67.599999999999994</c:v>
                </c:pt>
                <c:pt idx="119">
                  <c:v>68.599999999999994</c:v>
                </c:pt>
                <c:pt idx="120">
                  <c:v>69.599999999999994</c:v>
                </c:pt>
                <c:pt idx="121">
                  <c:v>70.599999999999994</c:v>
                </c:pt>
                <c:pt idx="122">
                  <c:v>71.599999999999994</c:v>
                </c:pt>
                <c:pt idx="123">
                  <c:v>72.599999999999994</c:v>
                </c:pt>
                <c:pt idx="124">
                  <c:v>73.599999999999994</c:v>
                </c:pt>
                <c:pt idx="125">
                  <c:v>74.599999999999994</c:v>
                </c:pt>
                <c:pt idx="126">
                  <c:v>75.599999999999994</c:v>
                </c:pt>
                <c:pt idx="127">
                  <c:v>76.599999999999994</c:v>
                </c:pt>
                <c:pt idx="128">
                  <c:v>77.599999999999994</c:v>
                </c:pt>
                <c:pt idx="129">
                  <c:v>78.599999999999994</c:v>
                </c:pt>
                <c:pt idx="130">
                  <c:v>79.599999999999994</c:v>
                </c:pt>
                <c:pt idx="131">
                  <c:v>80.599999999999994</c:v>
                </c:pt>
                <c:pt idx="132">
                  <c:v>81.599999999999994</c:v>
                </c:pt>
                <c:pt idx="133">
                  <c:v>82.6</c:v>
                </c:pt>
                <c:pt idx="134">
                  <c:v>83.6</c:v>
                </c:pt>
                <c:pt idx="135">
                  <c:v>84.6</c:v>
                </c:pt>
                <c:pt idx="136">
                  <c:v>85.6</c:v>
                </c:pt>
                <c:pt idx="137">
                  <c:v>86.6</c:v>
                </c:pt>
                <c:pt idx="138">
                  <c:v>87.6</c:v>
                </c:pt>
                <c:pt idx="139">
                  <c:v>88.6</c:v>
                </c:pt>
                <c:pt idx="140">
                  <c:v>89.6</c:v>
                </c:pt>
                <c:pt idx="141">
                  <c:v>90.6</c:v>
                </c:pt>
                <c:pt idx="142">
                  <c:v>91.6</c:v>
                </c:pt>
                <c:pt idx="143">
                  <c:v>92.6</c:v>
                </c:pt>
                <c:pt idx="144">
                  <c:v>93.6</c:v>
                </c:pt>
                <c:pt idx="145">
                  <c:v>94.6</c:v>
                </c:pt>
                <c:pt idx="146">
                  <c:v>95.6</c:v>
                </c:pt>
                <c:pt idx="147">
                  <c:v>96.6</c:v>
                </c:pt>
                <c:pt idx="148">
                  <c:v>97.6</c:v>
                </c:pt>
                <c:pt idx="149">
                  <c:v>98.6</c:v>
                </c:pt>
                <c:pt idx="150">
                  <c:v>99.6</c:v>
                </c:pt>
                <c:pt idx="151">
                  <c:v>100.6</c:v>
                </c:pt>
                <c:pt idx="152">
                  <c:v>101.6</c:v>
                </c:pt>
                <c:pt idx="153">
                  <c:v>102.6</c:v>
                </c:pt>
                <c:pt idx="154">
                  <c:v>103.6</c:v>
                </c:pt>
                <c:pt idx="155">
                  <c:v>104.6</c:v>
                </c:pt>
                <c:pt idx="156">
                  <c:v>105.6</c:v>
                </c:pt>
                <c:pt idx="157">
                  <c:v>106.6</c:v>
                </c:pt>
                <c:pt idx="158">
                  <c:v>107.6</c:v>
                </c:pt>
                <c:pt idx="159">
                  <c:v>108.6</c:v>
                </c:pt>
                <c:pt idx="160">
                  <c:v>109.6</c:v>
                </c:pt>
                <c:pt idx="161">
                  <c:v>110.6</c:v>
                </c:pt>
                <c:pt idx="162">
                  <c:v>111.6</c:v>
                </c:pt>
                <c:pt idx="163">
                  <c:v>112.6</c:v>
                </c:pt>
                <c:pt idx="164">
                  <c:v>113.6</c:v>
                </c:pt>
                <c:pt idx="165">
                  <c:v>114.6</c:v>
                </c:pt>
                <c:pt idx="166">
                  <c:v>115.6</c:v>
                </c:pt>
                <c:pt idx="167">
                  <c:v>116.6</c:v>
                </c:pt>
                <c:pt idx="168">
                  <c:v>117.6</c:v>
                </c:pt>
                <c:pt idx="169">
                  <c:v>118.6</c:v>
                </c:pt>
                <c:pt idx="170">
                  <c:v>119.6</c:v>
                </c:pt>
                <c:pt idx="171">
                  <c:v>120.6</c:v>
                </c:pt>
                <c:pt idx="172">
                  <c:v>121.6</c:v>
                </c:pt>
                <c:pt idx="173">
                  <c:v>122.6</c:v>
                </c:pt>
                <c:pt idx="174">
                  <c:v>123.6</c:v>
                </c:pt>
                <c:pt idx="175">
                  <c:v>124.6</c:v>
                </c:pt>
                <c:pt idx="176">
                  <c:v>125.6</c:v>
                </c:pt>
                <c:pt idx="177">
                  <c:v>126.6</c:v>
                </c:pt>
                <c:pt idx="178">
                  <c:v>127.6</c:v>
                </c:pt>
                <c:pt idx="179">
                  <c:v>128.6</c:v>
                </c:pt>
                <c:pt idx="180">
                  <c:v>129.6</c:v>
                </c:pt>
                <c:pt idx="181">
                  <c:v>130.6</c:v>
                </c:pt>
                <c:pt idx="182">
                  <c:v>131.6</c:v>
                </c:pt>
                <c:pt idx="183">
                  <c:v>132.6</c:v>
                </c:pt>
                <c:pt idx="184">
                  <c:v>133.6</c:v>
                </c:pt>
                <c:pt idx="185">
                  <c:v>134.6</c:v>
                </c:pt>
                <c:pt idx="186">
                  <c:v>135.6</c:v>
                </c:pt>
                <c:pt idx="187">
                  <c:v>136.6</c:v>
                </c:pt>
                <c:pt idx="188">
                  <c:v>137.6</c:v>
                </c:pt>
                <c:pt idx="189">
                  <c:v>138.6</c:v>
                </c:pt>
                <c:pt idx="190">
                  <c:v>139.6</c:v>
                </c:pt>
                <c:pt idx="191">
                  <c:v>140.6</c:v>
                </c:pt>
                <c:pt idx="192">
                  <c:v>141.6</c:v>
                </c:pt>
                <c:pt idx="193">
                  <c:v>142.6</c:v>
                </c:pt>
                <c:pt idx="194">
                  <c:v>143.6</c:v>
                </c:pt>
                <c:pt idx="195">
                  <c:v>144.6</c:v>
                </c:pt>
                <c:pt idx="196">
                  <c:v>145.6</c:v>
                </c:pt>
                <c:pt idx="197">
                  <c:v>146.6</c:v>
                </c:pt>
                <c:pt idx="198">
                  <c:v>147.6</c:v>
                </c:pt>
                <c:pt idx="199">
                  <c:v>148.6</c:v>
                </c:pt>
                <c:pt idx="200">
                  <c:v>149.6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573-42D5-AC30-136473A35ECC}"/>
            </c:ext>
          </c:extLst>
        </c:ser>
        <c:ser>
          <c:idx val="2"/>
          <c:order val="2"/>
          <c:tx>
            <c:strRef>
              <c:f>'tmp86'!$D$1</c:f>
              <c:strCache>
                <c:ptCount val="1"/>
                <c:pt idx="0">
                  <c:v>Limits Upper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'tmp86'!$A$2:$A$202</c:f>
              <c:numCache>
                <c:formatCode>General</c:formatCode>
                <c:ptCount val="201"/>
                <c:pt idx="0">
                  <c:v>-50</c:v>
                </c:pt>
                <c:pt idx="1">
                  <c:v>-49</c:v>
                </c:pt>
                <c:pt idx="2">
                  <c:v>-48</c:v>
                </c:pt>
                <c:pt idx="3">
                  <c:v>-47</c:v>
                </c:pt>
                <c:pt idx="4">
                  <c:v>-46</c:v>
                </c:pt>
                <c:pt idx="5">
                  <c:v>-45</c:v>
                </c:pt>
                <c:pt idx="6">
                  <c:v>-44</c:v>
                </c:pt>
                <c:pt idx="7">
                  <c:v>-43</c:v>
                </c:pt>
                <c:pt idx="8">
                  <c:v>-42</c:v>
                </c:pt>
                <c:pt idx="9">
                  <c:v>-41</c:v>
                </c:pt>
                <c:pt idx="10">
                  <c:v>-40</c:v>
                </c:pt>
                <c:pt idx="11">
                  <c:v>-39</c:v>
                </c:pt>
                <c:pt idx="12">
                  <c:v>-38</c:v>
                </c:pt>
                <c:pt idx="13">
                  <c:v>-37</c:v>
                </c:pt>
                <c:pt idx="14">
                  <c:v>-36</c:v>
                </c:pt>
                <c:pt idx="15">
                  <c:v>-35</c:v>
                </c:pt>
                <c:pt idx="16">
                  <c:v>-34</c:v>
                </c:pt>
                <c:pt idx="17">
                  <c:v>-33</c:v>
                </c:pt>
                <c:pt idx="18">
                  <c:v>-32</c:v>
                </c:pt>
                <c:pt idx="19">
                  <c:v>-31</c:v>
                </c:pt>
                <c:pt idx="20">
                  <c:v>-30</c:v>
                </c:pt>
                <c:pt idx="21">
                  <c:v>-29</c:v>
                </c:pt>
                <c:pt idx="22">
                  <c:v>-28</c:v>
                </c:pt>
                <c:pt idx="23">
                  <c:v>-27</c:v>
                </c:pt>
                <c:pt idx="24">
                  <c:v>-26</c:v>
                </c:pt>
                <c:pt idx="25">
                  <c:v>-25</c:v>
                </c:pt>
                <c:pt idx="26">
                  <c:v>-24</c:v>
                </c:pt>
                <c:pt idx="27">
                  <c:v>-23</c:v>
                </c:pt>
                <c:pt idx="28">
                  <c:v>-22</c:v>
                </c:pt>
                <c:pt idx="29">
                  <c:v>-21</c:v>
                </c:pt>
                <c:pt idx="30">
                  <c:v>-20</c:v>
                </c:pt>
                <c:pt idx="31">
                  <c:v>-19</c:v>
                </c:pt>
                <c:pt idx="32">
                  <c:v>-18</c:v>
                </c:pt>
                <c:pt idx="33">
                  <c:v>-17</c:v>
                </c:pt>
                <c:pt idx="34">
                  <c:v>-16</c:v>
                </c:pt>
                <c:pt idx="35">
                  <c:v>-15</c:v>
                </c:pt>
                <c:pt idx="36">
                  <c:v>-14</c:v>
                </c:pt>
                <c:pt idx="37">
                  <c:v>-13</c:v>
                </c:pt>
                <c:pt idx="38">
                  <c:v>-12</c:v>
                </c:pt>
                <c:pt idx="39">
                  <c:v>-11</c:v>
                </c:pt>
                <c:pt idx="40">
                  <c:v>-10</c:v>
                </c:pt>
                <c:pt idx="41">
                  <c:v>-9</c:v>
                </c:pt>
                <c:pt idx="42">
                  <c:v>-8</c:v>
                </c:pt>
                <c:pt idx="43">
                  <c:v>-7</c:v>
                </c:pt>
                <c:pt idx="44">
                  <c:v>-6</c:v>
                </c:pt>
                <c:pt idx="45">
                  <c:v>-5</c:v>
                </c:pt>
                <c:pt idx="46">
                  <c:v>-4</c:v>
                </c:pt>
                <c:pt idx="47">
                  <c:v>-3</c:v>
                </c:pt>
                <c:pt idx="48">
                  <c:v>-2</c:v>
                </c:pt>
                <c:pt idx="49">
                  <c:v>-1</c:v>
                </c:pt>
                <c:pt idx="50">
                  <c:v>0</c:v>
                </c:pt>
                <c:pt idx="51">
                  <c:v>1</c:v>
                </c:pt>
                <c:pt idx="52">
                  <c:v>2</c:v>
                </c:pt>
                <c:pt idx="53">
                  <c:v>3</c:v>
                </c:pt>
                <c:pt idx="54">
                  <c:v>4</c:v>
                </c:pt>
                <c:pt idx="55">
                  <c:v>5</c:v>
                </c:pt>
                <c:pt idx="56">
                  <c:v>6</c:v>
                </c:pt>
                <c:pt idx="57">
                  <c:v>7</c:v>
                </c:pt>
                <c:pt idx="58">
                  <c:v>8</c:v>
                </c:pt>
                <c:pt idx="59">
                  <c:v>9</c:v>
                </c:pt>
                <c:pt idx="60">
                  <c:v>10</c:v>
                </c:pt>
                <c:pt idx="61">
                  <c:v>11</c:v>
                </c:pt>
                <c:pt idx="62">
                  <c:v>12</c:v>
                </c:pt>
                <c:pt idx="63">
                  <c:v>13</c:v>
                </c:pt>
                <c:pt idx="64">
                  <c:v>14</c:v>
                </c:pt>
                <c:pt idx="65">
                  <c:v>15</c:v>
                </c:pt>
                <c:pt idx="66">
                  <c:v>16</c:v>
                </c:pt>
                <c:pt idx="67">
                  <c:v>17</c:v>
                </c:pt>
                <c:pt idx="68">
                  <c:v>18</c:v>
                </c:pt>
                <c:pt idx="69">
                  <c:v>19</c:v>
                </c:pt>
                <c:pt idx="70">
                  <c:v>20</c:v>
                </c:pt>
                <c:pt idx="71">
                  <c:v>21</c:v>
                </c:pt>
                <c:pt idx="72">
                  <c:v>22</c:v>
                </c:pt>
                <c:pt idx="73">
                  <c:v>23</c:v>
                </c:pt>
                <c:pt idx="74">
                  <c:v>24</c:v>
                </c:pt>
                <c:pt idx="75">
                  <c:v>25</c:v>
                </c:pt>
                <c:pt idx="76">
                  <c:v>26</c:v>
                </c:pt>
                <c:pt idx="77">
                  <c:v>27</c:v>
                </c:pt>
                <c:pt idx="78">
                  <c:v>28</c:v>
                </c:pt>
                <c:pt idx="79">
                  <c:v>29</c:v>
                </c:pt>
                <c:pt idx="80">
                  <c:v>30</c:v>
                </c:pt>
                <c:pt idx="81">
                  <c:v>31</c:v>
                </c:pt>
                <c:pt idx="82">
                  <c:v>32</c:v>
                </c:pt>
                <c:pt idx="83">
                  <c:v>33</c:v>
                </c:pt>
                <c:pt idx="84">
                  <c:v>34</c:v>
                </c:pt>
                <c:pt idx="85">
                  <c:v>35</c:v>
                </c:pt>
                <c:pt idx="86">
                  <c:v>36</c:v>
                </c:pt>
                <c:pt idx="87">
                  <c:v>37</c:v>
                </c:pt>
                <c:pt idx="88">
                  <c:v>38</c:v>
                </c:pt>
                <c:pt idx="89">
                  <c:v>39</c:v>
                </c:pt>
                <c:pt idx="90">
                  <c:v>40</c:v>
                </c:pt>
                <c:pt idx="91">
                  <c:v>41</c:v>
                </c:pt>
                <c:pt idx="92">
                  <c:v>42</c:v>
                </c:pt>
                <c:pt idx="93">
                  <c:v>43</c:v>
                </c:pt>
                <c:pt idx="94">
                  <c:v>44</c:v>
                </c:pt>
                <c:pt idx="95">
                  <c:v>45</c:v>
                </c:pt>
                <c:pt idx="96">
                  <c:v>46</c:v>
                </c:pt>
                <c:pt idx="97">
                  <c:v>47</c:v>
                </c:pt>
                <c:pt idx="98">
                  <c:v>48</c:v>
                </c:pt>
                <c:pt idx="99">
                  <c:v>49</c:v>
                </c:pt>
                <c:pt idx="100">
                  <c:v>50</c:v>
                </c:pt>
                <c:pt idx="101">
                  <c:v>51</c:v>
                </c:pt>
                <c:pt idx="102">
                  <c:v>52</c:v>
                </c:pt>
                <c:pt idx="103">
                  <c:v>53</c:v>
                </c:pt>
                <c:pt idx="104">
                  <c:v>54</c:v>
                </c:pt>
                <c:pt idx="105">
                  <c:v>55</c:v>
                </c:pt>
                <c:pt idx="106">
                  <c:v>56</c:v>
                </c:pt>
                <c:pt idx="107">
                  <c:v>57</c:v>
                </c:pt>
                <c:pt idx="108">
                  <c:v>58</c:v>
                </c:pt>
                <c:pt idx="109">
                  <c:v>59</c:v>
                </c:pt>
                <c:pt idx="110">
                  <c:v>60</c:v>
                </c:pt>
                <c:pt idx="111">
                  <c:v>61</c:v>
                </c:pt>
                <c:pt idx="112">
                  <c:v>62</c:v>
                </c:pt>
                <c:pt idx="113">
                  <c:v>63</c:v>
                </c:pt>
                <c:pt idx="114">
                  <c:v>64</c:v>
                </c:pt>
                <c:pt idx="115">
                  <c:v>65</c:v>
                </c:pt>
                <c:pt idx="116">
                  <c:v>66</c:v>
                </c:pt>
                <c:pt idx="117">
                  <c:v>67</c:v>
                </c:pt>
                <c:pt idx="118">
                  <c:v>68</c:v>
                </c:pt>
                <c:pt idx="119">
                  <c:v>69</c:v>
                </c:pt>
                <c:pt idx="120">
                  <c:v>70</c:v>
                </c:pt>
                <c:pt idx="121">
                  <c:v>71</c:v>
                </c:pt>
                <c:pt idx="122">
                  <c:v>72</c:v>
                </c:pt>
                <c:pt idx="123">
                  <c:v>73</c:v>
                </c:pt>
                <c:pt idx="124">
                  <c:v>74</c:v>
                </c:pt>
                <c:pt idx="125">
                  <c:v>75</c:v>
                </c:pt>
                <c:pt idx="126">
                  <c:v>76</c:v>
                </c:pt>
                <c:pt idx="127">
                  <c:v>77</c:v>
                </c:pt>
                <c:pt idx="128">
                  <c:v>78</c:v>
                </c:pt>
                <c:pt idx="129">
                  <c:v>79</c:v>
                </c:pt>
                <c:pt idx="130">
                  <c:v>80</c:v>
                </c:pt>
                <c:pt idx="131">
                  <c:v>81</c:v>
                </c:pt>
                <c:pt idx="132">
                  <c:v>82</c:v>
                </c:pt>
                <c:pt idx="133">
                  <c:v>83</c:v>
                </c:pt>
                <c:pt idx="134">
                  <c:v>84</c:v>
                </c:pt>
                <c:pt idx="135">
                  <c:v>85</c:v>
                </c:pt>
                <c:pt idx="136">
                  <c:v>86</c:v>
                </c:pt>
                <c:pt idx="137">
                  <c:v>87</c:v>
                </c:pt>
                <c:pt idx="138">
                  <c:v>88</c:v>
                </c:pt>
                <c:pt idx="139">
                  <c:v>89</c:v>
                </c:pt>
                <c:pt idx="140">
                  <c:v>90</c:v>
                </c:pt>
                <c:pt idx="141">
                  <c:v>91</c:v>
                </c:pt>
                <c:pt idx="142">
                  <c:v>92</c:v>
                </c:pt>
                <c:pt idx="143">
                  <c:v>93</c:v>
                </c:pt>
                <c:pt idx="144">
                  <c:v>94</c:v>
                </c:pt>
                <c:pt idx="145">
                  <c:v>95</c:v>
                </c:pt>
                <c:pt idx="146">
                  <c:v>96</c:v>
                </c:pt>
                <c:pt idx="147">
                  <c:v>97</c:v>
                </c:pt>
                <c:pt idx="148">
                  <c:v>98</c:v>
                </c:pt>
                <c:pt idx="149">
                  <c:v>99</c:v>
                </c:pt>
                <c:pt idx="150">
                  <c:v>100</c:v>
                </c:pt>
                <c:pt idx="151">
                  <c:v>101</c:v>
                </c:pt>
                <c:pt idx="152">
                  <c:v>102</c:v>
                </c:pt>
                <c:pt idx="153">
                  <c:v>103</c:v>
                </c:pt>
                <c:pt idx="154">
                  <c:v>104</c:v>
                </c:pt>
                <c:pt idx="155">
                  <c:v>105</c:v>
                </c:pt>
                <c:pt idx="156">
                  <c:v>106</c:v>
                </c:pt>
                <c:pt idx="157">
                  <c:v>107</c:v>
                </c:pt>
                <c:pt idx="158">
                  <c:v>108</c:v>
                </c:pt>
                <c:pt idx="159">
                  <c:v>109</c:v>
                </c:pt>
                <c:pt idx="160">
                  <c:v>110</c:v>
                </c:pt>
                <c:pt idx="161">
                  <c:v>111</c:v>
                </c:pt>
                <c:pt idx="162">
                  <c:v>112</c:v>
                </c:pt>
                <c:pt idx="163">
                  <c:v>113</c:v>
                </c:pt>
                <c:pt idx="164">
                  <c:v>114</c:v>
                </c:pt>
                <c:pt idx="165">
                  <c:v>115</c:v>
                </c:pt>
                <c:pt idx="166">
                  <c:v>116</c:v>
                </c:pt>
                <c:pt idx="167">
                  <c:v>117</c:v>
                </c:pt>
                <c:pt idx="168">
                  <c:v>118</c:v>
                </c:pt>
                <c:pt idx="169">
                  <c:v>119</c:v>
                </c:pt>
                <c:pt idx="170">
                  <c:v>120</c:v>
                </c:pt>
                <c:pt idx="171">
                  <c:v>121</c:v>
                </c:pt>
                <c:pt idx="172">
                  <c:v>122</c:v>
                </c:pt>
                <c:pt idx="173">
                  <c:v>123</c:v>
                </c:pt>
                <c:pt idx="174">
                  <c:v>124</c:v>
                </c:pt>
                <c:pt idx="175">
                  <c:v>125</c:v>
                </c:pt>
                <c:pt idx="176">
                  <c:v>126</c:v>
                </c:pt>
                <c:pt idx="177">
                  <c:v>127</c:v>
                </c:pt>
                <c:pt idx="178">
                  <c:v>128</c:v>
                </c:pt>
                <c:pt idx="179">
                  <c:v>129</c:v>
                </c:pt>
                <c:pt idx="180">
                  <c:v>130</c:v>
                </c:pt>
                <c:pt idx="181">
                  <c:v>131</c:v>
                </c:pt>
                <c:pt idx="182">
                  <c:v>132</c:v>
                </c:pt>
                <c:pt idx="183">
                  <c:v>133</c:v>
                </c:pt>
                <c:pt idx="184">
                  <c:v>134</c:v>
                </c:pt>
                <c:pt idx="185">
                  <c:v>135</c:v>
                </c:pt>
                <c:pt idx="186">
                  <c:v>136</c:v>
                </c:pt>
                <c:pt idx="187">
                  <c:v>137</c:v>
                </c:pt>
                <c:pt idx="188">
                  <c:v>138</c:v>
                </c:pt>
                <c:pt idx="189">
                  <c:v>139</c:v>
                </c:pt>
                <c:pt idx="190">
                  <c:v>140</c:v>
                </c:pt>
                <c:pt idx="191">
                  <c:v>141</c:v>
                </c:pt>
                <c:pt idx="192">
                  <c:v>142</c:v>
                </c:pt>
                <c:pt idx="193">
                  <c:v>143</c:v>
                </c:pt>
                <c:pt idx="194">
                  <c:v>144</c:v>
                </c:pt>
                <c:pt idx="195">
                  <c:v>145</c:v>
                </c:pt>
                <c:pt idx="196">
                  <c:v>146</c:v>
                </c:pt>
                <c:pt idx="197">
                  <c:v>147</c:v>
                </c:pt>
                <c:pt idx="198">
                  <c:v>148</c:v>
                </c:pt>
                <c:pt idx="199">
                  <c:v>149</c:v>
                </c:pt>
                <c:pt idx="200">
                  <c:v>150</c:v>
                </c:pt>
              </c:numCache>
            </c:numRef>
          </c:xVal>
          <c:yVal>
            <c:numRef>
              <c:f>'tmp86'!$D$2:$D$202</c:f>
              <c:numCache>
                <c:formatCode>General</c:formatCode>
                <c:ptCount val="201"/>
                <c:pt idx="0">
                  <c:v>-49.3</c:v>
                </c:pt>
                <c:pt idx="1">
                  <c:v>-48.3</c:v>
                </c:pt>
                <c:pt idx="2">
                  <c:v>-47.3</c:v>
                </c:pt>
                <c:pt idx="3">
                  <c:v>-46.3</c:v>
                </c:pt>
                <c:pt idx="4">
                  <c:v>-45.3</c:v>
                </c:pt>
                <c:pt idx="5">
                  <c:v>-44.3</c:v>
                </c:pt>
                <c:pt idx="6">
                  <c:v>-43.3</c:v>
                </c:pt>
                <c:pt idx="7">
                  <c:v>-42.3</c:v>
                </c:pt>
                <c:pt idx="8">
                  <c:v>-41.3</c:v>
                </c:pt>
                <c:pt idx="9">
                  <c:v>-40.299999999999997</c:v>
                </c:pt>
                <c:pt idx="10">
                  <c:v>-39.299999999999997</c:v>
                </c:pt>
                <c:pt idx="11">
                  <c:v>-38.299999999999997</c:v>
                </c:pt>
                <c:pt idx="12">
                  <c:v>-37.299999999999997</c:v>
                </c:pt>
                <c:pt idx="13">
                  <c:v>-36.299999999999997</c:v>
                </c:pt>
                <c:pt idx="14">
                  <c:v>-35.299999999999997</c:v>
                </c:pt>
                <c:pt idx="15">
                  <c:v>-34.299999999999997</c:v>
                </c:pt>
                <c:pt idx="16">
                  <c:v>-33.299999999999997</c:v>
                </c:pt>
                <c:pt idx="17">
                  <c:v>-32.299999999999997</c:v>
                </c:pt>
                <c:pt idx="18">
                  <c:v>-31.3</c:v>
                </c:pt>
                <c:pt idx="19">
                  <c:v>-30.3</c:v>
                </c:pt>
                <c:pt idx="20">
                  <c:v>-29.3</c:v>
                </c:pt>
                <c:pt idx="21">
                  <c:v>-28.3</c:v>
                </c:pt>
                <c:pt idx="22">
                  <c:v>-27.3</c:v>
                </c:pt>
                <c:pt idx="23">
                  <c:v>-26.3</c:v>
                </c:pt>
                <c:pt idx="24">
                  <c:v>-25.3</c:v>
                </c:pt>
                <c:pt idx="25">
                  <c:v>-24.3</c:v>
                </c:pt>
                <c:pt idx="26">
                  <c:v>-23.3</c:v>
                </c:pt>
                <c:pt idx="27">
                  <c:v>-22.3</c:v>
                </c:pt>
                <c:pt idx="28">
                  <c:v>-21.3</c:v>
                </c:pt>
                <c:pt idx="29">
                  <c:v>-20.3</c:v>
                </c:pt>
                <c:pt idx="30">
                  <c:v>-19.3</c:v>
                </c:pt>
                <c:pt idx="31">
                  <c:v>-18.3</c:v>
                </c:pt>
                <c:pt idx="32">
                  <c:v>-17.3</c:v>
                </c:pt>
                <c:pt idx="33">
                  <c:v>-16.3</c:v>
                </c:pt>
                <c:pt idx="34">
                  <c:v>-15.3</c:v>
                </c:pt>
                <c:pt idx="35">
                  <c:v>-14.3</c:v>
                </c:pt>
                <c:pt idx="36">
                  <c:v>-13.3</c:v>
                </c:pt>
                <c:pt idx="37">
                  <c:v>-12.3</c:v>
                </c:pt>
                <c:pt idx="38">
                  <c:v>-11.3</c:v>
                </c:pt>
                <c:pt idx="39">
                  <c:v>-10.3</c:v>
                </c:pt>
                <c:pt idx="40">
                  <c:v>-9.3000000000000007</c:v>
                </c:pt>
                <c:pt idx="41">
                  <c:v>-8.3000000000000007</c:v>
                </c:pt>
                <c:pt idx="42">
                  <c:v>-7.3</c:v>
                </c:pt>
                <c:pt idx="43">
                  <c:v>-6.3</c:v>
                </c:pt>
                <c:pt idx="44">
                  <c:v>-5.3</c:v>
                </c:pt>
                <c:pt idx="45">
                  <c:v>-4.3</c:v>
                </c:pt>
                <c:pt idx="46">
                  <c:v>-3.3</c:v>
                </c:pt>
                <c:pt idx="47">
                  <c:v>-2.2999999999999998</c:v>
                </c:pt>
                <c:pt idx="48">
                  <c:v>-1.3</c:v>
                </c:pt>
                <c:pt idx="49">
                  <c:v>-0.30000000000000004</c:v>
                </c:pt>
                <c:pt idx="50">
                  <c:v>0.7</c:v>
                </c:pt>
                <c:pt idx="51">
                  <c:v>1.7</c:v>
                </c:pt>
                <c:pt idx="52">
                  <c:v>2.7</c:v>
                </c:pt>
                <c:pt idx="53">
                  <c:v>3.7</c:v>
                </c:pt>
                <c:pt idx="54">
                  <c:v>4.7</c:v>
                </c:pt>
                <c:pt idx="55">
                  <c:v>5.7</c:v>
                </c:pt>
                <c:pt idx="56">
                  <c:v>6.7</c:v>
                </c:pt>
                <c:pt idx="57">
                  <c:v>7.7</c:v>
                </c:pt>
                <c:pt idx="58">
                  <c:v>8.6999999999999993</c:v>
                </c:pt>
                <c:pt idx="59">
                  <c:v>9.6999999999999993</c:v>
                </c:pt>
                <c:pt idx="60">
                  <c:v>10.7</c:v>
                </c:pt>
                <c:pt idx="61">
                  <c:v>11.7</c:v>
                </c:pt>
                <c:pt idx="62">
                  <c:v>12.7</c:v>
                </c:pt>
                <c:pt idx="63">
                  <c:v>13.7</c:v>
                </c:pt>
                <c:pt idx="64">
                  <c:v>14.7</c:v>
                </c:pt>
                <c:pt idx="65">
                  <c:v>15.7</c:v>
                </c:pt>
                <c:pt idx="66">
                  <c:v>16.7</c:v>
                </c:pt>
                <c:pt idx="67">
                  <c:v>17.7</c:v>
                </c:pt>
                <c:pt idx="68">
                  <c:v>18.7</c:v>
                </c:pt>
                <c:pt idx="69">
                  <c:v>19.7</c:v>
                </c:pt>
                <c:pt idx="70">
                  <c:v>20.7</c:v>
                </c:pt>
                <c:pt idx="71">
                  <c:v>21.7</c:v>
                </c:pt>
                <c:pt idx="72">
                  <c:v>22.7</c:v>
                </c:pt>
                <c:pt idx="73">
                  <c:v>23.7</c:v>
                </c:pt>
                <c:pt idx="74">
                  <c:v>24.7</c:v>
                </c:pt>
                <c:pt idx="75">
                  <c:v>25.7</c:v>
                </c:pt>
                <c:pt idx="76">
                  <c:v>26.7</c:v>
                </c:pt>
                <c:pt idx="77">
                  <c:v>27.7</c:v>
                </c:pt>
                <c:pt idx="78">
                  <c:v>28.7</c:v>
                </c:pt>
                <c:pt idx="79">
                  <c:v>29.7</c:v>
                </c:pt>
                <c:pt idx="80">
                  <c:v>30.7</c:v>
                </c:pt>
                <c:pt idx="81">
                  <c:v>31.7</c:v>
                </c:pt>
                <c:pt idx="82">
                  <c:v>32.700000000000003</c:v>
                </c:pt>
                <c:pt idx="83">
                  <c:v>33.700000000000003</c:v>
                </c:pt>
                <c:pt idx="84">
                  <c:v>34.700000000000003</c:v>
                </c:pt>
                <c:pt idx="85">
                  <c:v>35.700000000000003</c:v>
                </c:pt>
                <c:pt idx="86">
                  <c:v>36.700000000000003</c:v>
                </c:pt>
                <c:pt idx="87">
                  <c:v>37.700000000000003</c:v>
                </c:pt>
                <c:pt idx="88">
                  <c:v>38.700000000000003</c:v>
                </c:pt>
                <c:pt idx="89">
                  <c:v>39.700000000000003</c:v>
                </c:pt>
                <c:pt idx="90">
                  <c:v>40.4</c:v>
                </c:pt>
                <c:pt idx="91">
                  <c:v>41.4</c:v>
                </c:pt>
                <c:pt idx="92">
                  <c:v>42.4</c:v>
                </c:pt>
                <c:pt idx="93">
                  <c:v>43.4</c:v>
                </c:pt>
                <c:pt idx="94">
                  <c:v>44.4</c:v>
                </c:pt>
                <c:pt idx="95">
                  <c:v>45.4</c:v>
                </c:pt>
                <c:pt idx="96">
                  <c:v>46.4</c:v>
                </c:pt>
                <c:pt idx="97">
                  <c:v>47.4</c:v>
                </c:pt>
                <c:pt idx="98">
                  <c:v>48.4</c:v>
                </c:pt>
                <c:pt idx="99">
                  <c:v>49.4</c:v>
                </c:pt>
                <c:pt idx="100">
                  <c:v>50.4</c:v>
                </c:pt>
                <c:pt idx="101">
                  <c:v>51.4</c:v>
                </c:pt>
                <c:pt idx="102">
                  <c:v>52.4</c:v>
                </c:pt>
                <c:pt idx="103">
                  <c:v>53.4</c:v>
                </c:pt>
                <c:pt idx="104">
                  <c:v>54.4</c:v>
                </c:pt>
                <c:pt idx="105">
                  <c:v>55.4</c:v>
                </c:pt>
                <c:pt idx="106">
                  <c:v>56.4</c:v>
                </c:pt>
                <c:pt idx="107">
                  <c:v>57.4</c:v>
                </c:pt>
                <c:pt idx="108">
                  <c:v>58.4</c:v>
                </c:pt>
                <c:pt idx="109">
                  <c:v>59.4</c:v>
                </c:pt>
                <c:pt idx="110">
                  <c:v>60.4</c:v>
                </c:pt>
                <c:pt idx="111">
                  <c:v>61.4</c:v>
                </c:pt>
                <c:pt idx="112">
                  <c:v>62.4</c:v>
                </c:pt>
                <c:pt idx="113">
                  <c:v>63.4</c:v>
                </c:pt>
                <c:pt idx="114">
                  <c:v>64.400000000000006</c:v>
                </c:pt>
                <c:pt idx="115">
                  <c:v>65.400000000000006</c:v>
                </c:pt>
                <c:pt idx="116">
                  <c:v>66.400000000000006</c:v>
                </c:pt>
                <c:pt idx="117">
                  <c:v>67.400000000000006</c:v>
                </c:pt>
                <c:pt idx="118">
                  <c:v>68.400000000000006</c:v>
                </c:pt>
                <c:pt idx="119">
                  <c:v>69.400000000000006</c:v>
                </c:pt>
                <c:pt idx="120">
                  <c:v>70.400000000000006</c:v>
                </c:pt>
                <c:pt idx="121">
                  <c:v>71.400000000000006</c:v>
                </c:pt>
                <c:pt idx="122">
                  <c:v>72.400000000000006</c:v>
                </c:pt>
                <c:pt idx="123">
                  <c:v>73.400000000000006</c:v>
                </c:pt>
                <c:pt idx="124">
                  <c:v>74.400000000000006</c:v>
                </c:pt>
                <c:pt idx="125">
                  <c:v>75.400000000000006</c:v>
                </c:pt>
                <c:pt idx="126">
                  <c:v>76.400000000000006</c:v>
                </c:pt>
                <c:pt idx="127">
                  <c:v>77.400000000000006</c:v>
                </c:pt>
                <c:pt idx="128">
                  <c:v>78.400000000000006</c:v>
                </c:pt>
                <c:pt idx="129">
                  <c:v>79.400000000000006</c:v>
                </c:pt>
                <c:pt idx="130">
                  <c:v>80.400000000000006</c:v>
                </c:pt>
                <c:pt idx="131">
                  <c:v>81.400000000000006</c:v>
                </c:pt>
                <c:pt idx="132">
                  <c:v>82.4</c:v>
                </c:pt>
                <c:pt idx="133">
                  <c:v>83.4</c:v>
                </c:pt>
                <c:pt idx="134">
                  <c:v>84.4</c:v>
                </c:pt>
                <c:pt idx="135">
                  <c:v>85.4</c:v>
                </c:pt>
                <c:pt idx="136">
                  <c:v>86.4</c:v>
                </c:pt>
                <c:pt idx="137">
                  <c:v>87.4</c:v>
                </c:pt>
                <c:pt idx="138">
                  <c:v>88.4</c:v>
                </c:pt>
                <c:pt idx="139">
                  <c:v>89.4</c:v>
                </c:pt>
                <c:pt idx="140">
                  <c:v>90.4</c:v>
                </c:pt>
                <c:pt idx="141">
                  <c:v>91.4</c:v>
                </c:pt>
                <c:pt idx="142">
                  <c:v>92.4</c:v>
                </c:pt>
                <c:pt idx="143">
                  <c:v>93.4</c:v>
                </c:pt>
                <c:pt idx="144">
                  <c:v>94.4</c:v>
                </c:pt>
                <c:pt idx="145">
                  <c:v>95.4</c:v>
                </c:pt>
                <c:pt idx="146">
                  <c:v>96.4</c:v>
                </c:pt>
                <c:pt idx="147">
                  <c:v>97.4</c:v>
                </c:pt>
                <c:pt idx="148">
                  <c:v>98.4</c:v>
                </c:pt>
                <c:pt idx="149">
                  <c:v>99.4</c:v>
                </c:pt>
                <c:pt idx="150">
                  <c:v>100.4</c:v>
                </c:pt>
                <c:pt idx="151">
                  <c:v>101.4</c:v>
                </c:pt>
                <c:pt idx="152">
                  <c:v>102.4</c:v>
                </c:pt>
                <c:pt idx="153">
                  <c:v>103.4</c:v>
                </c:pt>
                <c:pt idx="154">
                  <c:v>104.4</c:v>
                </c:pt>
                <c:pt idx="155">
                  <c:v>105.4</c:v>
                </c:pt>
                <c:pt idx="156">
                  <c:v>106.4</c:v>
                </c:pt>
                <c:pt idx="157">
                  <c:v>107.4</c:v>
                </c:pt>
                <c:pt idx="158">
                  <c:v>108.4</c:v>
                </c:pt>
                <c:pt idx="159">
                  <c:v>109.4</c:v>
                </c:pt>
                <c:pt idx="160">
                  <c:v>110.4</c:v>
                </c:pt>
                <c:pt idx="161">
                  <c:v>111.4</c:v>
                </c:pt>
                <c:pt idx="162">
                  <c:v>112.4</c:v>
                </c:pt>
                <c:pt idx="163">
                  <c:v>113.4</c:v>
                </c:pt>
                <c:pt idx="164">
                  <c:v>114.4</c:v>
                </c:pt>
                <c:pt idx="165">
                  <c:v>115.4</c:v>
                </c:pt>
                <c:pt idx="166">
                  <c:v>116.4</c:v>
                </c:pt>
                <c:pt idx="167">
                  <c:v>117.4</c:v>
                </c:pt>
                <c:pt idx="168">
                  <c:v>118.4</c:v>
                </c:pt>
                <c:pt idx="169">
                  <c:v>119.4</c:v>
                </c:pt>
                <c:pt idx="170">
                  <c:v>120.4</c:v>
                </c:pt>
                <c:pt idx="171">
                  <c:v>121.4</c:v>
                </c:pt>
                <c:pt idx="172">
                  <c:v>122.4</c:v>
                </c:pt>
                <c:pt idx="173">
                  <c:v>123.4</c:v>
                </c:pt>
                <c:pt idx="174">
                  <c:v>124.4</c:v>
                </c:pt>
                <c:pt idx="175">
                  <c:v>125.4</c:v>
                </c:pt>
                <c:pt idx="176">
                  <c:v>126.4</c:v>
                </c:pt>
                <c:pt idx="177">
                  <c:v>127.4</c:v>
                </c:pt>
                <c:pt idx="178">
                  <c:v>128.4</c:v>
                </c:pt>
                <c:pt idx="179">
                  <c:v>129.4</c:v>
                </c:pt>
                <c:pt idx="180">
                  <c:v>130.4</c:v>
                </c:pt>
                <c:pt idx="181">
                  <c:v>131.4</c:v>
                </c:pt>
                <c:pt idx="182">
                  <c:v>132.4</c:v>
                </c:pt>
                <c:pt idx="183">
                  <c:v>133.4</c:v>
                </c:pt>
                <c:pt idx="184">
                  <c:v>134.4</c:v>
                </c:pt>
                <c:pt idx="185">
                  <c:v>135.4</c:v>
                </c:pt>
                <c:pt idx="186">
                  <c:v>136.4</c:v>
                </c:pt>
                <c:pt idx="187">
                  <c:v>137.4</c:v>
                </c:pt>
                <c:pt idx="188">
                  <c:v>138.4</c:v>
                </c:pt>
                <c:pt idx="189">
                  <c:v>139.4</c:v>
                </c:pt>
                <c:pt idx="190">
                  <c:v>140.4</c:v>
                </c:pt>
                <c:pt idx="191">
                  <c:v>141.4</c:v>
                </c:pt>
                <c:pt idx="192">
                  <c:v>142.4</c:v>
                </c:pt>
                <c:pt idx="193">
                  <c:v>143.4</c:v>
                </c:pt>
                <c:pt idx="194">
                  <c:v>144.4</c:v>
                </c:pt>
                <c:pt idx="195">
                  <c:v>145.4</c:v>
                </c:pt>
                <c:pt idx="196">
                  <c:v>146.4</c:v>
                </c:pt>
                <c:pt idx="197">
                  <c:v>147.4</c:v>
                </c:pt>
                <c:pt idx="198">
                  <c:v>148.4</c:v>
                </c:pt>
                <c:pt idx="199">
                  <c:v>149.4</c:v>
                </c:pt>
                <c:pt idx="200">
                  <c:v>150.4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0573-42D5-AC30-136473A35ECC}"/>
            </c:ext>
          </c:extLst>
        </c:ser>
        <c:ser>
          <c:idx val="3"/>
          <c:order val="3"/>
          <c:tx>
            <c:strRef>
              <c:f>'tmp86'!$E$1</c:f>
              <c:strCache>
                <c:ptCount val="1"/>
                <c:pt idx="0">
                  <c:v>Max lower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'tmp86'!$A$2:$A$202</c:f>
              <c:numCache>
                <c:formatCode>General</c:formatCode>
                <c:ptCount val="201"/>
                <c:pt idx="0">
                  <c:v>-50</c:v>
                </c:pt>
                <c:pt idx="1">
                  <c:v>-49</c:v>
                </c:pt>
                <c:pt idx="2">
                  <c:v>-48</c:v>
                </c:pt>
                <c:pt idx="3">
                  <c:v>-47</c:v>
                </c:pt>
                <c:pt idx="4">
                  <c:v>-46</c:v>
                </c:pt>
                <c:pt idx="5">
                  <c:v>-45</c:v>
                </c:pt>
                <c:pt idx="6">
                  <c:v>-44</c:v>
                </c:pt>
                <c:pt idx="7">
                  <c:v>-43</c:v>
                </c:pt>
                <c:pt idx="8">
                  <c:v>-42</c:v>
                </c:pt>
                <c:pt idx="9">
                  <c:v>-41</c:v>
                </c:pt>
                <c:pt idx="10">
                  <c:v>-40</c:v>
                </c:pt>
                <c:pt idx="11">
                  <c:v>-39</c:v>
                </c:pt>
                <c:pt idx="12">
                  <c:v>-38</c:v>
                </c:pt>
                <c:pt idx="13">
                  <c:v>-37</c:v>
                </c:pt>
                <c:pt idx="14">
                  <c:v>-36</c:v>
                </c:pt>
                <c:pt idx="15">
                  <c:v>-35</c:v>
                </c:pt>
                <c:pt idx="16">
                  <c:v>-34</c:v>
                </c:pt>
                <c:pt idx="17">
                  <c:v>-33</c:v>
                </c:pt>
                <c:pt idx="18">
                  <c:v>-32</c:v>
                </c:pt>
                <c:pt idx="19">
                  <c:v>-31</c:v>
                </c:pt>
                <c:pt idx="20">
                  <c:v>-30</c:v>
                </c:pt>
                <c:pt idx="21">
                  <c:v>-29</c:v>
                </c:pt>
                <c:pt idx="22">
                  <c:v>-28</c:v>
                </c:pt>
                <c:pt idx="23">
                  <c:v>-27</c:v>
                </c:pt>
                <c:pt idx="24">
                  <c:v>-26</c:v>
                </c:pt>
                <c:pt idx="25">
                  <c:v>-25</c:v>
                </c:pt>
                <c:pt idx="26">
                  <c:v>-24</c:v>
                </c:pt>
                <c:pt idx="27">
                  <c:v>-23</c:v>
                </c:pt>
                <c:pt idx="28">
                  <c:v>-22</c:v>
                </c:pt>
                <c:pt idx="29">
                  <c:v>-21</c:v>
                </c:pt>
                <c:pt idx="30">
                  <c:v>-20</c:v>
                </c:pt>
                <c:pt idx="31">
                  <c:v>-19</c:v>
                </c:pt>
                <c:pt idx="32">
                  <c:v>-18</c:v>
                </c:pt>
                <c:pt idx="33">
                  <c:v>-17</c:v>
                </c:pt>
                <c:pt idx="34">
                  <c:v>-16</c:v>
                </c:pt>
                <c:pt idx="35">
                  <c:v>-15</c:v>
                </c:pt>
                <c:pt idx="36">
                  <c:v>-14</c:v>
                </c:pt>
                <c:pt idx="37">
                  <c:v>-13</c:v>
                </c:pt>
                <c:pt idx="38">
                  <c:v>-12</c:v>
                </c:pt>
                <c:pt idx="39">
                  <c:v>-11</c:v>
                </c:pt>
                <c:pt idx="40">
                  <c:v>-10</c:v>
                </c:pt>
                <c:pt idx="41">
                  <c:v>-9</c:v>
                </c:pt>
                <c:pt idx="42">
                  <c:v>-8</c:v>
                </c:pt>
                <c:pt idx="43">
                  <c:v>-7</c:v>
                </c:pt>
                <c:pt idx="44">
                  <c:v>-6</c:v>
                </c:pt>
                <c:pt idx="45">
                  <c:v>-5</c:v>
                </c:pt>
                <c:pt idx="46">
                  <c:v>-4</c:v>
                </c:pt>
                <c:pt idx="47">
                  <c:v>-3</c:v>
                </c:pt>
                <c:pt idx="48">
                  <c:v>-2</c:v>
                </c:pt>
                <c:pt idx="49">
                  <c:v>-1</c:v>
                </c:pt>
                <c:pt idx="50">
                  <c:v>0</c:v>
                </c:pt>
                <c:pt idx="51">
                  <c:v>1</c:v>
                </c:pt>
                <c:pt idx="52">
                  <c:v>2</c:v>
                </c:pt>
                <c:pt idx="53">
                  <c:v>3</c:v>
                </c:pt>
                <c:pt idx="54">
                  <c:v>4</c:v>
                </c:pt>
                <c:pt idx="55">
                  <c:v>5</c:v>
                </c:pt>
                <c:pt idx="56">
                  <c:v>6</c:v>
                </c:pt>
                <c:pt idx="57">
                  <c:v>7</c:v>
                </c:pt>
                <c:pt idx="58">
                  <c:v>8</c:v>
                </c:pt>
                <c:pt idx="59">
                  <c:v>9</c:v>
                </c:pt>
                <c:pt idx="60">
                  <c:v>10</c:v>
                </c:pt>
                <c:pt idx="61">
                  <c:v>11</c:v>
                </c:pt>
                <c:pt idx="62">
                  <c:v>12</c:v>
                </c:pt>
                <c:pt idx="63">
                  <c:v>13</c:v>
                </c:pt>
                <c:pt idx="64">
                  <c:v>14</c:v>
                </c:pt>
                <c:pt idx="65">
                  <c:v>15</c:v>
                </c:pt>
                <c:pt idx="66">
                  <c:v>16</c:v>
                </c:pt>
                <c:pt idx="67">
                  <c:v>17</c:v>
                </c:pt>
                <c:pt idx="68">
                  <c:v>18</c:v>
                </c:pt>
                <c:pt idx="69">
                  <c:v>19</c:v>
                </c:pt>
                <c:pt idx="70">
                  <c:v>20</c:v>
                </c:pt>
                <c:pt idx="71">
                  <c:v>21</c:v>
                </c:pt>
                <c:pt idx="72">
                  <c:v>22</c:v>
                </c:pt>
                <c:pt idx="73">
                  <c:v>23</c:v>
                </c:pt>
                <c:pt idx="74">
                  <c:v>24</c:v>
                </c:pt>
                <c:pt idx="75">
                  <c:v>25</c:v>
                </c:pt>
                <c:pt idx="76">
                  <c:v>26</c:v>
                </c:pt>
                <c:pt idx="77">
                  <c:v>27</c:v>
                </c:pt>
                <c:pt idx="78">
                  <c:v>28</c:v>
                </c:pt>
                <c:pt idx="79">
                  <c:v>29</c:v>
                </c:pt>
                <c:pt idx="80">
                  <c:v>30</c:v>
                </c:pt>
                <c:pt idx="81">
                  <c:v>31</c:v>
                </c:pt>
                <c:pt idx="82">
                  <c:v>32</c:v>
                </c:pt>
                <c:pt idx="83">
                  <c:v>33</c:v>
                </c:pt>
                <c:pt idx="84">
                  <c:v>34</c:v>
                </c:pt>
                <c:pt idx="85">
                  <c:v>35</c:v>
                </c:pt>
                <c:pt idx="86">
                  <c:v>36</c:v>
                </c:pt>
                <c:pt idx="87">
                  <c:v>37</c:v>
                </c:pt>
                <c:pt idx="88">
                  <c:v>38</c:v>
                </c:pt>
                <c:pt idx="89">
                  <c:v>39</c:v>
                </c:pt>
                <c:pt idx="90">
                  <c:v>40</c:v>
                </c:pt>
                <c:pt idx="91">
                  <c:v>41</c:v>
                </c:pt>
                <c:pt idx="92">
                  <c:v>42</c:v>
                </c:pt>
                <c:pt idx="93">
                  <c:v>43</c:v>
                </c:pt>
                <c:pt idx="94">
                  <c:v>44</c:v>
                </c:pt>
                <c:pt idx="95">
                  <c:v>45</c:v>
                </c:pt>
                <c:pt idx="96">
                  <c:v>46</c:v>
                </c:pt>
                <c:pt idx="97">
                  <c:v>47</c:v>
                </c:pt>
                <c:pt idx="98">
                  <c:v>48</c:v>
                </c:pt>
                <c:pt idx="99">
                  <c:v>49</c:v>
                </c:pt>
                <c:pt idx="100">
                  <c:v>50</c:v>
                </c:pt>
                <c:pt idx="101">
                  <c:v>51</c:v>
                </c:pt>
                <c:pt idx="102">
                  <c:v>52</c:v>
                </c:pt>
                <c:pt idx="103">
                  <c:v>53</c:v>
                </c:pt>
                <c:pt idx="104">
                  <c:v>54</c:v>
                </c:pt>
                <c:pt idx="105">
                  <c:v>55</c:v>
                </c:pt>
                <c:pt idx="106">
                  <c:v>56</c:v>
                </c:pt>
                <c:pt idx="107">
                  <c:v>57</c:v>
                </c:pt>
                <c:pt idx="108">
                  <c:v>58</c:v>
                </c:pt>
                <c:pt idx="109">
                  <c:v>59</c:v>
                </c:pt>
                <c:pt idx="110">
                  <c:v>60</c:v>
                </c:pt>
                <c:pt idx="111">
                  <c:v>61</c:v>
                </c:pt>
                <c:pt idx="112">
                  <c:v>62</c:v>
                </c:pt>
                <c:pt idx="113">
                  <c:v>63</c:v>
                </c:pt>
                <c:pt idx="114">
                  <c:v>64</c:v>
                </c:pt>
                <c:pt idx="115">
                  <c:v>65</c:v>
                </c:pt>
                <c:pt idx="116">
                  <c:v>66</c:v>
                </c:pt>
                <c:pt idx="117">
                  <c:v>67</c:v>
                </c:pt>
                <c:pt idx="118">
                  <c:v>68</c:v>
                </c:pt>
                <c:pt idx="119">
                  <c:v>69</c:v>
                </c:pt>
                <c:pt idx="120">
                  <c:v>70</c:v>
                </c:pt>
                <c:pt idx="121">
                  <c:v>71</c:v>
                </c:pt>
                <c:pt idx="122">
                  <c:v>72</c:v>
                </c:pt>
                <c:pt idx="123">
                  <c:v>73</c:v>
                </c:pt>
                <c:pt idx="124">
                  <c:v>74</c:v>
                </c:pt>
                <c:pt idx="125">
                  <c:v>75</c:v>
                </c:pt>
                <c:pt idx="126">
                  <c:v>76</c:v>
                </c:pt>
                <c:pt idx="127">
                  <c:v>77</c:v>
                </c:pt>
                <c:pt idx="128">
                  <c:v>78</c:v>
                </c:pt>
                <c:pt idx="129">
                  <c:v>79</c:v>
                </c:pt>
                <c:pt idx="130">
                  <c:v>80</c:v>
                </c:pt>
                <c:pt idx="131">
                  <c:v>81</c:v>
                </c:pt>
                <c:pt idx="132">
                  <c:v>82</c:v>
                </c:pt>
                <c:pt idx="133">
                  <c:v>83</c:v>
                </c:pt>
                <c:pt idx="134">
                  <c:v>84</c:v>
                </c:pt>
                <c:pt idx="135">
                  <c:v>85</c:v>
                </c:pt>
                <c:pt idx="136">
                  <c:v>86</c:v>
                </c:pt>
                <c:pt idx="137">
                  <c:v>87</c:v>
                </c:pt>
                <c:pt idx="138">
                  <c:v>88</c:v>
                </c:pt>
                <c:pt idx="139">
                  <c:v>89</c:v>
                </c:pt>
                <c:pt idx="140">
                  <c:v>90</c:v>
                </c:pt>
                <c:pt idx="141">
                  <c:v>91</c:v>
                </c:pt>
                <c:pt idx="142">
                  <c:v>92</c:v>
                </c:pt>
                <c:pt idx="143">
                  <c:v>93</c:v>
                </c:pt>
                <c:pt idx="144">
                  <c:v>94</c:v>
                </c:pt>
                <c:pt idx="145">
                  <c:v>95</c:v>
                </c:pt>
                <c:pt idx="146">
                  <c:v>96</c:v>
                </c:pt>
                <c:pt idx="147">
                  <c:v>97</c:v>
                </c:pt>
                <c:pt idx="148">
                  <c:v>98</c:v>
                </c:pt>
                <c:pt idx="149">
                  <c:v>99</c:v>
                </c:pt>
                <c:pt idx="150">
                  <c:v>100</c:v>
                </c:pt>
                <c:pt idx="151">
                  <c:v>101</c:v>
                </c:pt>
                <c:pt idx="152">
                  <c:v>102</c:v>
                </c:pt>
                <c:pt idx="153">
                  <c:v>103</c:v>
                </c:pt>
                <c:pt idx="154">
                  <c:v>104</c:v>
                </c:pt>
                <c:pt idx="155">
                  <c:v>105</c:v>
                </c:pt>
                <c:pt idx="156">
                  <c:v>106</c:v>
                </c:pt>
                <c:pt idx="157">
                  <c:v>107</c:v>
                </c:pt>
                <c:pt idx="158">
                  <c:v>108</c:v>
                </c:pt>
                <c:pt idx="159">
                  <c:v>109</c:v>
                </c:pt>
                <c:pt idx="160">
                  <c:v>110</c:v>
                </c:pt>
                <c:pt idx="161">
                  <c:v>111</c:v>
                </c:pt>
                <c:pt idx="162">
                  <c:v>112</c:v>
                </c:pt>
                <c:pt idx="163">
                  <c:v>113</c:v>
                </c:pt>
                <c:pt idx="164">
                  <c:v>114</c:v>
                </c:pt>
                <c:pt idx="165">
                  <c:v>115</c:v>
                </c:pt>
                <c:pt idx="166">
                  <c:v>116</c:v>
                </c:pt>
                <c:pt idx="167">
                  <c:v>117</c:v>
                </c:pt>
                <c:pt idx="168">
                  <c:v>118</c:v>
                </c:pt>
                <c:pt idx="169">
                  <c:v>119</c:v>
                </c:pt>
                <c:pt idx="170">
                  <c:v>120</c:v>
                </c:pt>
                <c:pt idx="171">
                  <c:v>121</c:v>
                </c:pt>
                <c:pt idx="172">
                  <c:v>122</c:v>
                </c:pt>
                <c:pt idx="173">
                  <c:v>123</c:v>
                </c:pt>
                <c:pt idx="174">
                  <c:v>124</c:v>
                </c:pt>
                <c:pt idx="175">
                  <c:v>125</c:v>
                </c:pt>
                <c:pt idx="176">
                  <c:v>126</c:v>
                </c:pt>
                <c:pt idx="177">
                  <c:v>127</c:v>
                </c:pt>
                <c:pt idx="178">
                  <c:v>128</c:v>
                </c:pt>
                <c:pt idx="179">
                  <c:v>129</c:v>
                </c:pt>
                <c:pt idx="180">
                  <c:v>130</c:v>
                </c:pt>
                <c:pt idx="181">
                  <c:v>131</c:v>
                </c:pt>
                <c:pt idx="182">
                  <c:v>132</c:v>
                </c:pt>
                <c:pt idx="183">
                  <c:v>133</c:v>
                </c:pt>
                <c:pt idx="184">
                  <c:v>134</c:v>
                </c:pt>
                <c:pt idx="185">
                  <c:v>135</c:v>
                </c:pt>
                <c:pt idx="186">
                  <c:v>136</c:v>
                </c:pt>
                <c:pt idx="187">
                  <c:v>137</c:v>
                </c:pt>
                <c:pt idx="188">
                  <c:v>138</c:v>
                </c:pt>
                <c:pt idx="189">
                  <c:v>139</c:v>
                </c:pt>
                <c:pt idx="190">
                  <c:v>140</c:v>
                </c:pt>
                <c:pt idx="191">
                  <c:v>141</c:v>
                </c:pt>
                <c:pt idx="192">
                  <c:v>142</c:v>
                </c:pt>
                <c:pt idx="193">
                  <c:v>143</c:v>
                </c:pt>
                <c:pt idx="194">
                  <c:v>144</c:v>
                </c:pt>
                <c:pt idx="195">
                  <c:v>145</c:v>
                </c:pt>
                <c:pt idx="196">
                  <c:v>146</c:v>
                </c:pt>
                <c:pt idx="197">
                  <c:v>147</c:v>
                </c:pt>
                <c:pt idx="198">
                  <c:v>148</c:v>
                </c:pt>
                <c:pt idx="199">
                  <c:v>149</c:v>
                </c:pt>
                <c:pt idx="200">
                  <c:v>150</c:v>
                </c:pt>
              </c:numCache>
            </c:numRef>
          </c:xVal>
          <c:yVal>
            <c:numRef>
              <c:f>'tmp86'!$E$2:$E$202</c:f>
              <c:numCache>
                <c:formatCode>General</c:formatCode>
                <c:ptCount val="201"/>
                <c:pt idx="0">
                  <c:v>-52.7</c:v>
                </c:pt>
                <c:pt idx="1">
                  <c:v>-51.7</c:v>
                </c:pt>
                <c:pt idx="2">
                  <c:v>-50.7</c:v>
                </c:pt>
                <c:pt idx="3">
                  <c:v>-49.7</c:v>
                </c:pt>
                <c:pt idx="4">
                  <c:v>-48.7</c:v>
                </c:pt>
                <c:pt idx="5">
                  <c:v>-47.7</c:v>
                </c:pt>
                <c:pt idx="6">
                  <c:v>-46.7</c:v>
                </c:pt>
                <c:pt idx="7">
                  <c:v>-45.7</c:v>
                </c:pt>
                <c:pt idx="8">
                  <c:v>-44.7</c:v>
                </c:pt>
                <c:pt idx="9">
                  <c:v>-43.7</c:v>
                </c:pt>
                <c:pt idx="10">
                  <c:v>-42.7</c:v>
                </c:pt>
                <c:pt idx="11">
                  <c:v>-41.7</c:v>
                </c:pt>
                <c:pt idx="12">
                  <c:v>-40.700000000000003</c:v>
                </c:pt>
                <c:pt idx="13">
                  <c:v>-39.700000000000003</c:v>
                </c:pt>
                <c:pt idx="14">
                  <c:v>-38.700000000000003</c:v>
                </c:pt>
                <c:pt idx="15">
                  <c:v>-37.700000000000003</c:v>
                </c:pt>
                <c:pt idx="16">
                  <c:v>-36.700000000000003</c:v>
                </c:pt>
                <c:pt idx="17">
                  <c:v>-35.700000000000003</c:v>
                </c:pt>
                <c:pt idx="18">
                  <c:v>-34.700000000000003</c:v>
                </c:pt>
                <c:pt idx="19">
                  <c:v>-33.700000000000003</c:v>
                </c:pt>
                <c:pt idx="20">
                  <c:v>-32.700000000000003</c:v>
                </c:pt>
                <c:pt idx="21">
                  <c:v>-31.7</c:v>
                </c:pt>
                <c:pt idx="22">
                  <c:v>-30.7</c:v>
                </c:pt>
                <c:pt idx="23">
                  <c:v>-29.7</c:v>
                </c:pt>
                <c:pt idx="24">
                  <c:v>-28.7</c:v>
                </c:pt>
                <c:pt idx="25">
                  <c:v>-27.7</c:v>
                </c:pt>
                <c:pt idx="26">
                  <c:v>-26.7</c:v>
                </c:pt>
                <c:pt idx="27">
                  <c:v>-25.7</c:v>
                </c:pt>
                <c:pt idx="28">
                  <c:v>-24.7</c:v>
                </c:pt>
                <c:pt idx="29">
                  <c:v>-23.7</c:v>
                </c:pt>
                <c:pt idx="30">
                  <c:v>-22.7</c:v>
                </c:pt>
                <c:pt idx="31">
                  <c:v>-21.7</c:v>
                </c:pt>
                <c:pt idx="32">
                  <c:v>-20.7</c:v>
                </c:pt>
                <c:pt idx="33">
                  <c:v>-19.7</c:v>
                </c:pt>
                <c:pt idx="34">
                  <c:v>-18.7</c:v>
                </c:pt>
                <c:pt idx="35">
                  <c:v>-17.7</c:v>
                </c:pt>
                <c:pt idx="36">
                  <c:v>-16.7</c:v>
                </c:pt>
                <c:pt idx="37">
                  <c:v>-15.7</c:v>
                </c:pt>
                <c:pt idx="38">
                  <c:v>-14.7</c:v>
                </c:pt>
                <c:pt idx="39">
                  <c:v>-13.7</c:v>
                </c:pt>
                <c:pt idx="40">
                  <c:v>-12.7</c:v>
                </c:pt>
                <c:pt idx="41">
                  <c:v>-11.7</c:v>
                </c:pt>
                <c:pt idx="42">
                  <c:v>-10.7</c:v>
                </c:pt>
                <c:pt idx="43">
                  <c:v>-9.6999999999999993</c:v>
                </c:pt>
                <c:pt idx="44">
                  <c:v>-8.6999999999999993</c:v>
                </c:pt>
                <c:pt idx="45">
                  <c:v>-7.7</c:v>
                </c:pt>
                <c:pt idx="46">
                  <c:v>-6.7</c:v>
                </c:pt>
                <c:pt idx="47">
                  <c:v>-5.7</c:v>
                </c:pt>
                <c:pt idx="48">
                  <c:v>-4.7</c:v>
                </c:pt>
                <c:pt idx="49">
                  <c:v>-3.7</c:v>
                </c:pt>
                <c:pt idx="50">
                  <c:v>-2.7</c:v>
                </c:pt>
                <c:pt idx="51">
                  <c:v>-1.7000000000000002</c:v>
                </c:pt>
                <c:pt idx="52">
                  <c:v>-0.70000000000000018</c:v>
                </c:pt>
                <c:pt idx="53">
                  <c:v>0.29999999999999982</c:v>
                </c:pt>
                <c:pt idx="54">
                  <c:v>1.2999999999999998</c:v>
                </c:pt>
                <c:pt idx="55">
                  <c:v>2.2999999999999998</c:v>
                </c:pt>
                <c:pt idx="56">
                  <c:v>3.3</c:v>
                </c:pt>
                <c:pt idx="57">
                  <c:v>4.3</c:v>
                </c:pt>
                <c:pt idx="58">
                  <c:v>5.3</c:v>
                </c:pt>
                <c:pt idx="59">
                  <c:v>6.3</c:v>
                </c:pt>
                <c:pt idx="60">
                  <c:v>7.3</c:v>
                </c:pt>
                <c:pt idx="61">
                  <c:v>8.3000000000000007</c:v>
                </c:pt>
                <c:pt idx="62">
                  <c:v>9.3000000000000007</c:v>
                </c:pt>
                <c:pt idx="63">
                  <c:v>10.3</c:v>
                </c:pt>
                <c:pt idx="64">
                  <c:v>11.3</c:v>
                </c:pt>
                <c:pt idx="65">
                  <c:v>12.3</c:v>
                </c:pt>
                <c:pt idx="66">
                  <c:v>13.3</c:v>
                </c:pt>
                <c:pt idx="67">
                  <c:v>14.3</c:v>
                </c:pt>
                <c:pt idx="68">
                  <c:v>15.3</c:v>
                </c:pt>
                <c:pt idx="69">
                  <c:v>16.3</c:v>
                </c:pt>
                <c:pt idx="70">
                  <c:v>17.3</c:v>
                </c:pt>
                <c:pt idx="71">
                  <c:v>18.3</c:v>
                </c:pt>
                <c:pt idx="72">
                  <c:v>19.3</c:v>
                </c:pt>
                <c:pt idx="73">
                  <c:v>20.3</c:v>
                </c:pt>
                <c:pt idx="74">
                  <c:v>21.3</c:v>
                </c:pt>
                <c:pt idx="75">
                  <c:v>22.3</c:v>
                </c:pt>
                <c:pt idx="76">
                  <c:v>23.3</c:v>
                </c:pt>
                <c:pt idx="77">
                  <c:v>24.3</c:v>
                </c:pt>
                <c:pt idx="78">
                  <c:v>25.3</c:v>
                </c:pt>
                <c:pt idx="79">
                  <c:v>26.3</c:v>
                </c:pt>
                <c:pt idx="80">
                  <c:v>27.3</c:v>
                </c:pt>
                <c:pt idx="81">
                  <c:v>28.3</c:v>
                </c:pt>
                <c:pt idx="82">
                  <c:v>29.3</c:v>
                </c:pt>
                <c:pt idx="83">
                  <c:v>30.3</c:v>
                </c:pt>
                <c:pt idx="84">
                  <c:v>31.3</c:v>
                </c:pt>
                <c:pt idx="85">
                  <c:v>32.299999999999997</c:v>
                </c:pt>
                <c:pt idx="86">
                  <c:v>33.299999999999997</c:v>
                </c:pt>
                <c:pt idx="87">
                  <c:v>34.299999999999997</c:v>
                </c:pt>
                <c:pt idx="88">
                  <c:v>35.299999999999997</c:v>
                </c:pt>
                <c:pt idx="89">
                  <c:v>36.299999999999997</c:v>
                </c:pt>
                <c:pt idx="90">
                  <c:v>37.299999999999997</c:v>
                </c:pt>
                <c:pt idx="91">
                  <c:v>38.299999999999997</c:v>
                </c:pt>
                <c:pt idx="92">
                  <c:v>39.299999999999997</c:v>
                </c:pt>
                <c:pt idx="93">
                  <c:v>40.299999999999997</c:v>
                </c:pt>
                <c:pt idx="94">
                  <c:v>41.3</c:v>
                </c:pt>
                <c:pt idx="95">
                  <c:v>42.3</c:v>
                </c:pt>
                <c:pt idx="96">
                  <c:v>43.3</c:v>
                </c:pt>
                <c:pt idx="97">
                  <c:v>44.3</c:v>
                </c:pt>
                <c:pt idx="98">
                  <c:v>45.3</c:v>
                </c:pt>
                <c:pt idx="99">
                  <c:v>46.3</c:v>
                </c:pt>
                <c:pt idx="100">
                  <c:v>47.3</c:v>
                </c:pt>
                <c:pt idx="101">
                  <c:v>48.3</c:v>
                </c:pt>
                <c:pt idx="102">
                  <c:v>49.3</c:v>
                </c:pt>
                <c:pt idx="103">
                  <c:v>50.3</c:v>
                </c:pt>
                <c:pt idx="104">
                  <c:v>51.3</c:v>
                </c:pt>
                <c:pt idx="105">
                  <c:v>52.3</c:v>
                </c:pt>
                <c:pt idx="106">
                  <c:v>53.3</c:v>
                </c:pt>
                <c:pt idx="107">
                  <c:v>54.3</c:v>
                </c:pt>
                <c:pt idx="108">
                  <c:v>55.3</c:v>
                </c:pt>
                <c:pt idx="109">
                  <c:v>56.3</c:v>
                </c:pt>
                <c:pt idx="110">
                  <c:v>57.3</c:v>
                </c:pt>
                <c:pt idx="111">
                  <c:v>58.3</c:v>
                </c:pt>
                <c:pt idx="112">
                  <c:v>59.3</c:v>
                </c:pt>
                <c:pt idx="113">
                  <c:v>60.3</c:v>
                </c:pt>
                <c:pt idx="114">
                  <c:v>61.3</c:v>
                </c:pt>
                <c:pt idx="115">
                  <c:v>62.3</c:v>
                </c:pt>
                <c:pt idx="116">
                  <c:v>63.3</c:v>
                </c:pt>
                <c:pt idx="117">
                  <c:v>64.3</c:v>
                </c:pt>
                <c:pt idx="118">
                  <c:v>65.3</c:v>
                </c:pt>
                <c:pt idx="119">
                  <c:v>66.3</c:v>
                </c:pt>
                <c:pt idx="120">
                  <c:v>67.3</c:v>
                </c:pt>
                <c:pt idx="121">
                  <c:v>68.3</c:v>
                </c:pt>
                <c:pt idx="122">
                  <c:v>69.3</c:v>
                </c:pt>
                <c:pt idx="123">
                  <c:v>70.3</c:v>
                </c:pt>
                <c:pt idx="124">
                  <c:v>71.3</c:v>
                </c:pt>
                <c:pt idx="125">
                  <c:v>72.3</c:v>
                </c:pt>
                <c:pt idx="126">
                  <c:v>73.3</c:v>
                </c:pt>
                <c:pt idx="127">
                  <c:v>74.3</c:v>
                </c:pt>
                <c:pt idx="128">
                  <c:v>75.3</c:v>
                </c:pt>
                <c:pt idx="129">
                  <c:v>76.3</c:v>
                </c:pt>
                <c:pt idx="130">
                  <c:v>77.3</c:v>
                </c:pt>
                <c:pt idx="131">
                  <c:v>78.3</c:v>
                </c:pt>
                <c:pt idx="132">
                  <c:v>79.3</c:v>
                </c:pt>
                <c:pt idx="133">
                  <c:v>80.3</c:v>
                </c:pt>
                <c:pt idx="134">
                  <c:v>81.3</c:v>
                </c:pt>
                <c:pt idx="135">
                  <c:v>82.3</c:v>
                </c:pt>
                <c:pt idx="136">
                  <c:v>83.3</c:v>
                </c:pt>
                <c:pt idx="137">
                  <c:v>84.3</c:v>
                </c:pt>
                <c:pt idx="138">
                  <c:v>85.3</c:v>
                </c:pt>
                <c:pt idx="139">
                  <c:v>86.3</c:v>
                </c:pt>
                <c:pt idx="140">
                  <c:v>87.3</c:v>
                </c:pt>
                <c:pt idx="141">
                  <c:v>88.3</c:v>
                </c:pt>
                <c:pt idx="142">
                  <c:v>89.3</c:v>
                </c:pt>
                <c:pt idx="143">
                  <c:v>90.3</c:v>
                </c:pt>
                <c:pt idx="144">
                  <c:v>91.3</c:v>
                </c:pt>
                <c:pt idx="145">
                  <c:v>92.3</c:v>
                </c:pt>
                <c:pt idx="146">
                  <c:v>93.3</c:v>
                </c:pt>
                <c:pt idx="147">
                  <c:v>94.3</c:v>
                </c:pt>
                <c:pt idx="148">
                  <c:v>95.3</c:v>
                </c:pt>
                <c:pt idx="149">
                  <c:v>96.3</c:v>
                </c:pt>
                <c:pt idx="150">
                  <c:v>97.3</c:v>
                </c:pt>
                <c:pt idx="151">
                  <c:v>98.3</c:v>
                </c:pt>
                <c:pt idx="152">
                  <c:v>99.3</c:v>
                </c:pt>
                <c:pt idx="153">
                  <c:v>100.3</c:v>
                </c:pt>
                <c:pt idx="154">
                  <c:v>101.3</c:v>
                </c:pt>
                <c:pt idx="155">
                  <c:v>102.3</c:v>
                </c:pt>
                <c:pt idx="156">
                  <c:v>103.3</c:v>
                </c:pt>
                <c:pt idx="157">
                  <c:v>104.3</c:v>
                </c:pt>
                <c:pt idx="158">
                  <c:v>105.3</c:v>
                </c:pt>
                <c:pt idx="159">
                  <c:v>106.3</c:v>
                </c:pt>
                <c:pt idx="160">
                  <c:v>107.3</c:v>
                </c:pt>
                <c:pt idx="161">
                  <c:v>108.3</c:v>
                </c:pt>
                <c:pt idx="162">
                  <c:v>109.3</c:v>
                </c:pt>
                <c:pt idx="163">
                  <c:v>110.3</c:v>
                </c:pt>
                <c:pt idx="164">
                  <c:v>111.3</c:v>
                </c:pt>
                <c:pt idx="165">
                  <c:v>112.3</c:v>
                </c:pt>
                <c:pt idx="166">
                  <c:v>113.3</c:v>
                </c:pt>
                <c:pt idx="167">
                  <c:v>114.3</c:v>
                </c:pt>
                <c:pt idx="168">
                  <c:v>115.3</c:v>
                </c:pt>
                <c:pt idx="169">
                  <c:v>116.3</c:v>
                </c:pt>
                <c:pt idx="170">
                  <c:v>117.3</c:v>
                </c:pt>
                <c:pt idx="171">
                  <c:v>118.3</c:v>
                </c:pt>
                <c:pt idx="172">
                  <c:v>119.3</c:v>
                </c:pt>
                <c:pt idx="173">
                  <c:v>120.3</c:v>
                </c:pt>
                <c:pt idx="174">
                  <c:v>121.3</c:v>
                </c:pt>
                <c:pt idx="175">
                  <c:v>122.3</c:v>
                </c:pt>
                <c:pt idx="176">
                  <c:v>123.3</c:v>
                </c:pt>
                <c:pt idx="177">
                  <c:v>124.3</c:v>
                </c:pt>
                <c:pt idx="178">
                  <c:v>125.3</c:v>
                </c:pt>
                <c:pt idx="179">
                  <c:v>126.3</c:v>
                </c:pt>
                <c:pt idx="180">
                  <c:v>127.3</c:v>
                </c:pt>
                <c:pt idx="181">
                  <c:v>128.30000000000001</c:v>
                </c:pt>
                <c:pt idx="182">
                  <c:v>129.30000000000001</c:v>
                </c:pt>
                <c:pt idx="183">
                  <c:v>130.30000000000001</c:v>
                </c:pt>
                <c:pt idx="184">
                  <c:v>131.30000000000001</c:v>
                </c:pt>
                <c:pt idx="185">
                  <c:v>132.30000000000001</c:v>
                </c:pt>
                <c:pt idx="186">
                  <c:v>133.30000000000001</c:v>
                </c:pt>
                <c:pt idx="187">
                  <c:v>134.30000000000001</c:v>
                </c:pt>
                <c:pt idx="188">
                  <c:v>135.30000000000001</c:v>
                </c:pt>
                <c:pt idx="189">
                  <c:v>136.30000000000001</c:v>
                </c:pt>
                <c:pt idx="190">
                  <c:v>137.30000000000001</c:v>
                </c:pt>
                <c:pt idx="191">
                  <c:v>138.30000000000001</c:v>
                </c:pt>
                <c:pt idx="192">
                  <c:v>139.30000000000001</c:v>
                </c:pt>
                <c:pt idx="193">
                  <c:v>140.30000000000001</c:v>
                </c:pt>
                <c:pt idx="194">
                  <c:v>141.30000000000001</c:v>
                </c:pt>
                <c:pt idx="195">
                  <c:v>142.30000000000001</c:v>
                </c:pt>
                <c:pt idx="196">
                  <c:v>143.30000000000001</c:v>
                </c:pt>
                <c:pt idx="197">
                  <c:v>144.30000000000001</c:v>
                </c:pt>
                <c:pt idx="198">
                  <c:v>145.30000000000001</c:v>
                </c:pt>
                <c:pt idx="199">
                  <c:v>146.30000000000001</c:v>
                </c:pt>
                <c:pt idx="200">
                  <c:v>147.30000000000001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0573-42D5-AC30-136473A35ECC}"/>
            </c:ext>
          </c:extLst>
        </c:ser>
        <c:ser>
          <c:idx val="4"/>
          <c:order val="4"/>
          <c:tx>
            <c:strRef>
              <c:f>'tmp86'!$F$1</c:f>
              <c:strCache>
                <c:ptCount val="1"/>
                <c:pt idx="0">
                  <c:v>Max Upper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xVal>
            <c:numRef>
              <c:f>'tmp86'!$A$2:$A$202</c:f>
              <c:numCache>
                <c:formatCode>General</c:formatCode>
                <c:ptCount val="201"/>
                <c:pt idx="0">
                  <c:v>-50</c:v>
                </c:pt>
                <c:pt idx="1">
                  <c:v>-49</c:v>
                </c:pt>
                <c:pt idx="2">
                  <c:v>-48</c:v>
                </c:pt>
                <c:pt idx="3">
                  <c:v>-47</c:v>
                </c:pt>
                <c:pt idx="4">
                  <c:v>-46</c:v>
                </c:pt>
                <c:pt idx="5">
                  <c:v>-45</c:v>
                </c:pt>
                <c:pt idx="6">
                  <c:v>-44</c:v>
                </c:pt>
                <c:pt idx="7">
                  <c:v>-43</c:v>
                </c:pt>
                <c:pt idx="8">
                  <c:v>-42</c:v>
                </c:pt>
                <c:pt idx="9">
                  <c:v>-41</c:v>
                </c:pt>
                <c:pt idx="10">
                  <c:v>-40</c:v>
                </c:pt>
                <c:pt idx="11">
                  <c:v>-39</c:v>
                </c:pt>
                <c:pt idx="12">
                  <c:v>-38</c:v>
                </c:pt>
                <c:pt idx="13">
                  <c:v>-37</c:v>
                </c:pt>
                <c:pt idx="14">
                  <c:v>-36</c:v>
                </c:pt>
                <c:pt idx="15">
                  <c:v>-35</c:v>
                </c:pt>
                <c:pt idx="16">
                  <c:v>-34</c:v>
                </c:pt>
                <c:pt idx="17">
                  <c:v>-33</c:v>
                </c:pt>
                <c:pt idx="18">
                  <c:v>-32</c:v>
                </c:pt>
                <c:pt idx="19">
                  <c:v>-31</c:v>
                </c:pt>
                <c:pt idx="20">
                  <c:v>-30</c:v>
                </c:pt>
                <c:pt idx="21">
                  <c:v>-29</c:v>
                </c:pt>
                <c:pt idx="22">
                  <c:v>-28</c:v>
                </c:pt>
                <c:pt idx="23">
                  <c:v>-27</c:v>
                </c:pt>
                <c:pt idx="24">
                  <c:v>-26</c:v>
                </c:pt>
                <c:pt idx="25">
                  <c:v>-25</c:v>
                </c:pt>
                <c:pt idx="26">
                  <c:v>-24</c:v>
                </c:pt>
                <c:pt idx="27">
                  <c:v>-23</c:v>
                </c:pt>
                <c:pt idx="28">
                  <c:v>-22</c:v>
                </c:pt>
                <c:pt idx="29">
                  <c:v>-21</c:v>
                </c:pt>
                <c:pt idx="30">
                  <c:v>-20</c:v>
                </c:pt>
                <c:pt idx="31">
                  <c:v>-19</c:v>
                </c:pt>
                <c:pt idx="32">
                  <c:v>-18</c:v>
                </c:pt>
                <c:pt idx="33">
                  <c:v>-17</c:v>
                </c:pt>
                <c:pt idx="34">
                  <c:v>-16</c:v>
                </c:pt>
                <c:pt idx="35">
                  <c:v>-15</c:v>
                </c:pt>
                <c:pt idx="36">
                  <c:v>-14</c:v>
                </c:pt>
                <c:pt idx="37">
                  <c:v>-13</c:v>
                </c:pt>
                <c:pt idx="38">
                  <c:v>-12</c:v>
                </c:pt>
                <c:pt idx="39">
                  <c:v>-11</c:v>
                </c:pt>
                <c:pt idx="40">
                  <c:v>-10</c:v>
                </c:pt>
                <c:pt idx="41">
                  <c:v>-9</c:v>
                </c:pt>
                <c:pt idx="42">
                  <c:v>-8</c:v>
                </c:pt>
                <c:pt idx="43">
                  <c:v>-7</c:v>
                </c:pt>
                <c:pt idx="44">
                  <c:v>-6</c:v>
                </c:pt>
                <c:pt idx="45">
                  <c:v>-5</c:v>
                </c:pt>
                <c:pt idx="46">
                  <c:v>-4</c:v>
                </c:pt>
                <c:pt idx="47">
                  <c:v>-3</c:v>
                </c:pt>
                <c:pt idx="48">
                  <c:v>-2</c:v>
                </c:pt>
                <c:pt idx="49">
                  <c:v>-1</c:v>
                </c:pt>
                <c:pt idx="50">
                  <c:v>0</c:v>
                </c:pt>
                <c:pt idx="51">
                  <c:v>1</c:v>
                </c:pt>
                <c:pt idx="52">
                  <c:v>2</c:v>
                </c:pt>
                <c:pt idx="53">
                  <c:v>3</c:v>
                </c:pt>
                <c:pt idx="54">
                  <c:v>4</c:v>
                </c:pt>
                <c:pt idx="55">
                  <c:v>5</c:v>
                </c:pt>
                <c:pt idx="56">
                  <c:v>6</c:v>
                </c:pt>
                <c:pt idx="57">
                  <c:v>7</c:v>
                </c:pt>
                <c:pt idx="58">
                  <c:v>8</c:v>
                </c:pt>
                <c:pt idx="59">
                  <c:v>9</c:v>
                </c:pt>
                <c:pt idx="60">
                  <c:v>10</c:v>
                </c:pt>
                <c:pt idx="61">
                  <c:v>11</c:v>
                </c:pt>
                <c:pt idx="62">
                  <c:v>12</c:v>
                </c:pt>
                <c:pt idx="63">
                  <c:v>13</c:v>
                </c:pt>
                <c:pt idx="64">
                  <c:v>14</c:v>
                </c:pt>
                <c:pt idx="65">
                  <c:v>15</c:v>
                </c:pt>
                <c:pt idx="66">
                  <c:v>16</c:v>
                </c:pt>
                <c:pt idx="67">
                  <c:v>17</c:v>
                </c:pt>
                <c:pt idx="68">
                  <c:v>18</c:v>
                </c:pt>
                <c:pt idx="69">
                  <c:v>19</c:v>
                </c:pt>
                <c:pt idx="70">
                  <c:v>20</c:v>
                </c:pt>
                <c:pt idx="71">
                  <c:v>21</c:v>
                </c:pt>
                <c:pt idx="72">
                  <c:v>22</c:v>
                </c:pt>
                <c:pt idx="73">
                  <c:v>23</c:v>
                </c:pt>
                <c:pt idx="74">
                  <c:v>24</c:v>
                </c:pt>
                <c:pt idx="75">
                  <c:v>25</c:v>
                </c:pt>
                <c:pt idx="76">
                  <c:v>26</c:v>
                </c:pt>
                <c:pt idx="77">
                  <c:v>27</c:v>
                </c:pt>
                <c:pt idx="78">
                  <c:v>28</c:v>
                </c:pt>
                <c:pt idx="79">
                  <c:v>29</c:v>
                </c:pt>
                <c:pt idx="80">
                  <c:v>30</c:v>
                </c:pt>
                <c:pt idx="81">
                  <c:v>31</c:v>
                </c:pt>
                <c:pt idx="82">
                  <c:v>32</c:v>
                </c:pt>
                <c:pt idx="83">
                  <c:v>33</c:v>
                </c:pt>
                <c:pt idx="84">
                  <c:v>34</c:v>
                </c:pt>
                <c:pt idx="85">
                  <c:v>35</c:v>
                </c:pt>
                <c:pt idx="86">
                  <c:v>36</c:v>
                </c:pt>
                <c:pt idx="87">
                  <c:v>37</c:v>
                </c:pt>
                <c:pt idx="88">
                  <c:v>38</c:v>
                </c:pt>
                <c:pt idx="89">
                  <c:v>39</c:v>
                </c:pt>
                <c:pt idx="90">
                  <c:v>40</c:v>
                </c:pt>
                <c:pt idx="91">
                  <c:v>41</c:v>
                </c:pt>
                <c:pt idx="92">
                  <c:v>42</c:v>
                </c:pt>
                <c:pt idx="93">
                  <c:v>43</c:v>
                </c:pt>
                <c:pt idx="94">
                  <c:v>44</c:v>
                </c:pt>
                <c:pt idx="95">
                  <c:v>45</c:v>
                </c:pt>
                <c:pt idx="96">
                  <c:v>46</c:v>
                </c:pt>
                <c:pt idx="97">
                  <c:v>47</c:v>
                </c:pt>
                <c:pt idx="98">
                  <c:v>48</c:v>
                </c:pt>
                <c:pt idx="99">
                  <c:v>49</c:v>
                </c:pt>
                <c:pt idx="100">
                  <c:v>50</c:v>
                </c:pt>
                <c:pt idx="101">
                  <c:v>51</c:v>
                </c:pt>
                <c:pt idx="102">
                  <c:v>52</c:v>
                </c:pt>
                <c:pt idx="103">
                  <c:v>53</c:v>
                </c:pt>
                <c:pt idx="104">
                  <c:v>54</c:v>
                </c:pt>
                <c:pt idx="105">
                  <c:v>55</c:v>
                </c:pt>
                <c:pt idx="106">
                  <c:v>56</c:v>
                </c:pt>
                <c:pt idx="107">
                  <c:v>57</c:v>
                </c:pt>
                <c:pt idx="108">
                  <c:v>58</c:v>
                </c:pt>
                <c:pt idx="109">
                  <c:v>59</c:v>
                </c:pt>
                <c:pt idx="110">
                  <c:v>60</c:v>
                </c:pt>
                <c:pt idx="111">
                  <c:v>61</c:v>
                </c:pt>
                <c:pt idx="112">
                  <c:v>62</c:v>
                </c:pt>
                <c:pt idx="113">
                  <c:v>63</c:v>
                </c:pt>
                <c:pt idx="114">
                  <c:v>64</c:v>
                </c:pt>
                <c:pt idx="115">
                  <c:v>65</c:v>
                </c:pt>
                <c:pt idx="116">
                  <c:v>66</c:v>
                </c:pt>
                <c:pt idx="117">
                  <c:v>67</c:v>
                </c:pt>
                <c:pt idx="118">
                  <c:v>68</c:v>
                </c:pt>
                <c:pt idx="119">
                  <c:v>69</c:v>
                </c:pt>
                <c:pt idx="120">
                  <c:v>70</c:v>
                </c:pt>
                <c:pt idx="121">
                  <c:v>71</c:v>
                </c:pt>
                <c:pt idx="122">
                  <c:v>72</c:v>
                </c:pt>
                <c:pt idx="123">
                  <c:v>73</c:v>
                </c:pt>
                <c:pt idx="124">
                  <c:v>74</c:v>
                </c:pt>
                <c:pt idx="125">
                  <c:v>75</c:v>
                </c:pt>
                <c:pt idx="126">
                  <c:v>76</c:v>
                </c:pt>
                <c:pt idx="127">
                  <c:v>77</c:v>
                </c:pt>
                <c:pt idx="128">
                  <c:v>78</c:v>
                </c:pt>
                <c:pt idx="129">
                  <c:v>79</c:v>
                </c:pt>
                <c:pt idx="130">
                  <c:v>80</c:v>
                </c:pt>
                <c:pt idx="131">
                  <c:v>81</c:v>
                </c:pt>
                <c:pt idx="132">
                  <c:v>82</c:v>
                </c:pt>
                <c:pt idx="133">
                  <c:v>83</c:v>
                </c:pt>
                <c:pt idx="134">
                  <c:v>84</c:v>
                </c:pt>
                <c:pt idx="135">
                  <c:v>85</c:v>
                </c:pt>
                <c:pt idx="136">
                  <c:v>86</c:v>
                </c:pt>
                <c:pt idx="137">
                  <c:v>87</c:v>
                </c:pt>
                <c:pt idx="138">
                  <c:v>88</c:v>
                </c:pt>
                <c:pt idx="139">
                  <c:v>89</c:v>
                </c:pt>
                <c:pt idx="140">
                  <c:v>90</c:v>
                </c:pt>
                <c:pt idx="141">
                  <c:v>91</c:v>
                </c:pt>
                <c:pt idx="142">
                  <c:v>92</c:v>
                </c:pt>
                <c:pt idx="143">
                  <c:v>93</c:v>
                </c:pt>
                <c:pt idx="144">
                  <c:v>94</c:v>
                </c:pt>
                <c:pt idx="145">
                  <c:v>95</c:v>
                </c:pt>
                <c:pt idx="146">
                  <c:v>96</c:v>
                </c:pt>
                <c:pt idx="147">
                  <c:v>97</c:v>
                </c:pt>
                <c:pt idx="148">
                  <c:v>98</c:v>
                </c:pt>
                <c:pt idx="149">
                  <c:v>99</c:v>
                </c:pt>
                <c:pt idx="150">
                  <c:v>100</c:v>
                </c:pt>
                <c:pt idx="151">
                  <c:v>101</c:v>
                </c:pt>
                <c:pt idx="152">
                  <c:v>102</c:v>
                </c:pt>
                <c:pt idx="153">
                  <c:v>103</c:v>
                </c:pt>
                <c:pt idx="154">
                  <c:v>104</c:v>
                </c:pt>
                <c:pt idx="155">
                  <c:v>105</c:v>
                </c:pt>
                <c:pt idx="156">
                  <c:v>106</c:v>
                </c:pt>
                <c:pt idx="157">
                  <c:v>107</c:v>
                </c:pt>
                <c:pt idx="158">
                  <c:v>108</c:v>
                </c:pt>
                <c:pt idx="159">
                  <c:v>109</c:v>
                </c:pt>
                <c:pt idx="160">
                  <c:v>110</c:v>
                </c:pt>
                <c:pt idx="161">
                  <c:v>111</c:v>
                </c:pt>
                <c:pt idx="162">
                  <c:v>112</c:v>
                </c:pt>
                <c:pt idx="163">
                  <c:v>113</c:v>
                </c:pt>
                <c:pt idx="164">
                  <c:v>114</c:v>
                </c:pt>
                <c:pt idx="165">
                  <c:v>115</c:v>
                </c:pt>
                <c:pt idx="166">
                  <c:v>116</c:v>
                </c:pt>
                <c:pt idx="167">
                  <c:v>117</c:v>
                </c:pt>
                <c:pt idx="168">
                  <c:v>118</c:v>
                </c:pt>
                <c:pt idx="169">
                  <c:v>119</c:v>
                </c:pt>
                <c:pt idx="170">
                  <c:v>120</c:v>
                </c:pt>
                <c:pt idx="171">
                  <c:v>121</c:v>
                </c:pt>
                <c:pt idx="172">
                  <c:v>122</c:v>
                </c:pt>
                <c:pt idx="173">
                  <c:v>123</c:v>
                </c:pt>
                <c:pt idx="174">
                  <c:v>124</c:v>
                </c:pt>
                <c:pt idx="175">
                  <c:v>125</c:v>
                </c:pt>
                <c:pt idx="176">
                  <c:v>126</c:v>
                </c:pt>
                <c:pt idx="177">
                  <c:v>127</c:v>
                </c:pt>
                <c:pt idx="178">
                  <c:v>128</c:v>
                </c:pt>
                <c:pt idx="179">
                  <c:v>129</c:v>
                </c:pt>
                <c:pt idx="180">
                  <c:v>130</c:v>
                </c:pt>
                <c:pt idx="181">
                  <c:v>131</c:v>
                </c:pt>
                <c:pt idx="182">
                  <c:v>132</c:v>
                </c:pt>
                <c:pt idx="183">
                  <c:v>133</c:v>
                </c:pt>
                <c:pt idx="184">
                  <c:v>134</c:v>
                </c:pt>
                <c:pt idx="185">
                  <c:v>135</c:v>
                </c:pt>
                <c:pt idx="186">
                  <c:v>136</c:v>
                </c:pt>
                <c:pt idx="187">
                  <c:v>137</c:v>
                </c:pt>
                <c:pt idx="188">
                  <c:v>138</c:v>
                </c:pt>
                <c:pt idx="189">
                  <c:v>139</c:v>
                </c:pt>
                <c:pt idx="190">
                  <c:v>140</c:v>
                </c:pt>
                <c:pt idx="191">
                  <c:v>141</c:v>
                </c:pt>
                <c:pt idx="192">
                  <c:v>142</c:v>
                </c:pt>
                <c:pt idx="193">
                  <c:v>143</c:v>
                </c:pt>
                <c:pt idx="194">
                  <c:v>144</c:v>
                </c:pt>
                <c:pt idx="195">
                  <c:v>145</c:v>
                </c:pt>
                <c:pt idx="196">
                  <c:v>146</c:v>
                </c:pt>
                <c:pt idx="197">
                  <c:v>147</c:v>
                </c:pt>
                <c:pt idx="198">
                  <c:v>148</c:v>
                </c:pt>
                <c:pt idx="199">
                  <c:v>149</c:v>
                </c:pt>
                <c:pt idx="200">
                  <c:v>150</c:v>
                </c:pt>
              </c:numCache>
            </c:numRef>
          </c:xVal>
          <c:yVal>
            <c:numRef>
              <c:f>'tmp86'!$F$2:$F$202</c:f>
              <c:numCache>
                <c:formatCode>General</c:formatCode>
                <c:ptCount val="201"/>
                <c:pt idx="0">
                  <c:v>-47.3</c:v>
                </c:pt>
                <c:pt idx="1">
                  <c:v>-46.3</c:v>
                </c:pt>
                <c:pt idx="2">
                  <c:v>-45.3</c:v>
                </c:pt>
                <c:pt idx="3">
                  <c:v>-44.3</c:v>
                </c:pt>
                <c:pt idx="4">
                  <c:v>-43.3</c:v>
                </c:pt>
                <c:pt idx="5">
                  <c:v>-42.3</c:v>
                </c:pt>
                <c:pt idx="6">
                  <c:v>-41.3</c:v>
                </c:pt>
                <c:pt idx="7">
                  <c:v>-40.299999999999997</c:v>
                </c:pt>
                <c:pt idx="8">
                  <c:v>-39.299999999999997</c:v>
                </c:pt>
                <c:pt idx="9">
                  <c:v>-38.299999999999997</c:v>
                </c:pt>
                <c:pt idx="10">
                  <c:v>-37.299999999999997</c:v>
                </c:pt>
                <c:pt idx="11">
                  <c:v>-36.299999999999997</c:v>
                </c:pt>
                <c:pt idx="12">
                  <c:v>-35.299999999999997</c:v>
                </c:pt>
                <c:pt idx="13">
                  <c:v>-34.299999999999997</c:v>
                </c:pt>
                <c:pt idx="14">
                  <c:v>-33.299999999999997</c:v>
                </c:pt>
                <c:pt idx="15">
                  <c:v>-32.299999999999997</c:v>
                </c:pt>
                <c:pt idx="16">
                  <c:v>-31.3</c:v>
                </c:pt>
                <c:pt idx="17">
                  <c:v>-30.3</c:v>
                </c:pt>
                <c:pt idx="18">
                  <c:v>-29.3</c:v>
                </c:pt>
                <c:pt idx="19">
                  <c:v>-28.3</c:v>
                </c:pt>
                <c:pt idx="20">
                  <c:v>-27.3</c:v>
                </c:pt>
                <c:pt idx="21">
                  <c:v>-26.3</c:v>
                </c:pt>
                <c:pt idx="22">
                  <c:v>-25.3</c:v>
                </c:pt>
                <c:pt idx="23">
                  <c:v>-24.3</c:v>
                </c:pt>
                <c:pt idx="24">
                  <c:v>-23.3</c:v>
                </c:pt>
                <c:pt idx="25">
                  <c:v>-22.3</c:v>
                </c:pt>
                <c:pt idx="26">
                  <c:v>-21.3</c:v>
                </c:pt>
                <c:pt idx="27">
                  <c:v>-20.3</c:v>
                </c:pt>
                <c:pt idx="28">
                  <c:v>-19.3</c:v>
                </c:pt>
                <c:pt idx="29">
                  <c:v>-18.3</c:v>
                </c:pt>
                <c:pt idx="30">
                  <c:v>-17.3</c:v>
                </c:pt>
                <c:pt idx="31">
                  <c:v>-16.3</c:v>
                </c:pt>
                <c:pt idx="32">
                  <c:v>-15.3</c:v>
                </c:pt>
                <c:pt idx="33">
                  <c:v>-14.3</c:v>
                </c:pt>
                <c:pt idx="34">
                  <c:v>-13.3</c:v>
                </c:pt>
                <c:pt idx="35">
                  <c:v>-12.3</c:v>
                </c:pt>
                <c:pt idx="36">
                  <c:v>-11.3</c:v>
                </c:pt>
                <c:pt idx="37">
                  <c:v>-10.3</c:v>
                </c:pt>
                <c:pt idx="38">
                  <c:v>-9.3000000000000007</c:v>
                </c:pt>
                <c:pt idx="39">
                  <c:v>-8.3000000000000007</c:v>
                </c:pt>
                <c:pt idx="40">
                  <c:v>-7.3</c:v>
                </c:pt>
                <c:pt idx="41">
                  <c:v>-6.3</c:v>
                </c:pt>
                <c:pt idx="42">
                  <c:v>-5.3</c:v>
                </c:pt>
                <c:pt idx="43">
                  <c:v>-4.3</c:v>
                </c:pt>
                <c:pt idx="44">
                  <c:v>-3.3</c:v>
                </c:pt>
                <c:pt idx="45">
                  <c:v>-2.2999999999999998</c:v>
                </c:pt>
                <c:pt idx="46">
                  <c:v>-1.2999999999999998</c:v>
                </c:pt>
                <c:pt idx="47">
                  <c:v>-0.29999999999999982</c:v>
                </c:pt>
                <c:pt idx="48">
                  <c:v>0.70000000000000018</c:v>
                </c:pt>
                <c:pt idx="49">
                  <c:v>1.7000000000000002</c:v>
                </c:pt>
                <c:pt idx="50">
                  <c:v>2.7</c:v>
                </c:pt>
                <c:pt idx="51">
                  <c:v>3.7</c:v>
                </c:pt>
                <c:pt idx="52">
                  <c:v>4.7</c:v>
                </c:pt>
                <c:pt idx="53">
                  <c:v>5.7</c:v>
                </c:pt>
                <c:pt idx="54">
                  <c:v>6.7</c:v>
                </c:pt>
                <c:pt idx="55">
                  <c:v>7.7</c:v>
                </c:pt>
                <c:pt idx="56">
                  <c:v>8.6999999999999993</c:v>
                </c:pt>
                <c:pt idx="57">
                  <c:v>9.6999999999999993</c:v>
                </c:pt>
                <c:pt idx="58">
                  <c:v>10.7</c:v>
                </c:pt>
                <c:pt idx="59">
                  <c:v>11.7</c:v>
                </c:pt>
                <c:pt idx="60">
                  <c:v>12.7</c:v>
                </c:pt>
                <c:pt idx="61">
                  <c:v>13.7</c:v>
                </c:pt>
                <c:pt idx="62">
                  <c:v>14.7</c:v>
                </c:pt>
                <c:pt idx="63">
                  <c:v>15.7</c:v>
                </c:pt>
                <c:pt idx="64">
                  <c:v>16.7</c:v>
                </c:pt>
                <c:pt idx="65">
                  <c:v>17.7</c:v>
                </c:pt>
                <c:pt idx="66">
                  <c:v>18.7</c:v>
                </c:pt>
                <c:pt idx="67">
                  <c:v>19.7</c:v>
                </c:pt>
                <c:pt idx="68">
                  <c:v>20.7</c:v>
                </c:pt>
                <c:pt idx="69">
                  <c:v>21.7</c:v>
                </c:pt>
                <c:pt idx="70">
                  <c:v>22.7</c:v>
                </c:pt>
                <c:pt idx="71">
                  <c:v>23.7</c:v>
                </c:pt>
                <c:pt idx="72">
                  <c:v>24.7</c:v>
                </c:pt>
                <c:pt idx="73">
                  <c:v>25.7</c:v>
                </c:pt>
                <c:pt idx="74">
                  <c:v>26.7</c:v>
                </c:pt>
                <c:pt idx="75">
                  <c:v>27.7</c:v>
                </c:pt>
                <c:pt idx="76">
                  <c:v>28.7</c:v>
                </c:pt>
                <c:pt idx="77">
                  <c:v>29.7</c:v>
                </c:pt>
                <c:pt idx="78">
                  <c:v>30.7</c:v>
                </c:pt>
                <c:pt idx="79">
                  <c:v>31.7</c:v>
                </c:pt>
                <c:pt idx="80">
                  <c:v>32.700000000000003</c:v>
                </c:pt>
                <c:pt idx="81">
                  <c:v>33.700000000000003</c:v>
                </c:pt>
                <c:pt idx="82">
                  <c:v>34.700000000000003</c:v>
                </c:pt>
                <c:pt idx="83">
                  <c:v>35.700000000000003</c:v>
                </c:pt>
                <c:pt idx="84">
                  <c:v>36.700000000000003</c:v>
                </c:pt>
                <c:pt idx="85">
                  <c:v>37.700000000000003</c:v>
                </c:pt>
                <c:pt idx="86">
                  <c:v>38.700000000000003</c:v>
                </c:pt>
                <c:pt idx="87">
                  <c:v>39.700000000000003</c:v>
                </c:pt>
                <c:pt idx="88">
                  <c:v>40.700000000000003</c:v>
                </c:pt>
                <c:pt idx="89">
                  <c:v>41.7</c:v>
                </c:pt>
                <c:pt idx="90">
                  <c:v>42.7</c:v>
                </c:pt>
                <c:pt idx="91">
                  <c:v>43.7</c:v>
                </c:pt>
                <c:pt idx="92">
                  <c:v>44.7</c:v>
                </c:pt>
                <c:pt idx="93">
                  <c:v>45.7</c:v>
                </c:pt>
                <c:pt idx="94">
                  <c:v>46.7</c:v>
                </c:pt>
                <c:pt idx="95">
                  <c:v>47.7</c:v>
                </c:pt>
                <c:pt idx="96">
                  <c:v>48.7</c:v>
                </c:pt>
                <c:pt idx="97">
                  <c:v>49.7</c:v>
                </c:pt>
                <c:pt idx="98">
                  <c:v>50.7</c:v>
                </c:pt>
                <c:pt idx="99">
                  <c:v>51.7</c:v>
                </c:pt>
                <c:pt idx="100">
                  <c:v>52.7</c:v>
                </c:pt>
                <c:pt idx="101">
                  <c:v>53.7</c:v>
                </c:pt>
                <c:pt idx="102">
                  <c:v>54.7</c:v>
                </c:pt>
                <c:pt idx="103">
                  <c:v>55.7</c:v>
                </c:pt>
                <c:pt idx="104">
                  <c:v>56.7</c:v>
                </c:pt>
                <c:pt idx="105">
                  <c:v>57.7</c:v>
                </c:pt>
                <c:pt idx="106">
                  <c:v>58.7</c:v>
                </c:pt>
                <c:pt idx="107">
                  <c:v>59.7</c:v>
                </c:pt>
                <c:pt idx="108">
                  <c:v>60.7</c:v>
                </c:pt>
                <c:pt idx="109">
                  <c:v>61.7</c:v>
                </c:pt>
                <c:pt idx="110">
                  <c:v>62.7</c:v>
                </c:pt>
                <c:pt idx="111">
                  <c:v>63.7</c:v>
                </c:pt>
                <c:pt idx="112">
                  <c:v>64.7</c:v>
                </c:pt>
                <c:pt idx="113">
                  <c:v>65.7</c:v>
                </c:pt>
                <c:pt idx="114">
                  <c:v>66.7</c:v>
                </c:pt>
                <c:pt idx="115">
                  <c:v>67.7</c:v>
                </c:pt>
                <c:pt idx="116">
                  <c:v>68.7</c:v>
                </c:pt>
                <c:pt idx="117">
                  <c:v>69.7</c:v>
                </c:pt>
                <c:pt idx="118">
                  <c:v>70.7</c:v>
                </c:pt>
                <c:pt idx="119">
                  <c:v>71.7</c:v>
                </c:pt>
                <c:pt idx="120">
                  <c:v>72.7</c:v>
                </c:pt>
                <c:pt idx="121">
                  <c:v>73.7</c:v>
                </c:pt>
                <c:pt idx="122">
                  <c:v>74.7</c:v>
                </c:pt>
                <c:pt idx="123">
                  <c:v>75.7</c:v>
                </c:pt>
                <c:pt idx="124">
                  <c:v>76.7</c:v>
                </c:pt>
                <c:pt idx="125">
                  <c:v>77.7</c:v>
                </c:pt>
                <c:pt idx="126">
                  <c:v>78.7</c:v>
                </c:pt>
                <c:pt idx="127">
                  <c:v>79.7</c:v>
                </c:pt>
                <c:pt idx="128">
                  <c:v>80.7</c:v>
                </c:pt>
                <c:pt idx="129">
                  <c:v>81.7</c:v>
                </c:pt>
                <c:pt idx="130">
                  <c:v>82.7</c:v>
                </c:pt>
                <c:pt idx="131">
                  <c:v>83.7</c:v>
                </c:pt>
                <c:pt idx="132">
                  <c:v>84.7</c:v>
                </c:pt>
                <c:pt idx="133">
                  <c:v>85.7</c:v>
                </c:pt>
                <c:pt idx="134">
                  <c:v>86.7</c:v>
                </c:pt>
                <c:pt idx="135">
                  <c:v>87.7</c:v>
                </c:pt>
                <c:pt idx="136">
                  <c:v>88.7</c:v>
                </c:pt>
                <c:pt idx="137">
                  <c:v>89.7</c:v>
                </c:pt>
                <c:pt idx="138">
                  <c:v>90.7</c:v>
                </c:pt>
                <c:pt idx="139">
                  <c:v>91.7</c:v>
                </c:pt>
                <c:pt idx="140">
                  <c:v>92.7</c:v>
                </c:pt>
                <c:pt idx="141">
                  <c:v>93.7</c:v>
                </c:pt>
                <c:pt idx="142">
                  <c:v>94.7</c:v>
                </c:pt>
                <c:pt idx="143">
                  <c:v>95.7</c:v>
                </c:pt>
                <c:pt idx="144">
                  <c:v>96.7</c:v>
                </c:pt>
                <c:pt idx="145">
                  <c:v>97.7</c:v>
                </c:pt>
                <c:pt idx="146">
                  <c:v>98.7</c:v>
                </c:pt>
                <c:pt idx="147">
                  <c:v>99.7</c:v>
                </c:pt>
                <c:pt idx="148">
                  <c:v>100.7</c:v>
                </c:pt>
                <c:pt idx="149">
                  <c:v>101.7</c:v>
                </c:pt>
                <c:pt idx="150">
                  <c:v>102.7</c:v>
                </c:pt>
                <c:pt idx="151">
                  <c:v>103.7</c:v>
                </c:pt>
                <c:pt idx="152">
                  <c:v>104.7</c:v>
                </c:pt>
                <c:pt idx="153">
                  <c:v>105.7</c:v>
                </c:pt>
                <c:pt idx="154">
                  <c:v>106.7</c:v>
                </c:pt>
                <c:pt idx="155">
                  <c:v>107.7</c:v>
                </c:pt>
                <c:pt idx="156">
                  <c:v>108.7</c:v>
                </c:pt>
                <c:pt idx="157">
                  <c:v>109.7</c:v>
                </c:pt>
                <c:pt idx="158">
                  <c:v>110.7</c:v>
                </c:pt>
                <c:pt idx="159">
                  <c:v>111.7</c:v>
                </c:pt>
                <c:pt idx="160">
                  <c:v>112.7</c:v>
                </c:pt>
                <c:pt idx="161">
                  <c:v>113.7</c:v>
                </c:pt>
                <c:pt idx="162">
                  <c:v>114.7</c:v>
                </c:pt>
                <c:pt idx="163">
                  <c:v>115.7</c:v>
                </c:pt>
                <c:pt idx="164">
                  <c:v>116.7</c:v>
                </c:pt>
                <c:pt idx="165">
                  <c:v>117.7</c:v>
                </c:pt>
                <c:pt idx="166">
                  <c:v>118.7</c:v>
                </c:pt>
                <c:pt idx="167">
                  <c:v>119.7</c:v>
                </c:pt>
                <c:pt idx="168">
                  <c:v>120.7</c:v>
                </c:pt>
                <c:pt idx="169">
                  <c:v>121.7</c:v>
                </c:pt>
                <c:pt idx="170">
                  <c:v>122.7</c:v>
                </c:pt>
                <c:pt idx="171">
                  <c:v>123.7</c:v>
                </c:pt>
                <c:pt idx="172">
                  <c:v>124.7</c:v>
                </c:pt>
                <c:pt idx="173">
                  <c:v>125.7</c:v>
                </c:pt>
                <c:pt idx="174">
                  <c:v>126.7</c:v>
                </c:pt>
                <c:pt idx="175">
                  <c:v>127.7</c:v>
                </c:pt>
                <c:pt idx="176">
                  <c:v>128.69999999999999</c:v>
                </c:pt>
                <c:pt idx="177">
                  <c:v>129.69999999999999</c:v>
                </c:pt>
                <c:pt idx="178">
                  <c:v>130.69999999999999</c:v>
                </c:pt>
                <c:pt idx="179">
                  <c:v>131.69999999999999</c:v>
                </c:pt>
                <c:pt idx="180">
                  <c:v>132.69999999999999</c:v>
                </c:pt>
                <c:pt idx="181">
                  <c:v>133.69999999999999</c:v>
                </c:pt>
                <c:pt idx="182">
                  <c:v>134.69999999999999</c:v>
                </c:pt>
                <c:pt idx="183">
                  <c:v>135.69999999999999</c:v>
                </c:pt>
                <c:pt idx="184">
                  <c:v>136.69999999999999</c:v>
                </c:pt>
                <c:pt idx="185">
                  <c:v>137.69999999999999</c:v>
                </c:pt>
                <c:pt idx="186">
                  <c:v>138.69999999999999</c:v>
                </c:pt>
                <c:pt idx="187">
                  <c:v>139.69999999999999</c:v>
                </c:pt>
                <c:pt idx="188">
                  <c:v>140.69999999999999</c:v>
                </c:pt>
                <c:pt idx="189">
                  <c:v>141.69999999999999</c:v>
                </c:pt>
                <c:pt idx="190">
                  <c:v>142.69999999999999</c:v>
                </c:pt>
                <c:pt idx="191">
                  <c:v>143.69999999999999</c:v>
                </c:pt>
                <c:pt idx="192">
                  <c:v>144.69999999999999</c:v>
                </c:pt>
                <c:pt idx="193">
                  <c:v>145.69999999999999</c:v>
                </c:pt>
                <c:pt idx="194">
                  <c:v>146.69999999999999</c:v>
                </c:pt>
                <c:pt idx="195">
                  <c:v>147.69999999999999</c:v>
                </c:pt>
                <c:pt idx="196">
                  <c:v>148.69999999999999</c:v>
                </c:pt>
                <c:pt idx="197">
                  <c:v>149.69999999999999</c:v>
                </c:pt>
                <c:pt idx="198">
                  <c:v>150.69999999999999</c:v>
                </c:pt>
                <c:pt idx="199">
                  <c:v>151.69999999999999</c:v>
                </c:pt>
                <c:pt idx="200">
                  <c:v>152.69999999999999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0573-42D5-AC30-136473A35E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52020560"/>
        <c:axId val="952018640"/>
      </c:scatterChart>
      <c:valAx>
        <c:axId val="952020560"/>
        <c:scaling>
          <c:orientation val="minMax"/>
          <c:max val="150"/>
          <c:min val="-5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Input</a:t>
                </a:r>
                <a:r>
                  <a:rPr lang="en-GB" baseline="0"/>
                  <a:t> Temperature, C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2018640"/>
        <c:crosses val="autoZero"/>
        <c:crossBetween val="midCat"/>
      </c:valAx>
      <c:valAx>
        <c:axId val="952018640"/>
        <c:scaling>
          <c:orientation val="minMax"/>
          <c:max val="150"/>
          <c:min val="-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OUtput Temperature, C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202056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Simple Conversion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Sheet3!$A$1:$A$201</c:f>
              <c:numCache>
                <c:formatCode>General</c:formatCode>
                <c:ptCount val="201"/>
                <c:pt idx="0">
                  <c:v>-50</c:v>
                </c:pt>
                <c:pt idx="1">
                  <c:v>-49</c:v>
                </c:pt>
                <c:pt idx="2">
                  <c:v>-48</c:v>
                </c:pt>
                <c:pt idx="3">
                  <c:v>-47</c:v>
                </c:pt>
                <c:pt idx="4">
                  <c:v>-46</c:v>
                </c:pt>
                <c:pt idx="5">
                  <c:v>-45</c:v>
                </c:pt>
                <c:pt idx="6">
                  <c:v>-44</c:v>
                </c:pt>
                <c:pt idx="7">
                  <c:v>-43</c:v>
                </c:pt>
                <c:pt idx="8">
                  <c:v>-42</c:v>
                </c:pt>
                <c:pt idx="9">
                  <c:v>-41</c:v>
                </c:pt>
                <c:pt idx="10">
                  <c:v>-40</c:v>
                </c:pt>
                <c:pt idx="11">
                  <c:v>-39</c:v>
                </c:pt>
                <c:pt idx="12">
                  <c:v>-38</c:v>
                </c:pt>
                <c:pt idx="13">
                  <c:v>-37</c:v>
                </c:pt>
                <c:pt idx="14">
                  <c:v>-36</c:v>
                </c:pt>
                <c:pt idx="15">
                  <c:v>-35</c:v>
                </c:pt>
                <c:pt idx="16">
                  <c:v>-34</c:v>
                </c:pt>
                <c:pt idx="17">
                  <c:v>-33</c:v>
                </c:pt>
                <c:pt idx="18">
                  <c:v>-32</c:v>
                </c:pt>
                <c:pt idx="19">
                  <c:v>-31</c:v>
                </c:pt>
                <c:pt idx="20">
                  <c:v>-30</c:v>
                </c:pt>
                <c:pt idx="21">
                  <c:v>-29</c:v>
                </c:pt>
                <c:pt idx="22">
                  <c:v>-28</c:v>
                </c:pt>
                <c:pt idx="23">
                  <c:v>-27</c:v>
                </c:pt>
                <c:pt idx="24">
                  <c:v>-26</c:v>
                </c:pt>
                <c:pt idx="25">
                  <c:v>-25</c:v>
                </c:pt>
                <c:pt idx="26">
                  <c:v>-24</c:v>
                </c:pt>
                <c:pt idx="27">
                  <c:v>-23</c:v>
                </c:pt>
                <c:pt idx="28">
                  <c:v>-22</c:v>
                </c:pt>
                <c:pt idx="29">
                  <c:v>-21</c:v>
                </c:pt>
                <c:pt idx="30">
                  <c:v>-20</c:v>
                </c:pt>
                <c:pt idx="31">
                  <c:v>-19</c:v>
                </c:pt>
                <c:pt idx="32">
                  <c:v>-18</c:v>
                </c:pt>
                <c:pt idx="33">
                  <c:v>-17</c:v>
                </c:pt>
                <c:pt idx="34">
                  <c:v>-16</c:v>
                </c:pt>
                <c:pt idx="35">
                  <c:v>-15</c:v>
                </c:pt>
                <c:pt idx="36">
                  <c:v>-14</c:v>
                </c:pt>
                <c:pt idx="37">
                  <c:v>-13</c:v>
                </c:pt>
                <c:pt idx="38">
                  <c:v>-12</c:v>
                </c:pt>
                <c:pt idx="39">
                  <c:v>-11</c:v>
                </c:pt>
                <c:pt idx="40">
                  <c:v>-10</c:v>
                </c:pt>
                <c:pt idx="41">
                  <c:v>-9</c:v>
                </c:pt>
                <c:pt idx="42">
                  <c:v>-8</c:v>
                </c:pt>
                <c:pt idx="43">
                  <c:v>-7</c:v>
                </c:pt>
                <c:pt idx="44">
                  <c:v>-6</c:v>
                </c:pt>
                <c:pt idx="45">
                  <c:v>-5</c:v>
                </c:pt>
                <c:pt idx="46">
                  <c:v>-4</c:v>
                </c:pt>
                <c:pt idx="47">
                  <c:v>-3</c:v>
                </c:pt>
                <c:pt idx="48">
                  <c:v>-2</c:v>
                </c:pt>
                <c:pt idx="49">
                  <c:v>-1</c:v>
                </c:pt>
                <c:pt idx="50">
                  <c:v>0</c:v>
                </c:pt>
                <c:pt idx="51">
                  <c:v>1</c:v>
                </c:pt>
                <c:pt idx="52">
                  <c:v>2</c:v>
                </c:pt>
                <c:pt idx="53">
                  <c:v>3</c:v>
                </c:pt>
                <c:pt idx="54">
                  <c:v>4</c:v>
                </c:pt>
                <c:pt idx="55">
                  <c:v>5</c:v>
                </c:pt>
                <c:pt idx="56">
                  <c:v>6</c:v>
                </c:pt>
                <c:pt idx="57">
                  <c:v>7</c:v>
                </c:pt>
                <c:pt idx="58">
                  <c:v>8</c:v>
                </c:pt>
                <c:pt idx="59">
                  <c:v>9</c:v>
                </c:pt>
                <c:pt idx="60">
                  <c:v>10</c:v>
                </c:pt>
                <c:pt idx="61">
                  <c:v>11</c:v>
                </c:pt>
                <c:pt idx="62">
                  <c:v>12</c:v>
                </c:pt>
                <c:pt idx="63">
                  <c:v>13</c:v>
                </c:pt>
                <c:pt idx="64">
                  <c:v>14</c:v>
                </c:pt>
                <c:pt idx="65">
                  <c:v>15</c:v>
                </c:pt>
                <c:pt idx="66">
                  <c:v>16</c:v>
                </c:pt>
                <c:pt idx="67">
                  <c:v>17</c:v>
                </c:pt>
                <c:pt idx="68">
                  <c:v>18</c:v>
                </c:pt>
                <c:pt idx="69">
                  <c:v>19</c:v>
                </c:pt>
                <c:pt idx="70">
                  <c:v>20</c:v>
                </c:pt>
                <c:pt idx="71">
                  <c:v>21</c:v>
                </c:pt>
                <c:pt idx="72">
                  <c:v>22</c:v>
                </c:pt>
                <c:pt idx="73">
                  <c:v>23</c:v>
                </c:pt>
                <c:pt idx="74">
                  <c:v>24</c:v>
                </c:pt>
                <c:pt idx="75">
                  <c:v>25</c:v>
                </c:pt>
                <c:pt idx="76">
                  <c:v>26</c:v>
                </c:pt>
                <c:pt idx="77">
                  <c:v>27</c:v>
                </c:pt>
                <c:pt idx="78">
                  <c:v>28</c:v>
                </c:pt>
                <c:pt idx="79">
                  <c:v>29</c:v>
                </c:pt>
                <c:pt idx="80">
                  <c:v>30</c:v>
                </c:pt>
                <c:pt idx="81">
                  <c:v>31</c:v>
                </c:pt>
                <c:pt idx="82">
                  <c:v>32</c:v>
                </c:pt>
                <c:pt idx="83">
                  <c:v>33</c:v>
                </c:pt>
                <c:pt idx="84">
                  <c:v>34</c:v>
                </c:pt>
                <c:pt idx="85">
                  <c:v>35</c:v>
                </c:pt>
                <c:pt idx="86">
                  <c:v>36</c:v>
                </c:pt>
                <c:pt idx="87">
                  <c:v>37</c:v>
                </c:pt>
                <c:pt idx="88">
                  <c:v>38</c:v>
                </c:pt>
                <c:pt idx="89">
                  <c:v>39</c:v>
                </c:pt>
                <c:pt idx="90">
                  <c:v>40</c:v>
                </c:pt>
                <c:pt idx="91">
                  <c:v>41</c:v>
                </c:pt>
                <c:pt idx="92">
                  <c:v>42</c:v>
                </c:pt>
                <c:pt idx="93">
                  <c:v>43</c:v>
                </c:pt>
                <c:pt idx="94">
                  <c:v>44</c:v>
                </c:pt>
                <c:pt idx="95">
                  <c:v>45</c:v>
                </c:pt>
                <c:pt idx="96">
                  <c:v>46</c:v>
                </c:pt>
                <c:pt idx="97">
                  <c:v>47</c:v>
                </c:pt>
                <c:pt idx="98">
                  <c:v>48</c:v>
                </c:pt>
                <c:pt idx="99">
                  <c:v>49</c:v>
                </c:pt>
                <c:pt idx="100">
                  <c:v>50</c:v>
                </c:pt>
                <c:pt idx="101">
                  <c:v>51</c:v>
                </c:pt>
                <c:pt idx="102">
                  <c:v>52</c:v>
                </c:pt>
                <c:pt idx="103">
                  <c:v>53</c:v>
                </c:pt>
                <c:pt idx="104">
                  <c:v>54</c:v>
                </c:pt>
                <c:pt idx="105">
                  <c:v>55</c:v>
                </c:pt>
                <c:pt idx="106">
                  <c:v>56</c:v>
                </c:pt>
                <c:pt idx="107">
                  <c:v>57</c:v>
                </c:pt>
                <c:pt idx="108">
                  <c:v>58</c:v>
                </c:pt>
                <c:pt idx="109">
                  <c:v>59</c:v>
                </c:pt>
                <c:pt idx="110">
                  <c:v>60</c:v>
                </c:pt>
                <c:pt idx="111">
                  <c:v>61</c:v>
                </c:pt>
                <c:pt idx="112">
                  <c:v>62</c:v>
                </c:pt>
                <c:pt idx="113">
                  <c:v>63</c:v>
                </c:pt>
                <c:pt idx="114">
                  <c:v>64</c:v>
                </c:pt>
                <c:pt idx="115">
                  <c:v>65</c:v>
                </c:pt>
                <c:pt idx="116">
                  <c:v>66</c:v>
                </c:pt>
                <c:pt idx="117">
                  <c:v>67</c:v>
                </c:pt>
                <c:pt idx="118">
                  <c:v>68</c:v>
                </c:pt>
                <c:pt idx="119">
                  <c:v>69</c:v>
                </c:pt>
                <c:pt idx="120">
                  <c:v>70</c:v>
                </c:pt>
                <c:pt idx="121">
                  <c:v>71</c:v>
                </c:pt>
                <c:pt idx="122">
                  <c:v>72</c:v>
                </c:pt>
                <c:pt idx="123">
                  <c:v>73</c:v>
                </c:pt>
                <c:pt idx="124">
                  <c:v>74</c:v>
                </c:pt>
                <c:pt idx="125">
                  <c:v>75</c:v>
                </c:pt>
                <c:pt idx="126">
                  <c:v>76</c:v>
                </c:pt>
                <c:pt idx="127">
                  <c:v>77</c:v>
                </c:pt>
                <c:pt idx="128">
                  <c:v>78</c:v>
                </c:pt>
                <c:pt idx="129">
                  <c:v>79</c:v>
                </c:pt>
                <c:pt idx="130">
                  <c:v>80</c:v>
                </c:pt>
                <c:pt idx="131">
                  <c:v>81</c:v>
                </c:pt>
                <c:pt idx="132">
                  <c:v>82</c:v>
                </c:pt>
                <c:pt idx="133">
                  <c:v>83</c:v>
                </c:pt>
                <c:pt idx="134">
                  <c:v>84</c:v>
                </c:pt>
                <c:pt idx="135">
                  <c:v>85</c:v>
                </c:pt>
                <c:pt idx="136">
                  <c:v>86</c:v>
                </c:pt>
                <c:pt idx="137">
                  <c:v>87</c:v>
                </c:pt>
                <c:pt idx="138">
                  <c:v>88</c:v>
                </c:pt>
                <c:pt idx="139">
                  <c:v>89</c:v>
                </c:pt>
                <c:pt idx="140">
                  <c:v>90</c:v>
                </c:pt>
                <c:pt idx="141">
                  <c:v>91</c:v>
                </c:pt>
                <c:pt idx="142">
                  <c:v>92</c:v>
                </c:pt>
                <c:pt idx="143">
                  <c:v>93</c:v>
                </c:pt>
                <c:pt idx="144">
                  <c:v>94</c:v>
                </c:pt>
                <c:pt idx="145">
                  <c:v>95</c:v>
                </c:pt>
                <c:pt idx="146">
                  <c:v>96</c:v>
                </c:pt>
                <c:pt idx="147">
                  <c:v>97</c:v>
                </c:pt>
                <c:pt idx="148">
                  <c:v>98</c:v>
                </c:pt>
                <c:pt idx="149">
                  <c:v>99</c:v>
                </c:pt>
                <c:pt idx="150">
                  <c:v>100</c:v>
                </c:pt>
                <c:pt idx="151">
                  <c:v>101</c:v>
                </c:pt>
                <c:pt idx="152">
                  <c:v>102</c:v>
                </c:pt>
                <c:pt idx="153">
                  <c:v>103</c:v>
                </c:pt>
                <c:pt idx="154">
                  <c:v>104</c:v>
                </c:pt>
                <c:pt idx="155">
                  <c:v>105</c:v>
                </c:pt>
                <c:pt idx="156">
                  <c:v>106</c:v>
                </c:pt>
                <c:pt idx="157">
                  <c:v>107</c:v>
                </c:pt>
                <c:pt idx="158">
                  <c:v>108</c:v>
                </c:pt>
                <c:pt idx="159">
                  <c:v>109</c:v>
                </c:pt>
                <c:pt idx="160">
                  <c:v>110</c:v>
                </c:pt>
                <c:pt idx="161">
                  <c:v>111</c:v>
                </c:pt>
                <c:pt idx="162">
                  <c:v>112</c:v>
                </c:pt>
                <c:pt idx="163">
                  <c:v>113</c:v>
                </c:pt>
                <c:pt idx="164">
                  <c:v>114</c:v>
                </c:pt>
                <c:pt idx="165">
                  <c:v>115</c:v>
                </c:pt>
                <c:pt idx="166">
                  <c:v>116</c:v>
                </c:pt>
                <c:pt idx="167">
                  <c:v>117</c:v>
                </c:pt>
                <c:pt idx="168">
                  <c:v>118</c:v>
                </c:pt>
                <c:pt idx="169">
                  <c:v>119</c:v>
                </c:pt>
                <c:pt idx="170">
                  <c:v>120</c:v>
                </c:pt>
                <c:pt idx="171">
                  <c:v>121</c:v>
                </c:pt>
                <c:pt idx="172">
                  <c:v>122</c:v>
                </c:pt>
                <c:pt idx="173">
                  <c:v>123</c:v>
                </c:pt>
                <c:pt idx="174">
                  <c:v>124</c:v>
                </c:pt>
                <c:pt idx="175">
                  <c:v>125</c:v>
                </c:pt>
                <c:pt idx="176">
                  <c:v>126</c:v>
                </c:pt>
                <c:pt idx="177">
                  <c:v>127</c:v>
                </c:pt>
                <c:pt idx="178">
                  <c:v>128</c:v>
                </c:pt>
                <c:pt idx="179">
                  <c:v>129</c:v>
                </c:pt>
                <c:pt idx="180">
                  <c:v>130</c:v>
                </c:pt>
                <c:pt idx="181">
                  <c:v>131</c:v>
                </c:pt>
                <c:pt idx="182">
                  <c:v>132</c:v>
                </c:pt>
                <c:pt idx="183">
                  <c:v>133</c:v>
                </c:pt>
                <c:pt idx="184">
                  <c:v>134</c:v>
                </c:pt>
                <c:pt idx="185">
                  <c:v>135</c:v>
                </c:pt>
                <c:pt idx="186">
                  <c:v>136</c:v>
                </c:pt>
                <c:pt idx="187">
                  <c:v>137</c:v>
                </c:pt>
                <c:pt idx="188">
                  <c:v>138</c:v>
                </c:pt>
                <c:pt idx="189">
                  <c:v>139</c:v>
                </c:pt>
                <c:pt idx="190">
                  <c:v>140</c:v>
                </c:pt>
                <c:pt idx="191">
                  <c:v>141</c:v>
                </c:pt>
                <c:pt idx="192">
                  <c:v>142</c:v>
                </c:pt>
                <c:pt idx="193">
                  <c:v>143</c:v>
                </c:pt>
                <c:pt idx="194">
                  <c:v>144</c:v>
                </c:pt>
                <c:pt idx="195">
                  <c:v>145</c:v>
                </c:pt>
                <c:pt idx="196">
                  <c:v>146</c:v>
                </c:pt>
                <c:pt idx="197">
                  <c:v>147</c:v>
                </c:pt>
                <c:pt idx="198">
                  <c:v>148</c:v>
                </c:pt>
                <c:pt idx="199">
                  <c:v>149</c:v>
                </c:pt>
                <c:pt idx="200">
                  <c:v>150</c:v>
                </c:pt>
              </c:numCache>
            </c:numRef>
          </c:xVal>
          <c:yVal>
            <c:numRef>
              <c:f>Sheet3!$C$1:$C$201</c:f>
              <c:numCache>
                <c:formatCode>General</c:formatCode>
                <c:ptCount val="201"/>
                <c:pt idx="0">
                  <c:v>-50.823045267489711</c:v>
                </c:pt>
                <c:pt idx="1">
                  <c:v>-50</c:v>
                </c:pt>
                <c:pt idx="2">
                  <c:v>-49.176954732510289</c:v>
                </c:pt>
                <c:pt idx="3">
                  <c:v>-48.353909465020571</c:v>
                </c:pt>
                <c:pt idx="4">
                  <c:v>-47.53086419753086</c:v>
                </c:pt>
                <c:pt idx="5">
                  <c:v>-46.707818930041149</c:v>
                </c:pt>
                <c:pt idx="6">
                  <c:v>-45.884773662551439</c:v>
                </c:pt>
                <c:pt idx="7">
                  <c:v>-45.061728395061728</c:v>
                </c:pt>
                <c:pt idx="8">
                  <c:v>-44.147233653406488</c:v>
                </c:pt>
                <c:pt idx="9">
                  <c:v>-43.232738911751255</c:v>
                </c:pt>
                <c:pt idx="10">
                  <c:v>-42.226794695930494</c:v>
                </c:pt>
                <c:pt idx="11">
                  <c:v>-41.312299954275261</c:v>
                </c:pt>
                <c:pt idx="12">
                  <c:v>-40.306355738454499</c:v>
                </c:pt>
                <c:pt idx="13">
                  <c:v>-39.391860996799267</c:v>
                </c:pt>
                <c:pt idx="14">
                  <c:v>-38.477366255144034</c:v>
                </c:pt>
                <c:pt idx="15">
                  <c:v>-37.471422039323272</c:v>
                </c:pt>
                <c:pt idx="16">
                  <c:v>-36.55692729766804</c:v>
                </c:pt>
                <c:pt idx="17">
                  <c:v>-35.550983081847278</c:v>
                </c:pt>
                <c:pt idx="18">
                  <c:v>-34.636488340192045</c:v>
                </c:pt>
                <c:pt idx="19">
                  <c:v>-33.721993598536805</c:v>
                </c:pt>
                <c:pt idx="20">
                  <c:v>-32.716049382716051</c:v>
                </c:pt>
                <c:pt idx="21">
                  <c:v>-31.801554641060811</c:v>
                </c:pt>
                <c:pt idx="22">
                  <c:v>-30.795610425240053</c:v>
                </c:pt>
                <c:pt idx="23">
                  <c:v>-29.881115683584817</c:v>
                </c:pt>
                <c:pt idx="24">
                  <c:v>-28.875171467764059</c:v>
                </c:pt>
                <c:pt idx="25">
                  <c:v>-27.960676726108822</c:v>
                </c:pt>
                <c:pt idx="26">
                  <c:v>-26.954732510288064</c:v>
                </c:pt>
                <c:pt idx="27">
                  <c:v>-26.040237768632828</c:v>
                </c:pt>
                <c:pt idx="28">
                  <c:v>-25.03429355281207</c:v>
                </c:pt>
                <c:pt idx="29">
                  <c:v>-24.119798811156834</c:v>
                </c:pt>
                <c:pt idx="30">
                  <c:v>-23.113854595336075</c:v>
                </c:pt>
                <c:pt idx="31">
                  <c:v>-22.107910379515317</c:v>
                </c:pt>
                <c:pt idx="32">
                  <c:v>-21.193415637860081</c:v>
                </c:pt>
                <c:pt idx="33">
                  <c:v>-20.187471422039323</c:v>
                </c:pt>
                <c:pt idx="34">
                  <c:v>-19.272976680384087</c:v>
                </c:pt>
                <c:pt idx="35">
                  <c:v>-18.267032464563329</c:v>
                </c:pt>
                <c:pt idx="36">
                  <c:v>-17.352537722908092</c:v>
                </c:pt>
                <c:pt idx="37">
                  <c:v>-16.346593507087334</c:v>
                </c:pt>
                <c:pt idx="38">
                  <c:v>-15.340649291266574</c:v>
                </c:pt>
                <c:pt idx="39">
                  <c:v>-14.42615454961134</c:v>
                </c:pt>
                <c:pt idx="40">
                  <c:v>-13.42021033379058</c:v>
                </c:pt>
                <c:pt idx="41">
                  <c:v>-12.505715592135344</c:v>
                </c:pt>
                <c:pt idx="42">
                  <c:v>-11.499771376314586</c:v>
                </c:pt>
                <c:pt idx="43">
                  <c:v>-10.493827160493826</c:v>
                </c:pt>
                <c:pt idx="44">
                  <c:v>-9.4878829446730677</c:v>
                </c:pt>
                <c:pt idx="45">
                  <c:v>-8.5733882030178314</c:v>
                </c:pt>
                <c:pt idx="46">
                  <c:v>-7.5674439871970733</c:v>
                </c:pt>
                <c:pt idx="47">
                  <c:v>-6.5614997713763143</c:v>
                </c:pt>
                <c:pt idx="48">
                  <c:v>-5.647005029721079</c:v>
                </c:pt>
                <c:pt idx="49">
                  <c:v>-4.64106081390032</c:v>
                </c:pt>
                <c:pt idx="50">
                  <c:v>-3.635116598079561</c:v>
                </c:pt>
                <c:pt idx="51">
                  <c:v>-2.629172382258802</c:v>
                </c:pt>
                <c:pt idx="52">
                  <c:v>-1.7146776406035664</c:v>
                </c:pt>
                <c:pt idx="53">
                  <c:v>-0.70873342478280743</c:v>
                </c:pt>
                <c:pt idx="54">
                  <c:v>0.29721079103795151</c:v>
                </c:pt>
                <c:pt idx="55">
                  <c:v>1.2117055326931869</c:v>
                </c:pt>
                <c:pt idx="56">
                  <c:v>2.2176497485139461</c:v>
                </c:pt>
                <c:pt idx="57">
                  <c:v>3.2235939643347051</c:v>
                </c:pt>
                <c:pt idx="58">
                  <c:v>4.2295381801554637</c:v>
                </c:pt>
                <c:pt idx="59">
                  <c:v>5.144032921810699</c:v>
                </c:pt>
                <c:pt idx="60">
                  <c:v>6.149977137631458</c:v>
                </c:pt>
                <c:pt idx="61">
                  <c:v>7.155921353452217</c:v>
                </c:pt>
                <c:pt idx="62">
                  <c:v>8.161865569272976</c:v>
                </c:pt>
                <c:pt idx="63">
                  <c:v>9.0763603109282123</c:v>
                </c:pt>
                <c:pt idx="64">
                  <c:v>10.08230452674897</c:v>
                </c:pt>
                <c:pt idx="65">
                  <c:v>11.08824874256973</c:v>
                </c:pt>
                <c:pt idx="66">
                  <c:v>12.094192958390488</c:v>
                </c:pt>
                <c:pt idx="67">
                  <c:v>13.008687700045725</c:v>
                </c:pt>
                <c:pt idx="68">
                  <c:v>14.014631915866483</c:v>
                </c:pt>
                <c:pt idx="69">
                  <c:v>15.020576131687243</c:v>
                </c:pt>
                <c:pt idx="70">
                  <c:v>16.026520347508001</c:v>
                </c:pt>
                <c:pt idx="71">
                  <c:v>17.032464563328759</c:v>
                </c:pt>
                <c:pt idx="72">
                  <c:v>17.946959304983995</c:v>
                </c:pt>
                <c:pt idx="73">
                  <c:v>18.952903520804753</c:v>
                </c:pt>
                <c:pt idx="74">
                  <c:v>19.958847736625515</c:v>
                </c:pt>
                <c:pt idx="75">
                  <c:v>20.964791952446273</c:v>
                </c:pt>
                <c:pt idx="76">
                  <c:v>21.970736168267031</c:v>
                </c:pt>
                <c:pt idx="77">
                  <c:v>22.885230909922267</c:v>
                </c:pt>
                <c:pt idx="78">
                  <c:v>23.891175125743025</c:v>
                </c:pt>
                <c:pt idx="79">
                  <c:v>24.897119341563783</c:v>
                </c:pt>
                <c:pt idx="80">
                  <c:v>25.903063557384545</c:v>
                </c:pt>
                <c:pt idx="81">
                  <c:v>26.909007773205303</c:v>
                </c:pt>
                <c:pt idx="82">
                  <c:v>27.823502514860539</c:v>
                </c:pt>
                <c:pt idx="83">
                  <c:v>28.829446730681298</c:v>
                </c:pt>
                <c:pt idx="84">
                  <c:v>29.835390946502056</c:v>
                </c:pt>
                <c:pt idx="85">
                  <c:v>30.841335162322814</c:v>
                </c:pt>
                <c:pt idx="86">
                  <c:v>31.847279378143575</c:v>
                </c:pt>
                <c:pt idx="87">
                  <c:v>32.85322359396433</c:v>
                </c:pt>
                <c:pt idx="88">
                  <c:v>33.859167809785092</c:v>
                </c:pt>
                <c:pt idx="89">
                  <c:v>34.865112025605853</c:v>
                </c:pt>
                <c:pt idx="90">
                  <c:v>35.871056241426608</c:v>
                </c:pt>
                <c:pt idx="91">
                  <c:v>36.87700045724737</c:v>
                </c:pt>
                <c:pt idx="92">
                  <c:v>37.882944673068131</c:v>
                </c:pt>
                <c:pt idx="93">
                  <c:v>38.888888888888886</c:v>
                </c:pt>
                <c:pt idx="94">
                  <c:v>39.894833104709647</c:v>
                </c:pt>
                <c:pt idx="95">
                  <c:v>40.900777320530402</c:v>
                </c:pt>
                <c:pt idx="96">
                  <c:v>41.906721536351164</c:v>
                </c:pt>
                <c:pt idx="97">
                  <c:v>42.912665752171925</c:v>
                </c:pt>
                <c:pt idx="98">
                  <c:v>43.91860996799268</c:v>
                </c:pt>
                <c:pt idx="99">
                  <c:v>44.924554183813441</c:v>
                </c:pt>
                <c:pt idx="100">
                  <c:v>45.930498399634203</c:v>
                </c:pt>
                <c:pt idx="101">
                  <c:v>46.936442615454958</c:v>
                </c:pt>
                <c:pt idx="102">
                  <c:v>47.942386831275719</c:v>
                </c:pt>
                <c:pt idx="103">
                  <c:v>48.948331047096474</c:v>
                </c:pt>
                <c:pt idx="104">
                  <c:v>49.954275262917236</c:v>
                </c:pt>
                <c:pt idx="105">
                  <c:v>50.960219478737997</c:v>
                </c:pt>
                <c:pt idx="106">
                  <c:v>51.966163694558752</c:v>
                </c:pt>
                <c:pt idx="107">
                  <c:v>52.972107910379513</c:v>
                </c:pt>
                <c:pt idx="108">
                  <c:v>53.978052126200275</c:v>
                </c:pt>
                <c:pt idx="109">
                  <c:v>54.98399634202103</c:v>
                </c:pt>
                <c:pt idx="110">
                  <c:v>55.989940557841791</c:v>
                </c:pt>
                <c:pt idx="111">
                  <c:v>57.087334247828075</c:v>
                </c:pt>
                <c:pt idx="112">
                  <c:v>58.093278463648829</c:v>
                </c:pt>
                <c:pt idx="113">
                  <c:v>59.099222679469591</c:v>
                </c:pt>
                <c:pt idx="114">
                  <c:v>60.105166895290353</c:v>
                </c:pt>
                <c:pt idx="115">
                  <c:v>61.202560585276629</c:v>
                </c:pt>
                <c:pt idx="116">
                  <c:v>62.208504801097391</c:v>
                </c:pt>
                <c:pt idx="117">
                  <c:v>63.214449016918152</c:v>
                </c:pt>
                <c:pt idx="118">
                  <c:v>64.220393232738914</c:v>
                </c:pt>
                <c:pt idx="119">
                  <c:v>65.31778692272519</c:v>
                </c:pt>
                <c:pt idx="120">
                  <c:v>66.323731138545952</c:v>
                </c:pt>
                <c:pt idx="121">
                  <c:v>67.329675354366714</c:v>
                </c:pt>
                <c:pt idx="122">
                  <c:v>68.335619570187475</c:v>
                </c:pt>
                <c:pt idx="123">
                  <c:v>69.433013260173752</c:v>
                </c:pt>
                <c:pt idx="124">
                  <c:v>70.438957475994513</c:v>
                </c:pt>
                <c:pt idx="125">
                  <c:v>71.444901691815275</c:v>
                </c:pt>
                <c:pt idx="126">
                  <c:v>72.450845907636023</c:v>
                </c:pt>
                <c:pt idx="127">
                  <c:v>73.456790123456784</c:v>
                </c:pt>
                <c:pt idx="128">
                  <c:v>74.554183813443075</c:v>
                </c:pt>
                <c:pt idx="129">
                  <c:v>75.560128029263822</c:v>
                </c:pt>
                <c:pt idx="130">
                  <c:v>76.566072245084584</c:v>
                </c:pt>
                <c:pt idx="131">
                  <c:v>77.572016460905346</c:v>
                </c:pt>
                <c:pt idx="132">
                  <c:v>78.577960676726107</c:v>
                </c:pt>
                <c:pt idx="133">
                  <c:v>79.675354366712384</c:v>
                </c:pt>
                <c:pt idx="134">
                  <c:v>80.681298582533145</c:v>
                </c:pt>
                <c:pt idx="135">
                  <c:v>81.687242798353907</c:v>
                </c:pt>
                <c:pt idx="136">
                  <c:v>82.784636488340183</c:v>
                </c:pt>
                <c:pt idx="137">
                  <c:v>83.790580704160945</c:v>
                </c:pt>
                <c:pt idx="138">
                  <c:v>84.796524919981707</c:v>
                </c:pt>
                <c:pt idx="139">
                  <c:v>85.802469135802468</c:v>
                </c:pt>
                <c:pt idx="140">
                  <c:v>86.899862825788745</c:v>
                </c:pt>
                <c:pt idx="141">
                  <c:v>87.905807041609506</c:v>
                </c:pt>
                <c:pt idx="142">
                  <c:v>88.911751257430268</c:v>
                </c:pt>
                <c:pt idx="143">
                  <c:v>90.009144947416544</c:v>
                </c:pt>
                <c:pt idx="144">
                  <c:v>91.015089163237306</c:v>
                </c:pt>
                <c:pt idx="145">
                  <c:v>92.021033379058068</c:v>
                </c:pt>
                <c:pt idx="146">
                  <c:v>93.118427069044344</c:v>
                </c:pt>
                <c:pt idx="147">
                  <c:v>94.124371284865106</c:v>
                </c:pt>
                <c:pt idx="148">
                  <c:v>95.130315500685867</c:v>
                </c:pt>
                <c:pt idx="149">
                  <c:v>96.227709190672144</c:v>
                </c:pt>
                <c:pt idx="150">
                  <c:v>97.233653406492905</c:v>
                </c:pt>
                <c:pt idx="151">
                  <c:v>98.239597622313667</c:v>
                </c:pt>
                <c:pt idx="152">
                  <c:v>99.336991312299944</c:v>
                </c:pt>
                <c:pt idx="153">
                  <c:v>100.34293552812071</c:v>
                </c:pt>
                <c:pt idx="154">
                  <c:v>101.440329218107</c:v>
                </c:pt>
                <c:pt idx="155">
                  <c:v>102.44627343392774</c:v>
                </c:pt>
                <c:pt idx="156">
                  <c:v>103.4522176497485</c:v>
                </c:pt>
                <c:pt idx="157">
                  <c:v>104.5496113397348</c:v>
                </c:pt>
                <c:pt idx="158">
                  <c:v>105.55555555555556</c:v>
                </c:pt>
                <c:pt idx="159">
                  <c:v>106.5614997713763</c:v>
                </c:pt>
                <c:pt idx="160">
                  <c:v>107.6588934613626</c:v>
                </c:pt>
                <c:pt idx="161">
                  <c:v>108.66483767718336</c:v>
                </c:pt>
                <c:pt idx="162">
                  <c:v>109.76223136716963</c:v>
                </c:pt>
                <c:pt idx="163">
                  <c:v>110.76817558299039</c:v>
                </c:pt>
                <c:pt idx="164">
                  <c:v>111.86556927297667</c:v>
                </c:pt>
                <c:pt idx="165">
                  <c:v>112.87151348879743</c:v>
                </c:pt>
                <c:pt idx="166">
                  <c:v>113.96890717878372</c:v>
                </c:pt>
                <c:pt idx="167">
                  <c:v>114.97485139460447</c:v>
                </c:pt>
                <c:pt idx="168">
                  <c:v>116.07224508459076</c:v>
                </c:pt>
                <c:pt idx="169">
                  <c:v>117.07818930041152</c:v>
                </c:pt>
                <c:pt idx="170">
                  <c:v>118.08413351623227</c:v>
                </c:pt>
                <c:pt idx="171">
                  <c:v>119.18152720621856</c:v>
                </c:pt>
                <c:pt idx="172">
                  <c:v>120.27892089620484</c:v>
                </c:pt>
                <c:pt idx="173">
                  <c:v>121.2848651120256</c:v>
                </c:pt>
                <c:pt idx="174">
                  <c:v>122.38225880201188</c:v>
                </c:pt>
                <c:pt idx="175">
                  <c:v>123.38820301783264</c:v>
                </c:pt>
                <c:pt idx="176">
                  <c:v>124.48559670781893</c:v>
                </c:pt>
                <c:pt idx="177">
                  <c:v>125.49154092363969</c:v>
                </c:pt>
                <c:pt idx="178">
                  <c:v>126.58893461362597</c:v>
                </c:pt>
                <c:pt idx="179">
                  <c:v>127.59487882944673</c:v>
                </c:pt>
                <c:pt idx="180">
                  <c:v>128.692272519433</c:v>
                </c:pt>
                <c:pt idx="181">
                  <c:v>129.69821673525377</c:v>
                </c:pt>
                <c:pt idx="182">
                  <c:v>130.79561042524006</c:v>
                </c:pt>
                <c:pt idx="183">
                  <c:v>131.89300411522632</c:v>
                </c:pt>
                <c:pt idx="184">
                  <c:v>132.89894833104708</c:v>
                </c:pt>
                <c:pt idx="185">
                  <c:v>133.99634202103337</c:v>
                </c:pt>
                <c:pt idx="186">
                  <c:v>135.00228623685413</c:v>
                </c:pt>
                <c:pt idx="187">
                  <c:v>136.09967992684042</c:v>
                </c:pt>
                <c:pt idx="188">
                  <c:v>137.19707361682669</c:v>
                </c:pt>
                <c:pt idx="189">
                  <c:v>138.20301783264745</c:v>
                </c:pt>
                <c:pt idx="190">
                  <c:v>139.30041152263374</c:v>
                </c:pt>
                <c:pt idx="191">
                  <c:v>140.39780521262003</c:v>
                </c:pt>
                <c:pt idx="192">
                  <c:v>141.40374942844079</c:v>
                </c:pt>
                <c:pt idx="193">
                  <c:v>142.50114311842705</c:v>
                </c:pt>
                <c:pt idx="194">
                  <c:v>143.59853680841334</c:v>
                </c:pt>
                <c:pt idx="195">
                  <c:v>144.6044810242341</c:v>
                </c:pt>
                <c:pt idx="196">
                  <c:v>145.70187471422039</c:v>
                </c:pt>
                <c:pt idx="197">
                  <c:v>146.79926840420666</c:v>
                </c:pt>
                <c:pt idx="198">
                  <c:v>147.89666209419295</c:v>
                </c:pt>
                <c:pt idx="199">
                  <c:v>148.90260631001371</c:v>
                </c:pt>
                <c:pt idx="200">
                  <c:v>150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6A4-466D-BE5B-FAF475C98622}"/>
            </c:ext>
          </c:extLst>
        </c:ser>
        <c:ser>
          <c:idx val="1"/>
          <c:order val="1"/>
          <c:tx>
            <c:v>Very Simple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Sheet3!$A$1:$A$201</c:f>
              <c:numCache>
                <c:formatCode>General</c:formatCode>
                <c:ptCount val="201"/>
                <c:pt idx="0">
                  <c:v>-50</c:v>
                </c:pt>
                <c:pt idx="1">
                  <c:v>-49</c:v>
                </c:pt>
                <c:pt idx="2">
                  <c:v>-48</c:v>
                </c:pt>
                <c:pt idx="3">
                  <c:v>-47</c:v>
                </c:pt>
                <c:pt idx="4">
                  <c:v>-46</c:v>
                </c:pt>
                <c:pt idx="5">
                  <c:v>-45</c:v>
                </c:pt>
                <c:pt idx="6">
                  <c:v>-44</c:v>
                </c:pt>
                <c:pt idx="7">
                  <c:v>-43</c:v>
                </c:pt>
                <c:pt idx="8">
                  <c:v>-42</c:v>
                </c:pt>
                <c:pt idx="9">
                  <c:v>-41</c:v>
                </c:pt>
                <c:pt idx="10">
                  <c:v>-40</c:v>
                </c:pt>
                <c:pt idx="11">
                  <c:v>-39</c:v>
                </c:pt>
                <c:pt idx="12">
                  <c:v>-38</c:v>
                </c:pt>
                <c:pt idx="13">
                  <c:v>-37</c:v>
                </c:pt>
                <c:pt idx="14">
                  <c:v>-36</c:v>
                </c:pt>
                <c:pt idx="15">
                  <c:v>-35</c:v>
                </c:pt>
                <c:pt idx="16">
                  <c:v>-34</c:v>
                </c:pt>
                <c:pt idx="17">
                  <c:v>-33</c:v>
                </c:pt>
                <c:pt idx="18">
                  <c:v>-32</c:v>
                </c:pt>
                <c:pt idx="19">
                  <c:v>-31</c:v>
                </c:pt>
                <c:pt idx="20">
                  <c:v>-30</c:v>
                </c:pt>
                <c:pt idx="21">
                  <c:v>-29</c:v>
                </c:pt>
                <c:pt idx="22">
                  <c:v>-28</c:v>
                </c:pt>
                <c:pt idx="23">
                  <c:v>-27</c:v>
                </c:pt>
                <c:pt idx="24">
                  <c:v>-26</c:v>
                </c:pt>
                <c:pt idx="25">
                  <c:v>-25</c:v>
                </c:pt>
                <c:pt idx="26">
                  <c:v>-24</c:v>
                </c:pt>
                <c:pt idx="27">
                  <c:v>-23</c:v>
                </c:pt>
                <c:pt idx="28">
                  <c:v>-22</c:v>
                </c:pt>
                <c:pt idx="29">
                  <c:v>-21</c:v>
                </c:pt>
                <c:pt idx="30">
                  <c:v>-20</c:v>
                </c:pt>
                <c:pt idx="31">
                  <c:v>-19</c:v>
                </c:pt>
                <c:pt idx="32">
                  <c:v>-18</c:v>
                </c:pt>
                <c:pt idx="33">
                  <c:v>-17</c:v>
                </c:pt>
                <c:pt idx="34">
                  <c:v>-16</c:v>
                </c:pt>
                <c:pt idx="35">
                  <c:v>-15</c:v>
                </c:pt>
                <c:pt idx="36">
                  <c:v>-14</c:v>
                </c:pt>
                <c:pt idx="37">
                  <c:v>-13</c:v>
                </c:pt>
                <c:pt idx="38">
                  <c:v>-12</c:v>
                </c:pt>
                <c:pt idx="39">
                  <c:v>-11</c:v>
                </c:pt>
                <c:pt idx="40">
                  <c:v>-10</c:v>
                </c:pt>
                <c:pt idx="41">
                  <c:v>-9</c:v>
                </c:pt>
                <c:pt idx="42">
                  <c:v>-8</c:v>
                </c:pt>
                <c:pt idx="43">
                  <c:v>-7</c:v>
                </c:pt>
                <c:pt idx="44">
                  <c:v>-6</c:v>
                </c:pt>
                <c:pt idx="45">
                  <c:v>-5</c:v>
                </c:pt>
                <c:pt idx="46">
                  <c:v>-4</c:v>
                </c:pt>
                <c:pt idx="47">
                  <c:v>-3</c:v>
                </c:pt>
                <c:pt idx="48">
                  <c:v>-2</c:v>
                </c:pt>
                <c:pt idx="49">
                  <c:v>-1</c:v>
                </c:pt>
                <c:pt idx="50">
                  <c:v>0</c:v>
                </c:pt>
                <c:pt idx="51">
                  <c:v>1</c:v>
                </c:pt>
                <c:pt idx="52">
                  <c:v>2</c:v>
                </c:pt>
                <c:pt idx="53">
                  <c:v>3</c:v>
                </c:pt>
                <c:pt idx="54">
                  <c:v>4</c:v>
                </c:pt>
                <c:pt idx="55">
                  <c:v>5</c:v>
                </c:pt>
                <c:pt idx="56">
                  <c:v>6</c:v>
                </c:pt>
                <c:pt idx="57">
                  <c:v>7</c:v>
                </c:pt>
                <c:pt idx="58">
                  <c:v>8</c:v>
                </c:pt>
                <c:pt idx="59">
                  <c:v>9</c:v>
                </c:pt>
                <c:pt idx="60">
                  <c:v>10</c:v>
                </c:pt>
                <c:pt idx="61">
                  <c:v>11</c:v>
                </c:pt>
                <c:pt idx="62">
                  <c:v>12</c:v>
                </c:pt>
                <c:pt idx="63">
                  <c:v>13</c:v>
                </c:pt>
                <c:pt idx="64">
                  <c:v>14</c:v>
                </c:pt>
                <c:pt idx="65">
                  <c:v>15</c:v>
                </c:pt>
                <c:pt idx="66">
                  <c:v>16</c:v>
                </c:pt>
                <c:pt idx="67">
                  <c:v>17</c:v>
                </c:pt>
                <c:pt idx="68">
                  <c:v>18</c:v>
                </c:pt>
                <c:pt idx="69">
                  <c:v>19</c:v>
                </c:pt>
                <c:pt idx="70">
                  <c:v>20</c:v>
                </c:pt>
                <c:pt idx="71">
                  <c:v>21</c:v>
                </c:pt>
                <c:pt idx="72">
                  <c:v>22</c:v>
                </c:pt>
                <c:pt idx="73">
                  <c:v>23</c:v>
                </c:pt>
                <c:pt idx="74">
                  <c:v>24</c:v>
                </c:pt>
                <c:pt idx="75">
                  <c:v>25</c:v>
                </c:pt>
                <c:pt idx="76">
                  <c:v>26</c:v>
                </c:pt>
                <c:pt idx="77">
                  <c:v>27</c:v>
                </c:pt>
                <c:pt idx="78">
                  <c:v>28</c:v>
                </c:pt>
                <c:pt idx="79">
                  <c:v>29</c:v>
                </c:pt>
                <c:pt idx="80">
                  <c:v>30</c:v>
                </c:pt>
                <c:pt idx="81">
                  <c:v>31</c:v>
                </c:pt>
                <c:pt idx="82">
                  <c:v>32</c:v>
                </c:pt>
                <c:pt idx="83">
                  <c:v>33</c:v>
                </c:pt>
                <c:pt idx="84">
                  <c:v>34</c:v>
                </c:pt>
                <c:pt idx="85">
                  <c:v>35</c:v>
                </c:pt>
                <c:pt idx="86">
                  <c:v>36</c:v>
                </c:pt>
                <c:pt idx="87">
                  <c:v>37</c:v>
                </c:pt>
                <c:pt idx="88">
                  <c:v>38</c:v>
                </c:pt>
                <c:pt idx="89">
                  <c:v>39</c:v>
                </c:pt>
                <c:pt idx="90">
                  <c:v>40</c:v>
                </c:pt>
                <c:pt idx="91">
                  <c:v>41</c:v>
                </c:pt>
                <c:pt idx="92">
                  <c:v>42</c:v>
                </c:pt>
                <c:pt idx="93">
                  <c:v>43</c:v>
                </c:pt>
                <c:pt idx="94">
                  <c:v>44</c:v>
                </c:pt>
                <c:pt idx="95">
                  <c:v>45</c:v>
                </c:pt>
                <c:pt idx="96">
                  <c:v>46</c:v>
                </c:pt>
                <c:pt idx="97">
                  <c:v>47</c:v>
                </c:pt>
                <c:pt idx="98">
                  <c:v>48</c:v>
                </c:pt>
                <c:pt idx="99">
                  <c:v>49</c:v>
                </c:pt>
                <c:pt idx="100">
                  <c:v>50</c:v>
                </c:pt>
                <c:pt idx="101">
                  <c:v>51</c:v>
                </c:pt>
                <c:pt idx="102">
                  <c:v>52</c:v>
                </c:pt>
                <c:pt idx="103">
                  <c:v>53</c:v>
                </c:pt>
                <c:pt idx="104">
                  <c:v>54</c:v>
                </c:pt>
                <c:pt idx="105">
                  <c:v>55</c:v>
                </c:pt>
                <c:pt idx="106">
                  <c:v>56</c:v>
                </c:pt>
                <c:pt idx="107">
                  <c:v>57</c:v>
                </c:pt>
                <c:pt idx="108">
                  <c:v>58</c:v>
                </c:pt>
                <c:pt idx="109">
                  <c:v>59</c:v>
                </c:pt>
                <c:pt idx="110">
                  <c:v>60</c:v>
                </c:pt>
                <c:pt idx="111">
                  <c:v>61</c:v>
                </c:pt>
                <c:pt idx="112">
                  <c:v>62</c:v>
                </c:pt>
                <c:pt idx="113">
                  <c:v>63</c:v>
                </c:pt>
                <c:pt idx="114">
                  <c:v>64</c:v>
                </c:pt>
                <c:pt idx="115">
                  <c:v>65</c:v>
                </c:pt>
                <c:pt idx="116">
                  <c:v>66</c:v>
                </c:pt>
                <c:pt idx="117">
                  <c:v>67</c:v>
                </c:pt>
                <c:pt idx="118">
                  <c:v>68</c:v>
                </c:pt>
                <c:pt idx="119">
                  <c:v>69</c:v>
                </c:pt>
                <c:pt idx="120">
                  <c:v>70</c:v>
                </c:pt>
                <c:pt idx="121">
                  <c:v>71</c:v>
                </c:pt>
                <c:pt idx="122">
                  <c:v>72</c:v>
                </c:pt>
                <c:pt idx="123">
                  <c:v>73</c:v>
                </c:pt>
                <c:pt idx="124">
                  <c:v>74</c:v>
                </c:pt>
                <c:pt idx="125">
                  <c:v>75</c:v>
                </c:pt>
                <c:pt idx="126">
                  <c:v>76</c:v>
                </c:pt>
                <c:pt idx="127">
                  <c:v>77</c:v>
                </c:pt>
                <c:pt idx="128">
                  <c:v>78</c:v>
                </c:pt>
                <c:pt idx="129">
                  <c:v>79</c:v>
                </c:pt>
                <c:pt idx="130">
                  <c:v>80</c:v>
                </c:pt>
                <c:pt idx="131">
                  <c:v>81</c:v>
                </c:pt>
                <c:pt idx="132">
                  <c:v>82</c:v>
                </c:pt>
                <c:pt idx="133">
                  <c:v>83</c:v>
                </c:pt>
                <c:pt idx="134">
                  <c:v>84</c:v>
                </c:pt>
                <c:pt idx="135">
                  <c:v>85</c:v>
                </c:pt>
                <c:pt idx="136">
                  <c:v>86</c:v>
                </c:pt>
                <c:pt idx="137">
                  <c:v>87</c:v>
                </c:pt>
                <c:pt idx="138">
                  <c:v>88</c:v>
                </c:pt>
                <c:pt idx="139">
                  <c:v>89</c:v>
                </c:pt>
                <c:pt idx="140">
                  <c:v>90</c:v>
                </c:pt>
                <c:pt idx="141">
                  <c:v>91</c:v>
                </c:pt>
                <c:pt idx="142">
                  <c:v>92</c:v>
                </c:pt>
                <c:pt idx="143">
                  <c:v>93</c:v>
                </c:pt>
                <c:pt idx="144">
                  <c:v>94</c:v>
                </c:pt>
                <c:pt idx="145">
                  <c:v>95</c:v>
                </c:pt>
                <c:pt idx="146">
                  <c:v>96</c:v>
                </c:pt>
                <c:pt idx="147">
                  <c:v>97</c:v>
                </c:pt>
                <c:pt idx="148">
                  <c:v>98</c:v>
                </c:pt>
                <c:pt idx="149">
                  <c:v>99</c:v>
                </c:pt>
                <c:pt idx="150">
                  <c:v>100</c:v>
                </c:pt>
                <c:pt idx="151">
                  <c:v>101</c:v>
                </c:pt>
                <c:pt idx="152">
                  <c:v>102</c:v>
                </c:pt>
                <c:pt idx="153">
                  <c:v>103</c:v>
                </c:pt>
                <c:pt idx="154">
                  <c:v>104</c:v>
                </c:pt>
                <c:pt idx="155">
                  <c:v>105</c:v>
                </c:pt>
                <c:pt idx="156">
                  <c:v>106</c:v>
                </c:pt>
                <c:pt idx="157">
                  <c:v>107</c:v>
                </c:pt>
                <c:pt idx="158">
                  <c:v>108</c:v>
                </c:pt>
                <c:pt idx="159">
                  <c:v>109</c:v>
                </c:pt>
                <c:pt idx="160">
                  <c:v>110</c:v>
                </c:pt>
                <c:pt idx="161">
                  <c:v>111</c:v>
                </c:pt>
                <c:pt idx="162">
                  <c:v>112</c:v>
                </c:pt>
                <c:pt idx="163">
                  <c:v>113</c:v>
                </c:pt>
                <c:pt idx="164">
                  <c:v>114</c:v>
                </c:pt>
                <c:pt idx="165">
                  <c:v>115</c:v>
                </c:pt>
                <c:pt idx="166">
                  <c:v>116</c:v>
                </c:pt>
                <c:pt idx="167">
                  <c:v>117</c:v>
                </c:pt>
                <c:pt idx="168">
                  <c:v>118</c:v>
                </c:pt>
                <c:pt idx="169">
                  <c:v>119</c:v>
                </c:pt>
                <c:pt idx="170">
                  <c:v>120</c:v>
                </c:pt>
                <c:pt idx="171">
                  <c:v>121</c:v>
                </c:pt>
                <c:pt idx="172">
                  <c:v>122</c:v>
                </c:pt>
                <c:pt idx="173">
                  <c:v>123</c:v>
                </c:pt>
                <c:pt idx="174">
                  <c:v>124</c:v>
                </c:pt>
                <c:pt idx="175">
                  <c:v>125</c:v>
                </c:pt>
                <c:pt idx="176">
                  <c:v>126</c:v>
                </c:pt>
                <c:pt idx="177">
                  <c:v>127</c:v>
                </c:pt>
                <c:pt idx="178">
                  <c:v>128</c:v>
                </c:pt>
                <c:pt idx="179">
                  <c:v>129</c:v>
                </c:pt>
                <c:pt idx="180">
                  <c:v>130</c:v>
                </c:pt>
                <c:pt idx="181">
                  <c:v>131</c:v>
                </c:pt>
                <c:pt idx="182">
                  <c:v>132</c:v>
                </c:pt>
                <c:pt idx="183">
                  <c:v>133</c:v>
                </c:pt>
                <c:pt idx="184">
                  <c:v>134</c:v>
                </c:pt>
                <c:pt idx="185">
                  <c:v>135</c:v>
                </c:pt>
                <c:pt idx="186">
                  <c:v>136</c:v>
                </c:pt>
                <c:pt idx="187">
                  <c:v>137</c:v>
                </c:pt>
                <c:pt idx="188">
                  <c:v>138</c:v>
                </c:pt>
                <c:pt idx="189">
                  <c:v>139</c:v>
                </c:pt>
                <c:pt idx="190">
                  <c:v>140</c:v>
                </c:pt>
                <c:pt idx="191">
                  <c:v>141</c:v>
                </c:pt>
                <c:pt idx="192">
                  <c:v>142</c:v>
                </c:pt>
                <c:pt idx="193">
                  <c:v>143</c:v>
                </c:pt>
                <c:pt idx="194">
                  <c:v>144</c:v>
                </c:pt>
                <c:pt idx="195">
                  <c:v>145</c:v>
                </c:pt>
                <c:pt idx="196">
                  <c:v>146</c:v>
                </c:pt>
                <c:pt idx="197">
                  <c:v>147</c:v>
                </c:pt>
                <c:pt idx="198">
                  <c:v>148</c:v>
                </c:pt>
                <c:pt idx="199">
                  <c:v>149</c:v>
                </c:pt>
                <c:pt idx="200">
                  <c:v>150</c:v>
                </c:pt>
              </c:numCache>
            </c:numRef>
          </c:xVal>
          <c:yVal>
            <c:numRef>
              <c:f>Sheet3!$D$1:$D$201</c:f>
              <c:numCache>
                <c:formatCode>General</c:formatCode>
                <c:ptCount val="201"/>
                <c:pt idx="0">
                  <c:v>-51.009174311926607</c:v>
                </c:pt>
                <c:pt idx="1">
                  <c:v>-50.183486238532112</c:v>
                </c:pt>
                <c:pt idx="2">
                  <c:v>-49.357798165137616</c:v>
                </c:pt>
                <c:pt idx="3">
                  <c:v>-48.532110091743121</c:v>
                </c:pt>
                <c:pt idx="4">
                  <c:v>-47.706422018348626</c:v>
                </c:pt>
                <c:pt idx="5">
                  <c:v>-46.88073394495413</c:v>
                </c:pt>
                <c:pt idx="6">
                  <c:v>-46.055045871559635</c:v>
                </c:pt>
                <c:pt idx="7">
                  <c:v>-45.22935779816514</c:v>
                </c:pt>
                <c:pt idx="8">
                  <c:v>-44.311926605504588</c:v>
                </c:pt>
                <c:pt idx="9">
                  <c:v>-43.394495412844037</c:v>
                </c:pt>
                <c:pt idx="10">
                  <c:v>-42.38532110091743</c:v>
                </c:pt>
                <c:pt idx="11">
                  <c:v>-41.467889908256879</c:v>
                </c:pt>
                <c:pt idx="12">
                  <c:v>-40.458715596330272</c:v>
                </c:pt>
                <c:pt idx="13">
                  <c:v>-39.541284403669721</c:v>
                </c:pt>
                <c:pt idx="14">
                  <c:v>-38.62385321100917</c:v>
                </c:pt>
                <c:pt idx="15">
                  <c:v>-37.61467889908257</c:v>
                </c:pt>
                <c:pt idx="16">
                  <c:v>-36.697247706422019</c:v>
                </c:pt>
                <c:pt idx="17">
                  <c:v>-35.688073394495412</c:v>
                </c:pt>
                <c:pt idx="18">
                  <c:v>-34.77064220183486</c:v>
                </c:pt>
                <c:pt idx="19">
                  <c:v>-33.853211009174309</c:v>
                </c:pt>
                <c:pt idx="20">
                  <c:v>-32.844036697247702</c:v>
                </c:pt>
                <c:pt idx="21">
                  <c:v>-31.926605504587155</c:v>
                </c:pt>
                <c:pt idx="22">
                  <c:v>-30.917431192660551</c:v>
                </c:pt>
                <c:pt idx="23">
                  <c:v>-30</c:v>
                </c:pt>
                <c:pt idx="24">
                  <c:v>-28.990825688073393</c:v>
                </c:pt>
                <c:pt idx="25">
                  <c:v>-28.073394495412842</c:v>
                </c:pt>
                <c:pt idx="26">
                  <c:v>-27.064220183486238</c:v>
                </c:pt>
                <c:pt idx="27">
                  <c:v>-26.146788990825687</c:v>
                </c:pt>
                <c:pt idx="28">
                  <c:v>-25.13761467889908</c:v>
                </c:pt>
                <c:pt idx="29">
                  <c:v>-24.220183486238533</c:v>
                </c:pt>
                <c:pt idx="30">
                  <c:v>-23.211009174311926</c:v>
                </c:pt>
                <c:pt idx="31">
                  <c:v>-22.201834862385322</c:v>
                </c:pt>
                <c:pt idx="32">
                  <c:v>-21.284403669724771</c:v>
                </c:pt>
                <c:pt idx="33">
                  <c:v>-20.275229357798164</c:v>
                </c:pt>
                <c:pt idx="34">
                  <c:v>-19.357798165137613</c:v>
                </c:pt>
                <c:pt idx="35">
                  <c:v>-18.348623853211009</c:v>
                </c:pt>
                <c:pt idx="36">
                  <c:v>-17.431192660550458</c:v>
                </c:pt>
                <c:pt idx="37">
                  <c:v>-16.422018348623851</c:v>
                </c:pt>
                <c:pt idx="38">
                  <c:v>-15.412844036697248</c:v>
                </c:pt>
                <c:pt idx="39">
                  <c:v>-14.495412844036696</c:v>
                </c:pt>
                <c:pt idx="40">
                  <c:v>-13.486238532110091</c:v>
                </c:pt>
                <c:pt idx="41">
                  <c:v>-12.56880733944954</c:v>
                </c:pt>
                <c:pt idx="42">
                  <c:v>-11.559633027522935</c:v>
                </c:pt>
                <c:pt idx="43">
                  <c:v>-10.55045871559633</c:v>
                </c:pt>
                <c:pt idx="44">
                  <c:v>-9.5412844036697244</c:v>
                </c:pt>
                <c:pt idx="45">
                  <c:v>-8.6238532110091732</c:v>
                </c:pt>
                <c:pt idx="46">
                  <c:v>-7.6146788990825689</c:v>
                </c:pt>
                <c:pt idx="47">
                  <c:v>-6.6055045871559628</c:v>
                </c:pt>
                <c:pt idx="48">
                  <c:v>-5.6880733944954125</c:v>
                </c:pt>
                <c:pt idx="49">
                  <c:v>-4.6788990825688073</c:v>
                </c:pt>
                <c:pt idx="50">
                  <c:v>-3.6697247706422016</c:v>
                </c:pt>
                <c:pt idx="51">
                  <c:v>-2.6605504587155964</c:v>
                </c:pt>
                <c:pt idx="52">
                  <c:v>-1.7431192660550459</c:v>
                </c:pt>
                <c:pt idx="53">
                  <c:v>-0.7339449541284403</c:v>
                </c:pt>
                <c:pt idx="54">
                  <c:v>0.27522935779816515</c:v>
                </c:pt>
                <c:pt idx="55">
                  <c:v>1.1926605504587156</c:v>
                </c:pt>
                <c:pt idx="56">
                  <c:v>2.2018348623853212</c:v>
                </c:pt>
                <c:pt idx="57">
                  <c:v>3.2110091743119265</c:v>
                </c:pt>
                <c:pt idx="58">
                  <c:v>4.2201834862385317</c:v>
                </c:pt>
                <c:pt idx="59">
                  <c:v>5.137614678899082</c:v>
                </c:pt>
                <c:pt idx="60">
                  <c:v>6.1467889908256881</c:v>
                </c:pt>
                <c:pt idx="61">
                  <c:v>7.1559633027522933</c:v>
                </c:pt>
                <c:pt idx="62">
                  <c:v>8.1651376146788994</c:v>
                </c:pt>
                <c:pt idx="63">
                  <c:v>9.0825688073394488</c:v>
                </c:pt>
                <c:pt idx="64">
                  <c:v>10.091743119266054</c:v>
                </c:pt>
                <c:pt idx="65">
                  <c:v>11.100917431192661</c:v>
                </c:pt>
                <c:pt idx="66">
                  <c:v>12.110091743119266</c:v>
                </c:pt>
                <c:pt idx="67">
                  <c:v>13.027522935779816</c:v>
                </c:pt>
                <c:pt idx="68">
                  <c:v>14.036697247706421</c:v>
                </c:pt>
                <c:pt idx="69">
                  <c:v>15.045871559633028</c:v>
                </c:pt>
                <c:pt idx="70">
                  <c:v>16.055045871559631</c:v>
                </c:pt>
                <c:pt idx="71">
                  <c:v>17.064220183486238</c:v>
                </c:pt>
                <c:pt idx="72">
                  <c:v>17.98165137614679</c:v>
                </c:pt>
                <c:pt idx="73">
                  <c:v>18.990825688073393</c:v>
                </c:pt>
                <c:pt idx="74">
                  <c:v>20</c:v>
                </c:pt>
                <c:pt idx="75">
                  <c:v>21.009174311926603</c:v>
                </c:pt>
                <c:pt idx="76">
                  <c:v>22.01834862385321</c:v>
                </c:pt>
                <c:pt idx="77">
                  <c:v>22.935779816513762</c:v>
                </c:pt>
                <c:pt idx="78">
                  <c:v>23.944954128440365</c:v>
                </c:pt>
                <c:pt idx="79">
                  <c:v>24.954128440366972</c:v>
                </c:pt>
                <c:pt idx="80">
                  <c:v>25.963302752293576</c:v>
                </c:pt>
                <c:pt idx="81">
                  <c:v>26.972477064220183</c:v>
                </c:pt>
                <c:pt idx="82">
                  <c:v>27.889908256880734</c:v>
                </c:pt>
                <c:pt idx="83">
                  <c:v>28.899082568807337</c:v>
                </c:pt>
                <c:pt idx="84">
                  <c:v>29.908256880733944</c:v>
                </c:pt>
                <c:pt idx="85">
                  <c:v>30.917431192660551</c:v>
                </c:pt>
                <c:pt idx="86">
                  <c:v>31.926605504587155</c:v>
                </c:pt>
                <c:pt idx="87">
                  <c:v>32.935779816513758</c:v>
                </c:pt>
                <c:pt idx="88">
                  <c:v>33.944954128440365</c:v>
                </c:pt>
                <c:pt idx="89">
                  <c:v>34.954128440366972</c:v>
                </c:pt>
                <c:pt idx="90">
                  <c:v>35.963302752293579</c:v>
                </c:pt>
                <c:pt idx="91">
                  <c:v>36.972477064220179</c:v>
                </c:pt>
                <c:pt idx="92">
                  <c:v>37.981651376146786</c:v>
                </c:pt>
                <c:pt idx="93">
                  <c:v>38.990825688073393</c:v>
                </c:pt>
                <c:pt idx="94">
                  <c:v>40</c:v>
                </c:pt>
                <c:pt idx="95">
                  <c:v>41.009174311926607</c:v>
                </c:pt>
                <c:pt idx="96">
                  <c:v>42.018348623853207</c:v>
                </c:pt>
                <c:pt idx="97">
                  <c:v>43.027522935779814</c:v>
                </c:pt>
                <c:pt idx="98">
                  <c:v>44.036697247706421</c:v>
                </c:pt>
                <c:pt idx="99">
                  <c:v>45.045871559633028</c:v>
                </c:pt>
                <c:pt idx="100">
                  <c:v>46.055045871559635</c:v>
                </c:pt>
                <c:pt idx="101">
                  <c:v>47.064220183486235</c:v>
                </c:pt>
                <c:pt idx="102">
                  <c:v>48.073394495412842</c:v>
                </c:pt>
                <c:pt idx="103">
                  <c:v>49.082568807339449</c:v>
                </c:pt>
                <c:pt idx="104">
                  <c:v>50.091743119266056</c:v>
                </c:pt>
                <c:pt idx="105">
                  <c:v>51.100917431192656</c:v>
                </c:pt>
                <c:pt idx="106">
                  <c:v>52.110091743119263</c:v>
                </c:pt>
                <c:pt idx="107">
                  <c:v>53.11926605504587</c:v>
                </c:pt>
                <c:pt idx="108">
                  <c:v>54.128440366972477</c:v>
                </c:pt>
                <c:pt idx="109">
                  <c:v>55.137614678899084</c:v>
                </c:pt>
                <c:pt idx="110">
                  <c:v>56.146788990825684</c:v>
                </c:pt>
                <c:pt idx="111">
                  <c:v>57.247706422018346</c:v>
                </c:pt>
                <c:pt idx="112">
                  <c:v>58.256880733944953</c:v>
                </c:pt>
                <c:pt idx="113">
                  <c:v>59.26605504587156</c:v>
                </c:pt>
                <c:pt idx="114">
                  <c:v>60.27522935779816</c:v>
                </c:pt>
                <c:pt idx="115">
                  <c:v>61.376146788990823</c:v>
                </c:pt>
                <c:pt idx="116">
                  <c:v>62.38532110091743</c:v>
                </c:pt>
                <c:pt idx="117">
                  <c:v>63.394495412844037</c:v>
                </c:pt>
                <c:pt idx="118">
                  <c:v>64.403669724770637</c:v>
                </c:pt>
                <c:pt idx="119">
                  <c:v>65.504587155963307</c:v>
                </c:pt>
                <c:pt idx="120">
                  <c:v>66.513761467889907</c:v>
                </c:pt>
                <c:pt idx="121">
                  <c:v>67.522935779816507</c:v>
                </c:pt>
                <c:pt idx="122">
                  <c:v>68.532110091743121</c:v>
                </c:pt>
                <c:pt idx="123">
                  <c:v>69.633027522935777</c:v>
                </c:pt>
                <c:pt idx="124">
                  <c:v>70.642201834862377</c:v>
                </c:pt>
                <c:pt idx="125">
                  <c:v>71.651376146788991</c:v>
                </c:pt>
                <c:pt idx="126">
                  <c:v>72.660550458715591</c:v>
                </c:pt>
                <c:pt idx="127">
                  <c:v>73.669724770642205</c:v>
                </c:pt>
                <c:pt idx="128">
                  <c:v>74.77064220183486</c:v>
                </c:pt>
                <c:pt idx="129">
                  <c:v>75.77981651376146</c:v>
                </c:pt>
                <c:pt idx="130">
                  <c:v>76.788990825688074</c:v>
                </c:pt>
                <c:pt idx="131">
                  <c:v>77.798165137614674</c:v>
                </c:pt>
                <c:pt idx="132">
                  <c:v>78.807339449541288</c:v>
                </c:pt>
                <c:pt idx="133">
                  <c:v>79.908256880733944</c:v>
                </c:pt>
                <c:pt idx="134">
                  <c:v>80.917431192660544</c:v>
                </c:pt>
                <c:pt idx="135">
                  <c:v>81.926605504587158</c:v>
                </c:pt>
                <c:pt idx="136">
                  <c:v>83.027522935779814</c:v>
                </c:pt>
                <c:pt idx="137">
                  <c:v>84.036697247706414</c:v>
                </c:pt>
                <c:pt idx="138">
                  <c:v>85.045871559633028</c:v>
                </c:pt>
                <c:pt idx="139">
                  <c:v>86.055045871559628</c:v>
                </c:pt>
                <c:pt idx="140">
                  <c:v>87.155963302752298</c:v>
                </c:pt>
                <c:pt idx="141">
                  <c:v>88.165137614678898</c:v>
                </c:pt>
                <c:pt idx="142">
                  <c:v>89.174311926605498</c:v>
                </c:pt>
                <c:pt idx="143">
                  <c:v>90.275229357798167</c:v>
                </c:pt>
                <c:pt idx="144">
                  <c:v>91.284403669724767</c:v>
                </c:pt>
                <c:pt idx="145">
                  <c:v>92.293577981651367</c:v>
                </c:pt>
                <c:pt idx="146">
                  <c:v>93.394495412844037</c:v>
                </c:pt>
                <c:pt idx="147">
                  <c:v>94.403669724770637</c:v>
                </c:pt>
                <c:pt idx="148">
                  <c:v>95.412844036697251</c:v>
                </c:pt>
                <c:pt idx="149">
                  <c:v>96.513761467889907</c:v>
                </c:pt>
                <c:pt idx="150">
                  <c:v>97.522935779816507</c:v>
                </c:pt>
                <c:pt idx="151">
                  <c:v>98.532110091743121</c:v>
                </c:pt>
                <c:pt idx="152">
                  <c:v>99.633027522935777</c:v>
                </c:pt>
                <c:pt idx="153">
                  <c:v>100.64220183486238</c:v>
                </c:pt>
                <c:pt idx="154">
                  <c:v>101.74311926605505</c:v>
                </c:pt>
                <c:pt idx="155">
                  <c:v>102.75229357798165</c:v>
                </c:pt>
                <c:pt idx="156">
                  <c:v>103.76146788990826</c:v>
                </c:pt>
                <c:pt idx="157">
                  <c:v>104.86238532110092</c:v>
                </c:pt>
                <c:pt idx="158">
                  <c:v>105.87155963302752</c:v>
                </c:pt>
                <c:pt idx="159">
                  <c:v>106.88073394495413</c:v>
                </c:pt>
                <c:pt idx="160">
                  <c:v>107.98165137614679</c:v>
                </c:pt>
                <c:pt idx="161">
                  <c:v>108.99082568807339</c:v>
                </c:pt>
                <c:pt idx="162">
                  <c:v>110.09174311926606</c:v>
                </c:pt>
                <c:pt idx="163">
                  <c:v>111.10091743119266</c:v>
                </c:pt>
                <c:pt idx="164">
                  <c:v>112.20183486238531</c:v>
                </c:pt>
                <c:pt idx="165">
                  <c:v>113.21100917431193</c:v>
                </c:pt>
                <c:pt idx="166">
                  <c:v>114.31192660550458</c:v>
                </c:pt>
                <c:pt idx="167">
                  <c:v>115.3211009174312</c:v>
                </c:pt>
                <c:pt idx="168">
                  <c:v>116.42201834862385</c:v>
                </c:pt>
                <c:pt idx="169">
                  <c:v>117.43119266055045</c:v>
                </c:pt>
                <c:pt idx="170">
                  <c:v>118.44036697247707</c:v>
                </c:pt>
                <c:pt idx="171">
                  <c:v>119.54128440366972</c:v>
                </c:pt>
                <c:pt idx="172">
                  <c:v>120.64220183486238</c:v>
                </c:pt>
                <c:pt idx="173">
                  <c:v>121.65137614678899</c:v>
                </c:pt>
                <c:pt idx="174">
                  <c:v>122.75229357798165</c:v>
                </c:pt>
                <c:pt idx="175">
                  <c:v>123.76146788990825</c:v>
                </c:pt>
                <c:pt idx="176">
                  <c:v>124.86238532110092</c:v>
                </c:pt>
                <c:pt idx="177">
                  <c:v>125.87155963302752</c:v>
                </c:pt>
                <c:pt idx="178">
                  <c:v>126.97247706422019</c:v>
                </c:pt>
                <c:pt idx="179">
                  <c:v>127.98165137614679</c:v>
                </c:pt>
                <c:pt idx="180">
                  <c:v>129.08256880733944</c:v>
                </c:pt>
                <c:pt idx="181">
                  <c:v>130.09174311926606</c:v>
                </c:pt>
                <c:pt idx="182">
                  <c:v>131.1926605504587</c:v>
                </c:pt>
                <c:pt idx="183">
                  <c:v>132.29357798165137</c:v>
                </c:pt>
                <c:pt idx="184">
                  <c:v>133.30275229357798</c:v>
                </c:pt>
                <c:pt idx="185">
                  <c:v>134.40366972477065</c:v>
                </c:pt>
                <c:pt idx="186">
                  <c:v>135.41284403669724</c:v>
                </c:pt>
                <c:pt idx="187">
                  <c:v>136.51376146788991</c:v>
                </c:pt>
                <c:pt idx="188">
                  <c:v>137.61467889908258</c:v>
                </c:pt>
                <c:pt idx="189">
                  <c:v>138.62385321100916</c:v>
                </c:pt>
                <c:pt idx="190">
                  <c:v>139.72477064220183</c:v>
                </c:pt>
                <c:pt idx="191">
                  <c:v>140.8256880733945</c:v>
                </c:pt>
                <c:pt idx="192">
                  <c:v>141.83486238532109</c:v>
                </c:pt>
                <c:pt idx="193">
                  <c:v>142.93577981651376</c:v>
                </c:pt>
                <c:pt idx="194">
                  <c:v>144.03669724770643</c:v>
                </c:pt>
                <c:pt idx="195">
                  <c:v>145.04587155963301</c:v>
                </c:pt>
                <c:pt idx="196">
                  <c:v>146.14678899082568</c:v>
                </c:pt>
                <c:pt idx="197">
                  <c:v>147.24770642201835</c:v>
                </c:pt>
                <c:pt idx="198">
                  <c:v>148.348623853211</c:v>
                </c:pt>
                <c:pt idx="199">
                  <c:v>149.35779816513761</c:v>
                </c:pt>
                <c:pt idx="200">
                  <c:v>150.45871559633028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6A4-466D-BE5B-FAF475C986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11369968"/>
        <c:axId val="928601360"/>
      </c:scatterChart>
      <c:valAx>
        <c:axId val="711369968"/>
        <c:scaling>
          <c:orientation val="minMax"/>
          <c:max val="150"/>
          <c:min val="-5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8601360"/>
        <c:crosses val="autoZero"/>
        <c:crossBetween val="midCat"/>
      </c:valAx>
      <c:valAx>
        <c:axId val="928601360"/>
        <c:scaling>
          <c:orientation val="minMax"/>
          <c:max val="150"/>
          <c:min val="-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136996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Simple Conversion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Sheet3!$A$1:$A$201</c:f>
              <c:numCache>
                <c:formatCode>General</c:formatCode>
                <c:ptCount val="201"/>
                <c:pt idx="0">
                  <c:v>-50</c:v>
                </c:pt>
                <c:pt idx="1">
                  <c:v>-49</c:v>
                </c:pt>
                <c:pt idx="2">
                  <c:v>-48</c:v>
                </c:pt>
                <c:pt idx="3">
                  <c:v>-47</c:v>
                </c:pt>
                <c:pt idx="4">
                  <c:v>-46</c:v>
                </c:pt>
                <c:pt idx="5">
                  <c:v>-45</c:v>
                </c:pt>
                <c:pt idx="6">
                  <c:v>-44</c:v>
                </c:pt>
                <c:pt idx="7">
                  <c:v>-43</c:v>
                </c:pt>
                <c:pt idx="8">
                  <c:v>-42</c:v>
                </c:pt>
                <c:pt idx="9">
                  <c:v>-41</c:v>
                </c:pt>
                <c:pt idx="10">
                  <c:v>-40</c:v>
                </c:pt>
                <c:pt idx="11">
                  <c:v>-39</c:v>
                </c:pt>
                <c:pt idx="12">
                  <c:v>-38</c:v>
                </c:pt>
                <c:pt idx="13">
                  <c:v>-37</c:v>
                </c:pt>
                <c:pt idx="14">
                  <c:v>-36</c:v>
                </c:pt>
                <c:pt idx="15">
                  <c:v>-35</c:v>
                </c:pt>
                <c:pt idx="16">
                  <c:v>-34</c:v>
                </c:pt>
                <c:pt idx="17">
                  <c:v>-33</c:v>
                </c:pt>
                <c:pt idx="18">
                  <c:v>-32</c:v>
                </c:pt>
                <c:pt idx="19">
                  <c:v>-31</c:v>
                </c:pt>
                <c:pt idx="20">
                  <c:v>-30</c:v>
                </c:pt>
                <c:pt idx="21">
                  <c:v>-29</c:v>
                </c:pt>
                <c:pt idx="22">
                  <c:v>-28</c:v>
                </c:pt>
                <c:pt idx="23">
                  <c:v>-27</c:v>
                </c:pt>
                <c:pt idx="24">
                  <c:v>-26</c:v>
                </c:pt>
                <c:pt idx="25">
                  <c:v>-25</c:v>
                </c:pt>
                <c:pt idx="26">
                  <c:v>-24</c:v>
                </c:pt>
                <c:pt idx="27">
                  <c:v>-23</c:v>
                </c:pt>
                <c:pt idx="28">
                  <c:v>-22</c:v>
                </c:pt>
                <c:pt idx="29">
                  <c:v>-21</c:v>
                </c:pt>
                <c:pt idx="30">
                  <c:v>-20</c:v>
                </c:pt>
                <c:pt idx="31">
                  <c:v>-19</c:v>
                </c:pt>
                <c:pt idx="32">
                  <c:v>-18</c:v>
                </c:pt>
                <c:pt idx="33">
                  <c:v>-17</c:v>
                </c:pt>
                <c:pt idx="34">
                  <c:v>-16</c:v>
                </c:pt>
                <c:pt idx="35">
                  <c:v>-15</c:v>
                </c:pt>
                <c:pt idx="36">
                  <c:v>-14</c:v>
                </c:pt>
                <c:pt idx="37">
                  <c:v>-13</c:v>
                </c:pt>
                <c:pt idx="38">
                  <c:v>-12</c:v>
                </c:pt>
                <c:pt idx="39">
                  <c:v>-11</c:v>
                </c:pt>
                <c:pt idx="40">
                  <c:v>-10</c:v>
                </c:pt>
                <c:pt idx="41">
                  <c:v>-9</c:v>
                </c:pt>
                <c:pt idx="42">
                  <c:v>-8</c:v>
                </c:pt>
                <c:pt idx="43">
                  <c:v>-7</c:v>
                </c:pt>
                <c:pt idx="44">
                  <c:v>-6</c:v>
                </c:pt>
                <c:pt idx="45">
                  <c:v>-5</c:v>
                </c:pt>
                <c:pt idx="46">
                  <c:v>-4</c:v>
                </c:pt>
                <c:pt idx="47">
                  <c:v>-3</c:v>
                </c:pt>
                <c:pt idx="48">
                  <c:v>-2</c:v>
                </c:pt>
                <c:pt idx="49">
                  <c:v>-1</c:v>
                </c:pt>
                <c:pt idx="50">
                  <c:v>0</c:v>
                </c:pt>
                <c:pt idx="51">
                  <c:v>1</c:v>
                </c:pt>
                <c:pt idx="52">
                  <c:v>2</c:v>
                </c:pt>
                <c:pt idx="53">
                  <c:v>3</c:v>
                </c:pt>
                <c:pt idx="54">
                  <c:v>4</c:v>
                </c:pt>
                <c:pt idx="55">
                  <c:v>5</c:v>
                </c:pt>
                <c:pt idx="56">
                  <c:v>6</c:v>
                </c:pt>
                <c:pt idx="57">
                  <c:v>7</c:v>
                </c:pt>
                <c:pt idx="58">
                  <c:v>8</c:v>
                </c:pt>
                <c:pt idx="59">
                  <c:v>9</c:v>
                </c:pt>
                <c:pt idx="60">
                  <c:v>10</c:v>
                </c:pt>
                <c:pt idx="61">
                  <c:v>11</c:v>
                </c:pt>
                <c:pt idx="62">
                  <c:v>12</c:v>
                </c:pt>
                <c:pt idx="63">
                  <c:v>13</c:v>
                </c:pt>
                <c:pt idx="64">
                  <c:v>14</c:v>
                </c:pt>
                <c:pt idx="65">
                  <c:v>15</c:v>
                </c:pt>
                <c:pt idx="66">
                  <c:v>16</c:v>
                </c:pt>
                <c:pt idx="67">
                  <c:v>17</c:v>
                </c:pt>
                <c:pt idx="68">
                  <c:v>18</c:v>
                </c:pt>
                <c:pt idx="69">
                  <c:v>19</c:v>
                </c:pt>
                <c:pt idx="70">
                  <c:v>20</c:v>
                </c:pt>
                <c:pt idx="71">
                  <c:v>21</c:v>
                </c:pt>
                <c:pt idx="72">
                  <c:v>22</c:v>
                </c:pt>
                <c:pt idx="73">
                  <c:v>23</c:v>
                </c:pt>
                <c:pt idx="74">
                  <c:v>24</c:v>
                </c:pt>
                <c:pt idx="75">
                  <c:v>25</c:v>
                </c:pt>
                <c:pt idx="76">
                  <c:v>26</c:v>
                </c:pt>
                <c:pt idx="77">
                  <c:v>27</c:v>
                </c:pt>
                <c:pt idx="78">
                  <c:v>28</c:v>
                </c:pt>
                <c:pt idx="79">
                  <c:v>29</c:v>
                </c:pt>
                <c:pt idx="80">
                  <c:v>30</c:v>
                </c:pt>
                <c:pt idx="81">
                  <c:v>31</c:v>
                </c:pt>
                <c:pt idx="82">
                  <c:v>32</c:v>
                </c:pt>
                <c:pt idx="83">
                  <c:v>33</c:v>
                </c:pt>
                <c:pt idx="84">
                  <c:v>34</c:v>
                </c:pt>
                <c:pt idx="85">
                  <c:v>35</c:v>
                </c:pt>
                <c:pt idx="86">
                  <c:v>36</c:v>
                </c:pt>
                <c:pt idx="87">
                  <c:v>37</c:v>
                </c:pt>
                <c:pt idx="88">
                  <c:v>38</c:v>
                </c:pt>
                <c:pt idx="89">
                  <c:v>39</c:v>
                </c:pt>
                <c:pt idx="90">
                  <c:v>40</c:v>
                </c:pt>
                <c:pt idx="91">
                  <c:v>41</c:v>
                </c:pt>
                <c:pt idx="92">
                  <c:v>42</c:v>
                </c:pt>
                <c:pt idx="93">
                  <c:v>43</c:v>
                </c:pt>
                <c:pt idx="94">
                  <c:v>44</c:v>
                </c:pt>
                <c:pt idx="95">
                  <c:v>45</c:v>
                </c:pt>
                <c:pt idx="96">
                  <c:v>46</c:v>
                </c:pt>
                <c:pt idx="97">
                  <c:v>47</c:v>
                </c:pt>
                <c:pt idx="98">
                  <c:v>48</c:v>
                </c:pt>
                <c:pt idx="99">
                  <c:v>49</c:v>
                </c:pt>
                <c:pt idx="100">
                  <c:v>50</c:v>
                </c:pt>
                <c:pt idx="101">
                  <c:v>51</c:v>
                </c:pt>
                <c:pt idx="102">
                  <c:v>52</c:v>
                </c:pt>
                <c:pt idx="103">
                  <c:v>53</c:v>
                </c:pt>
                <c:pt idx="104">
                  <c:v>54</c:v>
                </c:pt>
                <c:pt idx="105">
                  <c:v>55</c:v>
                </c:pt>
                <c:pt idx="106">
                  <c:v>56</c:v>
                </c:pt>
                <c:pt idx="107">
                  <c:v>57</c:v>
                </c:pt>
                <c:pt idx="108">
                  <c:v>58</c:v>
                </c:pt>
                <c:pt idx="109">
                  <c:v>59</c:v>
                </c:pt>
                <c:pt idx="110">
                  <c:v>60</c:v>
                </c:pt>
                <c:pt idx="111">
                  <c:v>61</c:v>
                </c:pt>
                <c:pt idx="112">
                  <c:v>62</c:v>
                </c:pt>
                <c:pt idx="113">
                  <c:v>63</c:v>
                </c:pt>
                <c:pt idx="114">
                  <c:v>64</c:v>
                </c:pt>
                <c:pt idx="115">
                  <c:v>65</c:v>
                </c:pt>
                <c:pt idx="116">
                  <c:v>66</c:v>
                </c:pt>
                <c:pt idx="117">
                  <c:v>67</c:v>
                </c:pt>
                <c:pt idx="118">
                  <c:v>68</c:v>
                </c:pt>
                <c:pt idx="119">
                  <c:v>69</c:v>
                </c:pt>
                <c:pt idx="120">
                  <c:v>70</c:v>
                </c:pt>
                <c:pt idx="121">
                  <c:v>71</c:v>
                </c:pt>
                <c:pt idx="122">
                  <c:v>72</c:v>
                </c:pt>
                <c:pt idx="123">
                  <c:v>73</c:v>
                </c:pt>
                <c:pt idx="124">
                  <c:v>74</c:v>
                </c:pt>
                <c:pt idx="125">
                  <c:v>75</c:v>
                </c:pt>
                <c:pt idx="126">
                  <c:v>76</c:v>
                </c:pt>
                <c:pt idx="127">
                  <c:v>77</c:v>
                </c:pt>
                <c:pt idx="128">
                  <c:v>78</c:v>
                </c:pt>
                <c:pt idx="129">
                  <c:v>79</c:v>
                </c:pt>
                <c:pt idx="130">
                  <c:v>80</c:v>
                </c:pt>
                <c:pt idx="131">
                  <c:v>81</c:v>
                </c:pt>
                <c:pt idx="132">
                  <c:v>82</c:v>
                </c:pt>
                <c:pt idx="133">
                  <c:v>83</c:v>
                </c:pt>
                <c:pt idx="134">
                  <c:v>84</c:v>
                </c:pt>
                <c:pt idx="135">
                  <c:v>85</c:v>
                </c:pt>
                <c:pt idx="136">
                  <c:v>86</c:v>
                </c:pt>
                <c:pt idx="137">
                  <c:v>87</c:v>
                </c:pt>
                <c:pt idx="138">
                  <c:v>88</c:v>
                </c:pt>
                <c:pt idx="139">
                  <c:v>89</c:v>
                </c:pt>
                <c:pt idx="140">
                  <c:v>90</c:v>
                </c:pt>
                <c:pt idx="141">
                  <c:v>91</c:v>
                </c:pt>
                <c:pt idx="142">
                  <c:v>92</c:v>
                </c:pt>
                <c:pt idx="143">
                  <c:v>93</c:v>
                </c:pt>
                <c:pt idx="144">
                  <c:v>94</c:v>
                </c:pt>
                <c:pt idx="145">
                  <c:v>95</c:v>
                </c:pt>
                <c:pt idx="146">
                  <c:v>96</c:v>
                </c:pt>
                <c:pt idx="147">
                  <c:v>97</c:v>
                </c:pt>
                <c:pt idx="148">
                  <c:v>98</c:v>
                </c:pt>
                <c:pt idx="149">
                  <c:v>99</c:v>
                </c:pt>
                <c:pt idx="150">
                  <c:v>100</c:v>
                </c:pt>
                <c:pt idx="151">
                  <c:v>101</c:v>
                </c:pt>
                <c:pt idx="152">
                  <c:v>102</c:v>
                </c:pt>
                <c:pt idx="153">
                  <c:v>103</c:v>
                </c:pt>
                <c:pt idx="154">
                  <c:v>104</c:v>
                </c:pt>
                <c:pt idx="155">
                  <c:v>105</c:v>
                </c:pt>
                <c:pt idx="156">
                  <c:v>106</c:v>
                </c:pt>
                <c:pt idx="157">
                  <c:v>107</c:v>
                </c:pt>
                <c:pt idx="158">
                  <c:v>108</c:v>
                </c:pt>
                <c:pt idx="159">
                  <c:v>109</c:v>
                </c:pt>
                <c:pt idx="160">
                  <c:v>110</c:v>
                </c:pt>
                <c:pt idx="161">
                  <c:v>111</c:v>
                </c:pt>
                <c:pt idx="162">
                  <c:v>112</c:v>
                </c:pt>
                <c:pt idx="163">
                  <c:v>113</c:v>
                </c:pt>
                <c:pt idx="164">
                  <c:v>114</c:v>
                </c:pt>
                <c:pt idx="165">
                  <c:v>115</c:v>
                </c:pt>
                <c:pt idx="166">
                  <c:v>116</c:v>
                </c:pt>
                <c:pt idx="167">
                  <c:v>117</c:v>
                </c:pt>
                <c:pt idx="168">
                  <c:v>118</c:v>
                </c:pt>
                <c:pt idx="169">
                  <c:v>119</c:v>
                </c:pt>
                <c:pt idx="170">
                  <c:v>120</c:v>
                </c:pt>
                <c:pt idx="171">
                  <c:v>121</c:v>
                </c:pt>
                <c:pt idx="172">
                  <c:v>122</c:v>
                </c:pt>
                <c:pt idx="173">
                  <c:v>123</c:v>
                </c:pt>
                <c:pt idx="174">
                  <c:v>124</c:v>
                </c:pt>
                <c:pt idx="175">
                  <c:v>125</c:v>
                </c:pt>
                <c:pt idx="176">
                  <c:v>126</c:v>
                </c:pt>
                <c:pt idx="177">
                  <c:v>127</c:v>
                </c:pt>
                <c:pt idx="178">
                  <c:v>128</c:v>
                </c:pt>
                <c:pt idx="179">
                  <c:v>129</c:v>
                </c:pt>
                <c:pt idx="180">
                  <c:v>130</c:v>
                </c:pt>
                <c:pt idx="181">
                  <c:v>131</c:v>
                </c:pt>
                <c:pt idx="182">
                  <c:v>132</c:v>
                </c:pt>
                <c:pt idx="183">
                  <c:v>133</c:v>
                </c:pt>
                <c:pt idx="184">
                  <c:v>134</c:v>
                </c:pt>
                <c:pt idx="185">
                  <c:v>135</c:v>
                </c:pt>
                <c:pt idx="186">
                  <c:v>136</c:v>
                </c:pt>
                <c:pt idx="187">
                  <c:v>137</c:v>
                </c:pt>
                <c:pt idx="188">
                  <c:v>138</c:v>
                </c:pt>
                <c:pt idx="189">
                  <c:v>139</c:v>
                </c:pt>
                <c:pt idx="190">
                  <c:v>140</c:v>
                </c:pt>
                <c:pt idx="191">
                  <c:v>141</c:v>
                </c:pt>
                <c:pt idx="192">
                  <c:v>142</c:v>
                </c:pt>
                <c:pt idx="193">
                  <c:v>143</c:v>
                </c:pt>
                <c:pt idx="194">
                  <c:v>144</c:v>
                </c:pt>
                <c:pt idx="195">
                  <c:v>145</c:v>
                </c:pt>
                <c:pt idx="196">
                  <c:v>146</c:v>
                </c:pt>
                <c:pt idx="197">
                  <c:v>147</c:v>
                </c:pt>
                <c:pt idx="198">
                  <c:v>148</c:v>
                </c:pt>
                <c:pt idx="199">
                  <c:v>149</c:v>
                </c:pt>
                <c:pt idx="200">
                  <c:v>150</c:v>
                </c:pt>
              </c:numCache>
            </c:numRef>
          </c:xVal>
          <c:yVal>
            <c:numRef>
              <c:f>Sheet3!$E$1:$E$201</c:f>
              <c:numCache>
                <c:formatCode>General</c:formatCode>
                <c:ptCount val="201"/>
                <c:pt idx="0">
                  <c:v>0.82304526748971085</c:v>
                </c:pt>
                <c:pt idx="1">
                  <c:v>1</c:v>
                </c:pt>
                <c:pt idx="2">
                  <c:v>1.1769547325102891</c:v>
                </c:pt>
                <c:pt idx="3">
                  <c:v>1.3539094650205712</c:v>
                </c:pt>
                <c:pt idx="4">
                  <c:v>1.5308641975308603</c:v>
                </c:pt>
                <c:pt idx="5">
                  <c:v>1.7078189300411495</c:v>
                </c:pt>
                <c:pt idx="6">
                  <c:v>1.8847736625514386</c:v>
                </c:pt>
                <c:pt idx="7">
                  <c:v>2.0617283950617278</c:v>
                </c:pt>
                <c:pt idx="8">
                  <c:v>2.147233653406488</c:v>
                </c:pt>
                <c:pt idx="9">
                  <c:v>2.2327389117512553</c:v>
                </c:pt>
                <c:pt idx="10">
                  <c:v>2.2267946959304936</c:v>
                </c:pt>
                <c:pt idx="11">
                  <c:v>2.3122999542752609</c:v>
                </c:pt>
                <c:pt idx="12">
                  <c:v>2.3063557384544993</c:v>
                </c:pt>
                <c:pt idx="13">
                  <c:v>2.3918609967992666</c:v>
                </c:pt>
                <c:pt idx="14">
                  <c:v>2.4773662551440339</c:v>
                </c:pt>
                <c:pt idx="15">
                  <c:v>2.4714220393232722</c:v>
                </c:pt>
                <c:pt idx="16">
                  <c:v>2.5569272976680395</c:v>
                </c:pt>
                <c:pt idx="17">
                  <c:v>2.5509830818472778</c:v>
                </c:pt>
                <c:pt idx="18">
                  <c:v>2.6364883401920451</c:v>
                </c:pt>
                <c:pt idx="19">
                  <c:v>2.7219935985368053</c:v>
                </c:pt>
                <c:pt idx="20">
                  <c:v>2.7160493827160508</c:v>
                </c:pt>
                <c:pt idx="21">
                  <c:v>2.801554641060811</c:v>
                </c:pt>
                <c:pt idx="22">
                  <c:v>2.7956104252400529</c:v>
                </c:pt>
                <c:pt idx="23">
                  <c:v>2.8811156835848166</c:v>
                </c:pt>
                <c:pt idx="24">
                  <c:v>2.8751714677640585</c:v>
                </c:pt>
                <c:pt idx="25">
                  <c:v>2.9606767261088223</c:v>
                </c:pt>
                <c:pt idx="26">
                  <c:v>2.9547325102880642</c:v>
                </c:pt>
                <c:pt idx="27">
                  <c:v>3.0402377686328279</c:v>
                </c:pt>
                <c:pt idx="28">
                  <c:v>3.0342935528120698</c:v>
                </c:pt>
                <c:pt idx="29">
                  <c:v>3.1197988111568336</c:v>
                </c:pt>
                <c:pt idx="30">
                  <c:v>3.1138545953360754</c:v>
                </c:pt>
                <c:pt idx="31">
                  <c:v>3.1079103795153173</c:v>
                </c:pt>
                <c:pt idx="32">
                  <c:v>3.1934156378600811</c:v>
                </c:pt>
                <c:pt idx="33">
                  <c:v>3.187471422039323</c:v>
                </c:pt>
                <c:pt idx="34">
                  <c:v>3.2729766803840867</c:v>
                </c:pt>
                <c:pt idx="35">
                  <c:v>3.2670324645633286</c:v>
                </c:pt>
                <c:pt idx="36">
                  <c:v>3.3525377229080924</c:v>
                </c:pt>
                <c:pt idx="37">
                  <c:v>3.3465935070873343</c:v>
                </c:pt>
                <c:pt idx="38">
                  <c:v>3.3406492912665744</c:v>
                </c:pt>
                <c:pt idx="39">
                  <c:v>3.4261545496113399</c:v>
                </c:pt>
                <c:pt idx="40">
                  <c:v>3.42021033379058</c:v>
                </c:pt>
                <c:pt idx="41">
                  <c:v>3.5057155921353438</c:v>
                </c:pt>
                <c:pt idx="42">
                  <c:v>3.4997713763145857</c:v>
                </c:pt>
                <c:pt idx="43">
                  <c:v>3.4938271604938258</c:v>
                </c:pt>
                <c:pt idx="44">
                  <c:v>3.4878829446730677</c:v>
                </c:pt>
                <c:pt idx="45">
                  <c:v>3.5733882030178314</c:v>
                </c:pt>
                <c:pt idx="46">
                  <c:v>3.5674439871970733</c:v>
                </c:pt>
                <c:pt idx="47">
                  <c:v>3.5614997713763143</c:v>
                </c:pt>
                <c:pt idx="48">
                  <c:v>3.647005029721079</c:v>
                </c:pt>
                <c:pt idx="49">
                  <c:v>3.64106081390032</c:v>
                </c:pt>
                <c:pt idx="50">
                  <c:v>3.635116598079561</c:v>
                </c:pt>
                <c:pt idx="51">
                  <c:v>3.629172382258802</c:v>
                </c:pt>
                <c:pt idx="52">
                  <c:v>3.7146776406035666</c:v>
                </c:pt>
                <c:pt idx="53">
                  <c:v>3.7087334247828077</c:v>
                </c:pt>
                <c:pt idx="54">
                  <c:v>3.7027892089620487</c:v>
                </c:pt>
                <c:pt idx="55">
                  <c:v>3.7882944673068133</c:v>
                </c:pt>
                <c:pt idx="56">
                  <c:v>3.7823502514860539</c:v>
                </c:pt>
                <c:pt idx="57">
                  <c:v>3.7764060356652949</c:v>
                </c:pt>
                <c:pt idx="58">
                  <c:v>3.7704618198445363</c:v>
                </c:pt>
                <c:pt idx="59">
                  <c:v>3.855967078189301</c:v>
                </c:pt>
                <c:pt idx="60">
                  <c:v>3.850022862368542</c:v>
                </c:pt>
                <c:pt idx="61">
                  <c:v>3.844078646547783</c:v>
                </c:pt>
                <c:pt idx="62">
                  <c:v>3.838134430727024</c:v>
                </c:pt>
                <c:pt idx="63">
                  <c:v>3.9236396890717877</c:v>
                </c:pt>
                <c:pt idx="64">
                  <c:v>3.9176954732510296</c:v>
                </c:pt>
                <c:pt idx="65">
                  <c:v>3.9117512574302697</c:v>
                </c:pt>
                <c:pt idx="66">
                  <c:v>3.9058070416095116</c:v>
                </c:pt>
                <c:pt idx="67">
                  <c:v>3.9913122999542754</c:v>
                </c:pt>
                <c:pt idx="68">
                  <c:v>3.9853680841335173</c:v>
                </c:pt>
                <c:pt idx="69">
                  <c:v>3.9794238683127574</c:v>
                </c:pt>
                <c:pt idx="70">
                  <c:v>3.9734796524919993</c:v>
                </c:pt>
                <c:pt idx="71">
                  <c:v>3.9675354366712412</c:v>
                </c:pt>
                <c:pt idx="72">
                  <c:v>4.0530406950160049</c:v>
                </c:pt>
                <c:pt idx="73">
                  <c:v>4.0470964791952468</c:v>
                </c:pt>
                <c:pt idx="74">
                  <c:v>4.0411522633744852</c:v>
                </c:pt>
                <c:pt idx="75">
                  <c:v>4.0352080475537271</c:v>
                </c:pt>
                <c:pt idx="76">
                  <c:v>4.029263831732969</c:v>
                </c:pt>
                <c:pt idx="77">
                  <c:v>4.1147690900777327</c:v>
                </c:pt>
                <c:pt idx="78">
                  <c:v>4.1088248742569746</c:v>
                </c:pt>
                <c:pt idx="79">
                  <c:v>4.1028806584362165</c:v>
                </c:pt>
                <c:pt idx="80">
                  <c:v>4.0969364426154549</c:v>
                </c:pt>
                <c:pt idx="81">
                  <c:v>4.0909922267946968</c:v>
                </c:pt>
                <c:pt idx="82">
                  <c:v>4.1764974851394605</c:v>
                </c:pt>
                <c:pt idx="83">
                  <c:v>4.1705532693187024</c:v>
                </c:pt>
                <c:pt idx="84">
                  <c:v>4.1646090534979443</c:v>
                </c:pt>
                <c:pt idx="85">
                  <c:v>4.1586648376771862</c:v>
                </c:pt>
                <c:pt idx="86">
                  <c:v>4.1527206218564245</c:v>
                </c:pt>
                <c:pt idx="87">
                  <c:v>4.14677640603567</c:v>
                </c:pt>
                <c:pt idx="88">
                  <c:v>4.1408321902149083</c:v>
                </c:pt>
                <c:pt idx="89">
                  <c:v>4.1348879743941467</c:v>
                </c:pt>
                <c:pt idx="90">
                  <c:v>4.1289437585733921</c:v>
                </c:pt>
                <c:pt idx="91">
                  <c:v>4.1229995427526305</c:v>
                </c:pt>
                <c:pt idx="92">
                  <c:v>4.1170553269318688</c:v>
                </c:pt>
                <c:pt idx="93">
                  <c:v>4.1111111111111143</c:v>
                </c:pt>
                <c:pt idx="94">
                  <c:v>4.1051668952903526</c:v>
                </c:pt>
                <c:pt idx="95">
                  <c:v>4.0992226794695981</c:v>
                </c:pt>
                <c:pt idx="96">
                  <c:v>4.0932784636488364</c:v>
                </c:pt>
                <c:pt idx="97">
                  <c:v>4.0873342478280748</c:v>
                </c:pt>
                <c:pt idx="98">
                  <c:v>4.0813900320073202</c:v>
                </c:pt>
                <c:pt idx="99">
                  <c:v>4.0754458161865585</c:v>
                </c:pt>
                <c:pt idx="100">
                  <c:v>4.0695016003657969</c:v>
                </c:pt>
                <c:pt idx="101">
                  <c:v>4.0635573845450423</c:v>
                </c:pt>
                <c:pt idx="102">
                  <c:v>4.0576131687242807</c:v>
                </c:pt>
                <c:pt idx="103">
                  <c:v>4.0516689529035261</c:v>
                </c:pt>
                <c:pt idx="104">
                  <c:v>4.0457247370827645</c:v>
                </c:pt>
                <c:pt idx="105">
                  <c:v>4.0397805212620028</c:v>
                </c:pt>
                <c:pt idx="106">
                  <c:v>4.0338363054412483</c:v>
                </c:pt>
                <c:pt idx="107">
                  <c:v>4.0278920896204866</c:v>
                </c:pt>
                <c:pt idx="108">
                  <c:v>4.021947873799725</c:v>
                </c:pt>
                <c:pt idx="109">
                  <c:v>4.0160036579789704</c:v>
                </c:pt>
                <c:pt idx="110">
                  <c:v>4.0100594421582088</c:v>
                </c:pt>
                <c:pt idx="111">
                  <c:v>3.9126657521719252</c:v>
                </c:pt>
                <c:pt idx="112">
                  <c:v>3.9067215363511707</c:v>
                </c:pt>
                <c:pt idx="113">
                  <c:v>3.900777320530409</c:v>
                </c:pt>
                <c:pt idx="114">
                  <c:v>3.8948331047096474</c:v>
                </c:pt>
                <c:pt idx="115">
                  <c:v>3.797439414723371</c:v>
                </c:pt>
                <c:pt idx="116">
                  <c:v>3.7914951989026093</c:v>
                </c:pt>
                <c:pt idx="117">
                  <c:v>3.7855509830818477</c:v>
                </c:pt>
                <c:pt idx="118">
                  <c:v>3.779606767261086</c:v>
                </c:pt>
                <c:pt idx="119">
                  <c:v>3.6822130772748096</c:v>
                </c:pt>
                <c:pt idx="120">
                  <c:v>3.676268861454048</c:v>
                </c:pt>
                <c:pt idx="121">
                  <c:v>3.6703246456332863</c:v>
                </c:pt>
                <c:pt idx="122">
                  <c:v>3.6643804298125247</c:v>
                </c:pt>
                <c:pt idx="123">
                  <c:v>3.5669867398262483</c:v>
                </c:pt>
                <c:pt idx="124">
                  <c:v>3.5610425240054866</c:v>
                </c:pt>
                <c:pt idx="125">
                  <c:v>3.5550983081847249</c:v>
                </c:pt>
                <c:pt idx="126">
                  <c:v>3.5491540923639775</c:v>
                </c:pt>
                <c:pt idx="127">
                  <c:v>3.5432098765432158</c:v>
                </c:pt>
                <c:pt idx="128">
                  <c:v>3.4458161865569252</c:v>
                </c:pt>
                <c:pt idx="129">
                  <c:v>3.4398719707361778</c:v>
                </c:pt>
                <c:pt idx="130">
                  <c:v>3.4339277549154161</c:v>
                </c:pt>
                <c:pt idx="131">
                  <c:v>3.4279835390946545</c:v>
                </c:pt>
                <c:pt idx="132">
                  <c:v>3.4220393232738928</c:v>
                </c:pt>
                <c:pt idx="133">
                  <c:v>3.3246456332876164</c:v>
                </c:pt>
                <c:pt idx="134">
                  <c:v>3.3187014174668548</c:v>
                </c:pt>
                <c:pt idx="135">
                  <c:v>3.3127572016460931</c:v>
                </c:pt>
                <c:pt idx="136">
                  <c:v>3.2153635116598167</c:v>
                </c:pt>
                <c:pt idx="137">
                  <c:v>3.2094192958390551</c:v>
                </c:pt>
                <c:pt idx="138">
                  <c:v>3.2034750800182934</c:v>
                </c:pt>
                <c:pt idx="139">
                  <c:v>3.1975308641975317</c:v>
                </c:pt>
                <c:pt idx="140">
                  <c:v>3.1001371742112553</c:v>
                </c:pt>
                <c:pt idx="141">
                  <c:v>3.0941929583904937</c:v>
                </c:pt>
                <c:pt idx="142">
                  <c:v>3.088248742569732</c:v>
                </c:pt>
                <c:pt idx="143">
                  <c:v>2.9908550525834556</c:v>
                </c:pt>
                <c:pt idx="144">
                  <c:v>2.984910836762694</c:v>
                </c:pt>
                <c:pt idx="145">
                  <c:v>2.9789666209419323</c:v>
                </c:pt>
                <c:pt idx="146">
                  <c:v>2.8815729309556559</c:v>
                </c:pt>
                <c:pt idx="147">
                  <c:v>2.8756287151348943</c:v>
                </c:pt>
                <c:pt idx="148">
                  <c:v>2.8696844993141326</c:v>
                </c:pt>
                <c:pt idx="149">
                  <c:v>2.7722908093278562</c:v>
                </c:pt>
                <c:pt idx="150">
                  <c:v>2.7663465935070946</c:v>
                </c:pt>
                <c:pt idx="151">
                  <c:v>2.7604023776863329</c:v>
                </c:pt>
                <c:pt idx="152">
                  <c:v>2.6630086877000565</c:v>
                </c:pt>
                <c:pt idx="153">
                  <c:v>2.6570644718792948</c:v>
                </c:pt>
                <c:pt idx="154">
                  <c:v>2.5596707818930042</c:v>
                </c:pt>
                <c:pt idx="155">
                  <c:v>2.5537265660722568</c:v>
                </c:pt>
                <c:pt idx="156">
                  <c:v>2.5477823502514951</c:v>
                </c:pt>
                <c:pt idx="157">
                  <c:v>2.4503886602652045</c:v>
                </c:pt>
                <c:pt idx="158">
                  <c:v>2.4444444444444429</c:v>
                </c:pt>
                <c:pt idx="159">
                  <c:v>2.4385002286236954</c:v>
                </c:pt>
                <c:pt idx="160">
                  <c:v>2.3411065386374048</c:v>
                </c:pt>
                <c:pt idx="161">
                  <c:v>2.3351623228166432</c:v>
                </c:pt>
                <c:pt idx="162">
                  <c:v>2.2377686328303668</c:v>
                </c:pt>
                <c:pt idx="163">
                  <c:v>2.2318244170096051</c:v>
                </c:pt>
                <c:pt idx="164">
                  <c:v>2.1344307270233287</c:v>
                </c:pt>
                <c:pt idx="165">
                  <c:v>2.128486511202567</c:v>
                </c:pt>
                <c:pt idx="166">
                  <c:v>2.0310928212162764</c:v>
                </c:pt>
                <c:pt idx="167">
                  <c:v>2.025148605395529</c:v>
                </c:pt>
                <c:pt idx="168">
                  <c:v>1.9277549154092384</c:v>
                </c:pt>
                <c:pt idx="169">
                  <c:v>1.9218106995884767</c:v>
                </c:pt>
                <c:pt idx="170">
                  <c:v>1.9158664837677293</c:v>
                </c:pt>
                <c:pt idx="171">
                  <c:v>1.8184727937814387</c:v>
                </c:pt>
                <c:pt idx="172">
                  <c:v>1.7210791037951623</c:v>
                </c:pt>
                <c:pt idx="173">
                  <c:v>1.7151348879744006</c:v>
                </c:pt>
                <c:pt idx="174">
                  <c:v>1.6177411979881242</c:v>
                </c:pt>
                <c:pt idx="175">
                  <c:v>1.6117969821673626</c:v>
                </c:pt>
                <c:pt idx="176">
                  <c:v>1.5144032921810719</c:v>
                </c:pt>
                <c:pt idx="177">
                  <c:v>1.5084590763603103</c:v>
                </c:pt>
                <c:pt idx="178">
                  <c:v>1.4110653863740339</c:v>
                </c:pt>
                <c:pt idx="179">
                  <c:v>1.4051211705532722</c:v>
                </c:pt>
                <c:pt idx="180">
                  <c:v>1.3077274805669958</c:v>
                </c:pt>
                <c:pt idx="181">
                  <c:v>1.3017832647462342</c:v>
                </c:pt>
                <c:pt idx="182">
                  <c:v>1.2043895747599436</c:v>
                </c:pt>
                <c:pt idx="183">
                  <c:v>1.1069958847736814</c:v>
                </c:pt>
                <c:pt idx="184">
                  <c:v>1.1010516689529197</c:v>
                </c:pt>
                <c:pt idx="185">
                  <c:v>1.0036579789666291</c:v>
                </c:pt>
                <c:pt idx="186">
                  <c:v>0.99771376314586746</c:v>
                </c:pt>
                <c:pt idx="187">
                  <c:v>0.90032007315957685</c:v>
                </c:pt>
                <c:pt idx="188">
                  <c:v>0.80292638317331466</c:v>
                </c:pt>
                <c:pt idx="189">
                  <c:v>0.79698216735255301</c:v>
                </c:pt>
                <c:pt idx="190">
                  <c:v>0.6995884773662624</c:v>
                </c:pt>
                <c:pt idx="191">
                  <c:v>0.60219478737997179</c:v>
                </c:pt>
                <c:pt idx="192">
                  <c:v>0.59625057155921013</c:v>
                </c:pt>
                <c:pt idx="193">
                  <c:v>0.49885688157294794</c:v>
                </c:pt>
                <c:pt idx="194">
                  <c:v>0.40146319158665733</c:v>
                </c:pt>
                <c:pt idx="195">
                  <c:v>0.39551897576589568</c:v>
                </c:pt>
                <c:pt idx="196">
                  <c:v>0.29812528577960506</c:v>
                </c:pt>
                <c:pt idx="197">
                  <c:v>0.20073159579334288</c:v>
                </c:pt>
                <c:pt idx="198">
                  <c:v>0.10333790580705227</c:v>
                </c:pt>
                <c:pt idx="199">
                  <c:v>9.739368998629061E-2</c:v>
                </c:pt>
                <c:pt idx="20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8E8-415B-81F2-587839AE1F50}"/>
            </c:ext>
          </c:extLst>
        </c:ser>
        <c:ser>
          <c:idx val="1"/>
          <c:order val="1"/>
          <c:tx>
            <c:v>Very Simple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Sheet3!$A$1:$A$201</c:f>
              <c:numCache>
                <c:formatCode>General</c:formatCode>
                <c:ptCount val="201"/>
                <c:pt idx="0">
                  <c:v>-50</c:v>
                </c:pt>
                <c:pt idx="1">
                  <c:v>-49</c:v>
                </c:pt>
                <c:pt idx="2">
                  <c:v>-48</c:v>
                </c:pt>
                <c:pt idx="3">
                  <c:v>-47</c:v>
                </c:pt>
                <c:pt idx="4">
                  <c:v>-46</c:v>
                </c:pt>
                <c:pt idx="5">
                  <c:v>-45</c:v>
                </c:pt>
                <c:pt idx="6">
                  <c:v>-44</c:v>
                </c:pt>
                <c:pt idx="7">
                  <c:v>-43</c:v>
                </c:pt>
                <c:pt idx="8">
                  <c:v>-42</c:v>
                </c:pt>
                <c:pt idx="9">
                  <c:v>-41</c:v>
                </c:pt>
                <c:pt idx="10">
                  <c:v>-40</c:v>
                </c:pt>
                <c:pt idx="11">
                  <c:v>-39</c:v>
                </c:pt>
                <c:pt idx="12">
                  <c:v>-38</c:v>
                </c:pt>
                <c:pt idx="13">
                  <c:v>-37</c:v>
                </c:pt>
                <c:pt idx="14">
                  <c:v>-36</c:v>
                </c:pt>
                <c:pt idx="15">
                  <c:v>-35</c:v>
                </c:pt>
                <c:pt idx="16">
                  <c:v>-34</c:v>
                </c:pt>
                <c:pt idx="17">
                  <c:v>-33</c:v>
                </c:pt>
                <c:pt idx="18">
                  <c:v>-32</c:v>
                </c:pt>
                <c:pt idx="19">
                  <c:v>-31</c:v>
                </c:pt>
                <c:pt idx="20">
                  <c:v>-30</c:v>
                </c:pt>
                <c:pt idx="21">
                  <c:v>-29</c:v>
                </c:pt>
                <c:pt idx="22">
                  <c:v>-28</c:v>
                </c:pt>
                <c:pt idx="23">
                  <c:v>-27</c:v>
                </c:pt>
                <c:pt idx="24">
                  <c:v>-26</c:v>
                </c:pt>
                <c:pt idx="25">
                  <c:v>-25</c:v>
                </c:pt>
                <c:pt idx="26">
                  <c:v>-24</c:v>
                </c:pt>
                <c:pt idx="27">
                  <c:v>-23</c:v>
                </c:pt>
                <c:pt idx="28">
                  <c:v>-22</c:v>
                </c:pt>
                <c:pt idx="29">
                  <c:v>-21</c:v>
                </c:pt>
                <c:pt idx="30">
                  <c:v>-20</c:v>
                </c:pt>
                <c:pt idx="31">
                  <c:v>-19</c:v>
                </c:pt>
                <c:pt idx="32">
                  <c:v>-18</c:v>
                </c:pt>
                <c:pt idx="33">
                  <c:v>-17</c:v>
                </c:pt>
                <c:pt idx="34">
                  <c:v>-16</c:v>
                </c:pt>
                <c:pt idx="35">
                  <c:v>-15</c:v>
                </c:pt>
                <c:pt idx="36">
                  <c:v>-14</c:v>
                </c:pt>
                <c:pt idx="37">
                  <c:v>-13</c:v>
                </c:pt>
                <c:pt idx="38">
                  <c:v>-12</c:v>
                </c:pt>
                <c:pt idx="39">
                  <c:v>-11</c:v>
                </c:pt>
                <c:pt idx="40">
                  <c:v>-10</c:v>
                </c:pt>
                <c:pt idx="41">
                  <c:v>-9</c:v>
                </c:pt>
                <c:pt idx="42">
                  <c:v>-8</c:v>
                </c:pt>
                <c:pt idx="43">
                  <c:v>-7</c:v>
                </c:pt>
                <c:pt idx="44">
                  <c:v>-6</c:v>
                </c:pt>
                <c:pt idx="45">
                  <c:v>-5</c:v>
                </c:pt>
                <c:pt idx="46">
                  <c:v>-4</c:v>
                </c:pt>
                <c:pt idx="47">
                  <c:v>-3</c:v>
                </c:pt>
                <c:pt idx="48">
                  <c:v>-2</c:v>
                </c:pt>
                <c:pt idx="49">
                  <c:v>-1</c:v>
                </c:pt>
                <c:pt idx="50">
                  <c:v>0</c:v>
                </c:pt>
                <c:pt idx="51">
                  <c:v>1</c:v>
                </c:pt>
                <c:pt idx="52">
                  <c:v>2</c:v>
                </c:pt>
                <c:pt idx="53">
                  <c:v>3</c:v>
                </c:pt>
                <c:pt idx="54">
                  <c:v>4</c:v>
                </c:pt>
                <c:pt idx="55">
                  <c:v>5</c:v>
                </c:pt>
                <c:pt idx="56">
                  <c:v>6</c:v>
                </c:pt>
                <c:pt idx="57">
                  <c:v>7</c:v>
                </c:pt>
                <c:pt idx="58">
                  <c:v>8</c:v>
                </c:pt>
                <c:pt idx="59">
                  <c:v>9</c:v>
                </c:pt>
                <c:pt idx="60">
                  <c:v>10</c:v>
                </c:pt>
                <c:pt idx="61">
                  <c:v>11</c:v>
                </c:pt>
                <c:pt idx="62">
                  <c:v>12</c:v>
                </c:pt>
                <c:pt idx="63">
                  <c:v>13</c:v>
                </c:pt>
                <c:pt idx="64">
                  <c:v>14</c:v>
                </c:pt>
                <c:pt idx="65">
                  <c:v>15</c:v>
                </c:pt>
                <c:pt idx="66">
                  <c:v>16</c:v>
                </c:pt>
                <c:pt idx="67">
                  <c:v>17</c:v>
                </c:pt>
                <c:pt idx="68">
                  <c:v>18</c:v>
                </c:pt>
                <c:pt idx="69">
                  <c:v>19</c:v>
                </c:pt>
                <c:pt idx="70">
                  <c:v>20</c:v>
                </c:pt>
                <c:pt idx="71">
                  <c:v>21</c:v>
                </c:pt>
                <c:pt idx="72">
                  <c:v>22</c:v>
                </c:pt>
                <c:pt idx="73">
                  <c:v>23</c:v>
                </c:pt>
                <c:pt idx="74">
                  <c:v>24</c:v>
                </c:pt>
                <c:pt idx="75">
                  <c:v>25</c:v>
                </c:pt>
                <c:pt idx="76">
                  <c:v>26</c:v>
                </c:pt>
                <c:pt idx="77">
                  <c:v>27</c:v>
                </c:pt>
                <c:pt idx="78">
                  <c:v>28</c:v>
                </c:pt>
                <c:pt idx="79">
                  <c:v>29</c:v>
                </c:pt>
                <c:pt idx="80">
                  <c:v>30</c:v>
                </c:pt>
                <c:pt idx="81">
                  <c:v>31</c:v>
                </c:pt>
                <c:pt idx="82">
                  <c:v>32</c:v>
                </c:pt>
                <c:pt idx="83">
                  <c:v>33</c:v>
                </c:pt>
                <c:pt idx="84">
                  <c:v>34</c:v>
                </c:pt>
                <c:pt idx="85">
                  <c:v>35</c:v>
                </c:pt>
                <c:pt idx="86">
                  <c:v>36</c:v>
                </c:pt>
                <c:pt idx="87">
                  <c:v>37</c:v>
                </c:pt>
                <c:pt idx="88">
                  <c:v>38</c:v>
                </c:pt>
                <c:pt idx="89">
                  <c:v>39</c:v>
                </c:pt>
                <c:pt idx="90">
                  <c:v>40</c:v>
                </c:pt>
                <c:pt idx="91">
                  <c:v>41</c:v>
                </c:pt>
                <c:pt idx="92">
                  <c:v>42</c:v>
                </c:pt>
                <c:pt idx="93">
                  <c:v>43</c:v>
                </c:pt>
                <c:pt idx="94">
                  <c:v>44</c:v>
                </c:pt>
                <c:pt idx="95">
                  <c:v>45</c:v>
                </c:pt>
                <c:pt idx="96">
                  <c:v>46</c:v>
                </c:pt>
                <c:pt idx="97">
                  <c:v>47</c:v>
                </c:pt>
                <c:pt idx="98">
                  <c:v>48</c:v>
                </c:pt>
                <c:pt idx="99">
                  <c:v>49</c:v>
                </c:pt>
                <c:pt idx="100">
                  <c:v>50</c:v>
                </c:pt>
                <c:pt idx="101">
                  <c:v>51</c:v>
                </c:pt>
                <c:pt idx="102">
                  <c:v>52</c:v>
                </c:pt>
                <c:pt idx="103">
                  <c:v>53</c:v>
                </c:pt>
                <c:pt idx="104">
                  <c:v>54</c:v>
                </c:pt>
                <c:pt idx="105">
                  <c:v>55</c:v>
                </c:pt>
                <c:pt idx="106">
                  <c:v>56</c:v>
                </c:pt>
                <c:pt idx="107">
                  <c:v>57</c:v>
                </c:pt>
                <c:pt idx="108">
                  <c:v>58</c:v>
                </c:pt>
                <c:pt idx="109">
                  <c:v>59</c:v>
                </c:pt>
                <c:pt idx="110">
                  <c:v>60</c:v>
                </c:pt>
                <c:pt idx="111">
                  <c:v>61</c:v>
                </c:pt>
                <c:pt idx="112">
                  <c:v>62</c:v>
                </c:pt>
                <c:pt idx="113">
                  <c:v>63</c:v>
                </c:pt>
                <c:pt idx="114">
                  <c:v>64</c:v>
                </c:pt>
                <c:pt idx="115">
                  <c:v>65</c:v>
                </c:pt>
                <c:pt idx="116">
                  <c:v>66</c:v>
                </c:pt>
                <c:pt idx="117">
                  <c:v>67</c:v>
                </c:pt>
                <c:pt idx="118">
                  <c:v>68</c:v>
                </c:pt>
                <c:pt idx="119">
                  <c:v>69</c:v>
                </c:pt>
                <c:pt idx="120">
                  <c:v>70</c:v>
                </c:pt>
                <c:pt idx="121">
                  <c:v>71</c:v>
                </c:pt>
                <c:pt idx="122">
                  <c:v>72</c:v>
                </c:pt>
                <c:pt idx="123">
                  <c:v>73</c:v>
                </c:pt>
                <c:pt idx="124">
                  <c:v>74</c:v>
                </c:pt>
                <c:pt idx="125">
                  <c:v>75</c:v>
                </c:pt>
                <c:pt idx="126">
                  <c:v>76</c:v>
                </c:pt>
                <c:pt idx="127">
                  <c:v>77</c:v>
                </c:pt>
                <c:pt idx="128">
                  <c:v>78</c:v>
                </c:pt>
                <c:pt idx="129">
                  <c:v>79</c:v>
                </c:pt>
                <c:pt idx="130">
                  <c:v>80</c:v>
                </c:pt>
                <c:pt idx="131">
                  <c:v>81</c:v>
                </c:pt>
                <c:pt idx="132">
                  <c:v>82</c:v>
                </c:pt>
                <c:pt idx="133">
                  <c:v>83</c:v>
                </c:pt>
                <c:pt idx="134">
                  <c:v>84</c:v>
                </c:pt>
                <c:pt idx="135">
                  <c:v>85</c:v>
                </c:pt>
                <c:pt idx="136">
                  <c:v>86</c:v>
                </c:pt>
                <c:pt idx="137">
                  <c:v>87</c:v>
                </c:pt>
                <c:pt idx="138">
                  <c:v>88</c:v>
                </c:pt>
                <c:pt idx="139">
                  <c:v>89</c:v>
                </c:pt>
                <c:pt idx="140">
                  <c:v>90</c:v>
                </c:pt>
                <c:pt idx="141">
                  <c:v>91</c:v>
                </c:pt>
                <c:pt idx="142">
                  <c:v>92</c:v>
                </c:pt>
                <c:pt idx="143">
                  <c:v>93</c:v>
                </c:pt>
                <c:pt idx="144">
                  <c:v>94</c:v>
                </c:pt>
                <c:pt idx="145">
                  <c:v>95</c:v>
                </c:pt>
                <c:pt idx="146">
                  <c:v>96</c:v>
                </c:pt>
                <c:pt idx="147">
                  <c:v>97</c:v>
                </c:pt>
                <c:pt idx="148">
                  <c:v>98</c:v>
                </c:pt>
                <c:pt idx="149">
                  <c:v>99</c:v>
                </c:pt>
                <c:pt idx="150">
                  <c:v>100</c:v>
                </c:pt>
                <c:pt idx="151">
                  <c:v>101</c:v>
                </c:pt>
                <c:pt idx="152">
                  <c:v>102</c:v>
                </c:pt>
                <c:pt idx="153">
                  <c:v>103</c:v>
                </c:pt>
                <c:pt idx="154">
                  <c:v>104</c:v>
                </c:pt>
                <c:pt idx="155">
                  <c:v>105</c:v>
                </c:pt>
                <c:pt idx="156">
                  <c:v>106</c:v>
                </c:pt>
                <c:pt idx="157">
                  <c:v>107</c:v>
                </c:pt>
                <c:pt idx="158">
                  <c:v>108</c:v>
                </c:pt>
                <c:pt idx="159">
                  <c:v>109</c:v>
                </c:pt>
                <c:pt idx="160">
                  <c:v>110</c:v>
                </c:pt>
                <c:pt idx="161">
                  <c:v>111</c:v>
                </c:pt>
                <c:pt idx="162">
                  <c:v>112</c:v>
                </c:pt>
                <c:pt idx="163">
                  <c:v>113</c:v>
                </c:pt>
                <c:pt idx="164">
                  <c:v>114</c:v>
                </c:pt>
                <c:pt idx="165">
                  <c:v>115</c:v>
                </c:pt>
                <c:pt idx="166">
                  <c:v>116</c:v>
                </c:pt>
                <c:pt idx="167">
                  <c:v>117</c:v>
                </c:pt>
                <c:pt idx="168">
                  <c:v>118</c:v>
                </c:pt>
                <c:pt idx="169">
                  <c:v>119</c:v>
                </c:pt>
                <c:pt idx="170">
                  <c:v>120</c:v>
                </c:pt>
                <c:pt idx="171">
                  <c:v>121</c:v>
                </c:pt>
                <c:pt idx="172">
                  <c:v>122</c:v>
                </c:pt>
                <c:pt idx="173">
                  <c:v>123</c:v>
                </c:pt>
                <c:pt idx="174">
                  <c:v>124</c:v>
                </c:pt>
                <c:pt idx="175">
                  <c:v>125</c:v>
                </c:pt>
                <c:pt idx="176">
                  <c:v>126</c:v>
                </c:pt>
                <c:pt idx="177">
                  <c:v>127</c:v>
                </c:pt>
                <c:pt idx="178">
                  <c:v>128</c:v>
                </c:pt>
                <c:pt idx="179">
                  <c:v>129</c:v>
                </c:pt>
                <c:pt idx="180">
                  <c:v>130</c:v>
                </c:pt>
                <c:pt idx="181">
                  <c:v>131</c:v>
                </c:pt>
                <c:pt idx="182">
                  <c:v>132</c:v>
                </c:pt>
                <c:pt idx="183">
                  <c:v>133</c:v>
                </c:pt>
                <c:pt idx="184">
                  <c:v>134</c:v>
                </c:pt>
                <c:pt idx="185">
                  <c:v>135</c:v>
                </c:pt>
                <c:pt idx="186">
                  <c:v>136</c:v>
                </c:pt>
                <c:pt idx="187">
                  <c:v>137</c:v>
                </c:pt>
                <c:pt idx="188">
                  <c:v>138</c:v>
                </c:pt>
                <c:pt idx="189">
                  <c:v>139</c:v>
                </c:pt>
                <c:pt idx="190">
                  <c:v>140</c:v>
                </c:pt>
                <c:pt idx="191">
                  <c:v>141</c:v>
                </c:pt>
                <c:pt idx="192">
                  <c:v>142</c:v>
                </c:pt>
                <c:pt idx="193">
                  <c:v>143</c:v>
                </c:pt>
                <c:pt idx="194">
                  <c:v>144</c:v>
                </c:pt>
                <c:pt idx="195">
                  <c:v>145</c:v>
                </c:pt>
                <c:pt idx="196">
                  <c:v>146</c:v>
                </c:pt>
                <c:pt idx="197">
                  <c:v>147</c:v>
                </c:pt>
                <c:pt idx="198">
                  <c:v>148</c:v>
                </c:pt>
                <c:pt idx="199">
                  <c:v>149</c:v>
                </c:pt>
                <c:pt idx="200">
                  <c:v>150</c:v>
                </c:pt>
              </c:numCache>
            </c:numRef>
          </c:xVal>
          <c:yVal>
            <c:numRef>
              <c:f>Sheet3!$F$1:$F$201</c:f>
              <c:numCache>
                <c:formatCode>General</c:formatCode>
                <c:ptCount val="201"/>
                <c:pt idx="0">
                  <c:v>1.009174311926607</c:v>
                </c:pt>
                <c:pt idx="1">
                  <c:v>1.1834862385321117</c:v>
                </c:pt>
                <c:pt idx="2">
                  <c:v>1.3577981651376163</c:v>
                </c:pt>
                <c:pt idx="3">
                  <c:v>1.532110091743121</c:v>
                </c:pt>
                <c:pt idx="4">
                  <c:v>1.7064220183486256</c:v>
                </c:pt>
                <c:pt idx="5">
                  <c:v>1.8807339449541303</c:v>
                </c:pt>
                <c:pt idx="6">
                  <c:v>2.0550458715596349</c:v>
                </c:pt>
                <c:pt idx="7">
                  <c:v>2.2293577981651396</c:v>
                </c:pt>
                <c:pt idx="8">
                  <c:v>2.3119266055045884</c:v>
                </c:pt>
                <c:pt idx="9">
                  <c:v>2.3944954128440372</c:v>
                </c:pt>
                <c:pt idx="10">
                  <c:v>2.3853211009174302</c:v>
                </c:pt>
                <c:pt idx="11">
                  <c:v>2.467889908256879</c:v>
                </c:pt>
                <c:pt idx="12">
                  <c:v>2.458715596330272</c:v>
                </c:pt>
                <c:pt idx="13">
                  <c:v>2.5412844036697209</c:v>
                </c:pt>
                <c:pt idx="14">
                  <c:v>2.6238532110091697</c:v>
                </c:pt>
                <c:pt idx="15">
                  <c:v>2.6146788990825698</c:v>
                </c:pt>
                <c:pt idx="16">
                  <c:v>2.6972477064220186</c:v>
                </c:pt>
                <c:pt idx="17">
                  <c:v>2.6880733944954116</c:v>
                </c:pt>
                <c:pt idx="18">
                  <c:v>2.7706422018348604</c:v>
                </c:pt>
                <c:pt idx="19">
                  <c:v>2.8532110091743093</c:v>
                </c:pt>
                <c:pt idx="20">
                  <c:v>2.8440366972477023</c:v>
                </c:pt>
                <c:pt idx="21">
                  <c:v>2.9266055045871546</c:v>
                </c:pt>
                <c:pt idx="22">
                  <c:v>2.9174311926605512</c:v>
                </c:pt>
                <c:pt idx="23">
                  <c:v>3</c:v>
                </c:pt>
                <c:pt idx="24">
                  <c:v>2.990825688073393</c:v>
                </c:pt>
                <c:pt idx="25">
                  <c:v>3.0733944954128418</c:v>
                </c:pt>
                <c:pt idx="26">
                  <c:v>3.0642201834862384</c:v>
                </c:pt>
                <c:pt idx="27">
                  <c:v>3.1467889908256872</c:v>
                </c:pt>
                <c:pt idx="28">
                  <c:v>3.1376146788990802</c:v>
                </c:pt>
                <c:pt idx="29">
                  <c:v>3.2201834862385326</c:v>
                </c:pt>
                <c:pt idx="30">
                  <c:v>3.2110091743119256</c:v>
                </c:pt>
                <c:pt idx="31">
                  <c:v>3.2018348623853221</c:v>
                </c:pt>
                <c:pt idx="32">
                  <c:v>3.2844036697247709</c:v>
                </c:pt>
                <c:pt idx="33">
                  <c:v>3.2752293577981639</c:v>
                </c:pt>
                <c:pt idx="34">
                  <c:v>3.3577981651376128</c:v>
                </c:pt>
                <c:pt idx="35">
                  <c:v>3.3486238532110093</c:v>
                </c:pt>
                <c:pt idx="36">
                  <c:v>3.4311926605504581</c:v>
                </c:pt>
                <c:pt idx="37">
                  <c:v>3.4220183486238511</c:v>
                </c:pt>
                <c:pt idx="38">
                  <c:v>3.4128440366972477</c:v>
                </c:pt>
                <c:pt idx="39">
                  <c:v>3.4954128440366965</c:v>
                </c:pt>
                <c:pt idx="40">
                  <c:v>3.4862385321100913</c:v>
                </c:pt>
                <c:pt idx="41">
                  <c:v>3.5688073394495401</c:v>
                </c:pt>
                <c:pt idx="42">
                  <c:v>3.5596330275229349</c:v>
                </c:pt>
                <c:pt idx="43">
                  <c:v>3.5504587155963296</c:v>
                </c:pt>
                <c:pt idx="44">
                  <c:v>3.5412844036697244</c:v>
                </c:pt>
                <c:pt idx="45">
                  <c:v>3.6238532110091732</c:v>
                </c:pt>
                <c:pt idx="46">
                  <c:v>3.6146788990825689</c:v>
                </c:pt>
                <c:pt idx="47">
                  <c:v>3.6055045871559628</c:v>
                </c:pt>
                <c:pt idx="48">
                  <c:v>3.6880733944954125</c:v>
                </c:pt>
                <c:pt idx="49">
                  <c:v>3.6788990825688073</c:v>
                </c:pt>
                <c:pt idx="50">
                  <c:v>3.6697247706422016</c:v>
                </c:pt>
                <c:pt idx="51">
                  <c:v>3.6605504587155964</c:v>
                </c:pt>
                <c:pt idx="52">
                  <c:v>3.7431192660550456</c:v>
                </c:pt>
                <c:pt idx="53">
                  <c:v>3.7339449541284404</c:v>
                </c:pt>
                <c:pt idx="54">
                  <c:v>3.7247706422018347</c:v>
                </c:pt>
                <c:pt idx="55">
                  <c:v>3.8073394495412844</c:v>
                </c:pt>
                <c:pt idx="56">
                  <c:v>3.7981651376146788</c:v>
                </c:pt>
                <c:pt idx="57">
                  <c:v>3.7889908256880735</c:v>
                </c:pt>
                <c:pt idx="58">
                  <c:v>3.7798165137614683</c:v>
                </c:pt>
                <c:pt idx="59">
                  <c:v>3.862385321100918</c:v>
                </c:pt>
                <c:pt idx="60">
                  <c:v>3.8532110091743119</c:v>
                </c:pt>
                <c:pt idx="61">
                  <c:v>3.8440366972477067</c:v>
                </c:pt>
                <c:pt idx="62">
                  <c:v>3.8348623853211006</c:v>
                </c:pt>
                <c:pt idx="63">
                  <c:v>3.9174311926605512</c:v>
                </c:pt>
                <c:pt idx="64">
                  <c:v>3.9082568807339459</c:v>
                </c:pt>
                <c:pt idx="65">
                  <c:v>3.8990825688073389</c:v>
                </c:pt>
                <c:pt idx="66">
                  <c:v>3.8899082568807337</c:v>
                </c:pt>
                <c:pt idx="67">
                  <c:v>3.9724770642201843</c:v>
                </c:pt>
                <c:pt idx="68">
                  <c:v>3.9633027522935791</c:v>
                </c:pt>
                <c:pt idx="69">
                  <c:v>3.9541284403669721</c:v>
                </c:pt>
                <c:pt idx="70">
                  <c:v>3.9449541284403686</c:v>
                </c:pt>
                <c:pt idx="71">
                  <c:v>3.9357798165137616</c:v>
                </c:pt>
                <c:pt idx="72">
                  <c:v>4.0183486238532105</c:v>
                </c:pt>
                <c:pt idx="73">
                  <c:v>4.009174311926607</c:v>
                </c:pt>
                <c:pt idx="74">
                  <c:v>4</c:v>
                </c:pt>
                <c:pt idx="75">
                  <c:v>3.9908256880733965</c:v>
                </c:pt>
                <c:pt idx="76">
                  <c:v>3.9816513761467895</c:v>
                </c:pt>
                <c:pt idx="77">
                  <c:v>4.0642201834862384</c:v>
                </c:pt>
                <c:pt idx="78">
                  <c:v>4.0550458715596349</c:v>
                </c:pt>
                <c:pt idx="79">
                  <c:v>4.0458715596330279</c:v>
                </c:pt>
                <c:pt idx="80">
                  <c:v>4.0366972477064245</c:v>
                </c:pt>
                <c:pt idx="81">
                  <c:v>4.0275229357798175</c:v>
                </c:pt>
                <c:pt idx="82">
                  <c:v>4.1100917431192663</c:v>
                </c:pt>
                <c:pt idx="83">
                  <c:v>4.1009174311926628</c:v>
                </c:pt>
                <c:pt idx="84">
                  <c:v>4.0917431192660558</c:v>
                </c:pt>
                <c:pt idx="85">
                  <c:v>4.0825688073394488</c:v>
                </c:pt>
                <c:pt idx="86">
                  <c:v>4.0733944954128454</c:v>
                </c:pt>
                <c:pt idx="87">
                  <c:v>4.0642201834862419</c:v>
                </c:pt>
                <c:pt idx="88">
                  <c:v>4.0550458715596349</c:v>
                </c:pt>
                <c:pt idx="89">
                  <c:v>4.0458715596330279</c:v>
                </c:pt>
                <c:pt idx="90">
                  <c:v>4.0366972477064209</c:v>
                </c:pt>
                <c:pt idx="91">
                  <c:v>4.027522935779821</c:v>
                </c:pt>
                <c:pt idx="92">
                  <c:v>4.018348623853214</c:v>
                </c:pt>
                <c:pt idx="93">
                  <c:v>4.009174311926607</c:v>
                </c:pt>
                <c:pt idx="94">
                  <c:v>4</c:v>
                </c:pt>
                <c:pt idx="95">
                  <c:v>3.990825688073393</c:v>
                </c:pt>
                <c:pt idx="96">
                  <c:v>3.9816513761467931</c:v>
                </c:pt>
                <c:pt idx="97">
                  <c:v>3.9724770642201861</c:v>
                </c:pt>
                <c:pt idx="98">
                  <c:v>3.9633027522935791</c:v>
                </c:pt>
                <c:pt idx="99">
                  <c:v>3.9541284403669721</c:v>
                </c:pt>
                <c:pt idx="100">
                  <c:v>3.9449541284403651</c:v>
                </c:pt>
                <c:pt idx="101">
                  <c:v>3.9357798165137652</c:v>
                </c:pt>
                <c:pt idx="102">
                  <c:v>3.9266055045871582</c:v>
                </c:pt>
                <c:pt idx="103">
                  <c:v>3.9174311926605512</c:v>
                </c:pt>
                <c:pt idx="104">
                  <c:v>3.9082568807339442</c:v>
                </c:pt>
                <c:pt idx="105">
                  <c:v>3.8990825688073443</c:v>
                </c:pt>
                <c:pt idx="106">
                  <c:v>3.8899082568807373</c:v>
                </c:pt>
                <c:pt idx="107">
                  <c:v>3.8807339449541303</c:v>
                </c:pt>
                <c:pt idx="108">
                  <c:v>3.8715596330275233</c:v>
                </c:pt>
                <c:pt idx="109">
                  <c:v>3.8623853211009163</c:v>
                </c:pt>
                <c:pt idx="110">
                  <c:v>3.8532110091743164</c:v>
                </c:pt>
                <c:pt idx="111">
                  <c:v>3.7522935779816535</c:v>
                </c:pt>
                <c:pt idx="112">
                  <c:v>3.7431192660550465</c:v>
                </c:pt>
                <c:pt idx="113">
                  <c:v>3.7339449541284395</c:v>
                </c:pt>
                <c:pt idx="114">
                  <c:v>3.7247706422018396</c:v>
                </c:pt>
                <c:pt idx="115">
                  <c:v>3.6238532110091768</c:v>
                </c:pt>
                <c:pt idx="116">
                  <c:v>3.6146788990825698</c:v>
                </c:pt>
                <c:pt idx="117">
                  <c:v>3.6055045871559628</c:v>
                </c:pt>
                <c:pt idx="118">
                  <c:v>3.5963302752293629</c:v>
                </c:pt>
                <c:pt idx="119">
                  <c:v>3.4954128440366929</c:v>
                </c:pt>
                <c:pt idx="120">
                  <c:v>3.486238532110093</c:v>
                </c:pt>
                <c:pt idx="121">
                  <c:v>3.4770642201834931</c:v>
                </c:pt>
                <c:pt idx="122">
                  <c:v>3.467889908256879</c:v>
                </c:pt>
                <c:pt idx="123">
                  <c:v>3.3669724770642233</c:v>
                </c:pt>
                <c:pt idx="124">
                  <c:v>3.3577981651376234</c:v>
                </c:pt>
                <c:pt idx="125">
                  <c:v>3.3486238532110093</c:v>
                </c:pt>
                <c:pt idx="126">
                  <c:v>3.3394495412844094</c:v>
                </c:pt>
                <c:pt idx="127">
                  <c:v>3.3302752293577953</c:v>
                </c:pt>
                <c:pt idx="128">
                  <c:v>3.2293577981651396</c:v>
                </c:pt>
                <c:pt idx="129">
                  <c:v>3.2201834862385397</c:v>
                </c:pt>
                <c:pt idx="130">
                  <c:v>3.2110091743119256</c:v>
                </c:pt>
                <c:pt idx="131">
                  <c:v>3.2018348623853257</c:v>
                </c:pt>
                <c:pt idx="132">
                  <c:v>3.1926605504587116</c:v>
                </c:pt>
                <c:pt idx="133">
                  <c:v>3.0917431192660558</c:v>
                </c:pt>
                <c:pt idx="134">
                  <c:v>3.0825688073394559</c:v>
                </c:pt>
                <c:pt idx="135">
                  <c:v>3.0733944954128418</c:v>
                </c:pt>
                <c:pt idx="136">
                  <c:v>2.9724770642201861</c:v>
                </c:pt>
                <c:pt idx="137">
                  <c:v>2.9633027522935862</c:v>
                </c:pt>
                <c:pt idx="138">
                  <c:v>2.9541284403669721</c:v>
                </c:pt>
                <c:pt idx="139">
                  <c:v>2.9449541284403722</c:v>
                </c:pt>
                <c:pt idx="140">
                  <c:v>2.8440366972477023</c:v>
                </c:pt>
                <c:pt idx="141">
                  <c:v>2.8348623853211024</c:v>
                </c:pt>
                <c:pt idx="142">
                  <c:v>2.8256880733945025</c:v>
                </c:pt>
                <c:pt idx="143">
                  <c:v>2.7247706422018325</c:v>
                </c:pt>
                <c:pt idx="144">
                  <c:v>2.7155963302752326</c:v>
                </c:pt>
                <c:pt idx="145">
                  <c:v>2.7064220183486327</c:v>
                </c:pt>
                <c:pt idx="146">
                  <c:v>2.6055045871559628</c:v>
                </c:pt>
                <c:pt idx="147">
                  <c:v>2.5963302752293629</c:v>
                </c:pt>
                <c:pt idx="148">
                  <c:v>2.5871559633027488</c:v>
                </c:pt>
                <c:pt idx="149">
                  <c:v>2.486238532110093</c:v>
                </c:pt>
                <c:pt idx="150">
                  <c:v>2.4770642201834931</c:v>
                </c:pt>
                <c:pt idx="151">
                  <c:v>2.467889908256879</c:v>
                </c:pt>
                <c:pt idx="152">
                  <c:v>2.3669724770642233</c:v>
                </c:pt>
                <c:pt idx="153">
                  <c:v>2.3577981651376234</c:v>
                </c:pt>
                <c:pt idx="154">
                  <c:v>2.2568807339449535</c:v>
                </c:pt>
                <c:pt idx="155">
                  <c:v>2.2477064220183536</c:v>
                </c:pt>
                <c:pt idx="156">
                  <c:v>2.2385321100917395</c:v>
                </c:pt>
                <c:pt idx="157">
                  <c:v>2.1376146788990837</c:v>
                </c:pt>
                <c:pt idx="158">
                  <c:v>2.1284403669724838</c:v>
                </c:pt>
                <c:pt idx="159">
                  <c:v>2.1192660550458697</c:v>
                </c:pt>
                <c:pt idx="160">
                  <c:v>2.018348623853214</c:v>
                </c:pt>
                <c:pt idx="161">
                  <c:v>2.0091743119266141</c:v>
                </c:pt>
                <c:pt idx="162">
                  <c:v>1.9082568807339442</c:v>
                </c:pt>
                <c:pt idx="163">
                  <c:v>1.8990825688073443</c:v>
                </c:pt>
                <c:pt idx="164">
                  <c:v>1.7981651376146885</c:v>
                </c:pt>
                <c:pt idx="165">
                  <c:v>1.7889908256880744</c:v>
                </c:pt>
                <c:pt idx="166">
                  <c:v>1.6880733944954187</c:v>
                </c:pt>
                <c:pt idx="167">
                  <c:v>1.6788990825688046</c:v>
                </c:pt>
                <c:pt idx="168">
                  <c:v>1.5779816513761489</c:v>
                </c:pt>
                <c:pt idx="169">
                  <c:v>1.568807339449549</c:v>
                </c:pt>
                <c:pt idx="170">
                  <c:v>1.5596330275229349</c:v>
                </c:pt>
                <c:pt idx="171">
                  <c:v>1.4587155963302791</c:v>
                </c:pt>
                <c:pt idx="172">
                  <c:v>1.3577981651376234</c:v>
                </c:pt>
                <c:pt idx="173">
                  <c:v>1.3486238532110093</c:v>
                </c:pt>
                <c:pt idx="174">
                  <c:v>1.2477064220183536</c:v>
                </c:pt>
                <c:pt idx="175">
                  <c:v>1.2385321100917537</c:v>
                </c:pt>
                <c:pt idx="176">
                  <c:v>1.1376146788990837</c:v>
                </c:pt>
                <c:pt idx="177">
                  <c:v>1.1284403669724838</c:v>
                </c:pt>
                <c:pt idx="178">
                  <c:v>1.0275229357798139</c:v>
                </c:pt>
                <c:pt idx="179">
                  <c:v>1.018348623853214</c:v>
                </c:pt>
                <c:pt idx="180">
                  <c:v>0.91743119266055828</c:v>
                </c:pt>
                <c:pt idx="181">
                  <c:v>0.90825688073394417</c:v>
                </c:pt>
                <c:pt idx="182">
                  <c:v>0.80733944954130266</c:v>
                </c:pt>
                <c:pt idx="183">
                  <c:v>0.70642201834863272</c:v>
                </c:pt>
                <c:pt idx="184">
                  <c:v>0.69724770642201861</c:v>
                </c:pt>
                <c:pt idx="185">
                  <c:v>0.59633027522934867</c:v>
                </c:pt>
                <c:pt idx="186">
                  <c:v>0.58715596330276298</c:v>
                </c:pt>
                <c:pt idx="187">
                  <c:v>0.48623853211009305</c:v>
                </c:pt>
                <c:pt idx="188">
                  <c:v>0.38532110091742311</c:v>
                </c:pt>
                <c:pt idx="189">
                  <c:v>0.37614678899083742</c:v>
                </c:pt>
                <c:pt idx="190">
                  <c:v>0.27522935779816748</c:v>
                </c:pt>
                <c:pt idx="191">
                  <c:v>0.17431192660549755</c:v>
                </c:pt>
                <c:pt idx="192">
                  <c:v>0.16513761467891186</c:v>
                </c:pt>
                <c:pt idx="193">
                  <c:v>6.4220183486241922E-2</c:v>
                </c:pt>
                <c:pt idx="194">
                  <c:v>-3.6697247706428016E-2</c:v>
                </c:pt>
                <c:pt idx="195">
                  <c:v>-4.5871559633013703E-2</c:v>
                </c:pt>
                <c:pt idx="196">
                  <c:v>-0.14678899082568364</c:v>
                </c:pt>
                <c:pt idx="197">
                  <c:v>-0.24770642201835358</c:v>
                </c:pt>
                <c:pt idx="198">
                  <c:v>-0.34862385321099509</c:v>
                </c:pt>
                <c:pt idx="199">
                  <c:v>-0.3577981651376092</c:v>
                </c:pt>
                <c:pt idx="200">
                  <c:v>-0.45871559633027914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8E8-415B-81F2-587839AE1F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99559008"/>
        <c:axId val="1099564768"/>
      </c:scatterChart>
      <c:valAx>
        <c:axId val="10995590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9564768"/>
        <c:crosses val="autoZero"/>
        <c:crossBetween val="midCat"/>
      </c:valAx>
      <c:valAx>
        <c:axId val="10995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955900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4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185B6B-ECE2-4879-A9A5-03850BAAFBB0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AA1267-AA76-4E48-81A7-ED61976908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8971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F5F04-E335-67A4-FA69-8365E526D2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DAD6FB-F3BC-752E-D374-800B1DE648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BC70D-06A8-D18A-A788-8FD4FB1B4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41495-F5D4-4BAE-846E-C1BA39B38C3E}" type="datetime1">
              <a:rPr lang="en-GB" smtClean="0"/>
              <a:t>17/01/2026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CE3A3-1862-497C-DDA8-5672505EB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EAD9D-BBC4-E88C-BB0F-497F1E27E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/>
            </a:lvl1pPr>
          </a:lstStyle>
          <a:p>
            <a:fld id="{1ED87AFC-F3F3-4E09-A9D9-1873FFB55EC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5847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C67ED-67B0-A413-78B4-CDBF534FD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1D5D6-9D4D-11E4-06D4-372026C4A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B2683-A2AF-4A75-8A55-9D7F47C47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00E1F-D883-4734-8D17-FAFD2FE3F82B}" type="datetime1">
              <a:rPr lang="en-GB" smtClean="0"/>
              <a:t>17/01/2026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BA211-1912-E80C-FB03-CEBF52261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79302-C457-E101-4432-A6FA5B745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7727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8383B-473A-5E42-BF42-66A87607B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053AF-2AFB-8A34-6F64-C96945835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5E19C-560D-582B-5C65-BABE72840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3C43-999F-4677-8B7B-A143626357DE}" type="datetime1">
              <a:rPr lang="en-GB" smtClean="0"/>
              <a:t>17/01/2026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26A85-9039-9DC7-FCE8-E59C15784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E4C43-E1C4-CF43-D041-995B05E02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3696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56A55-F2A7-95D7-5B21-8C725B775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85870-E1A2-2279-E26B-485EDCBB07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5CDC7-3655-6623-C08B-2A0DDFBA47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E85466-A2BA-0F1C-C0EE-3DDD9BBFB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E2D2-7D84-4F62-AB79-04DD5D6E2A83}" type="datetime1">
              <a:rPr lang="en-GB" smtClean="0"/>
              <a:t>17/01/2026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DF506-CEA6-3A73-C30B-9E8664508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1BEED9-EA69-B899-A439-2F43F88F9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5465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8FB61-0B1B-1AA8-C776-6E6E59874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E91144-0D95-8068-5D00-7A87B3CBA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ECA04A-9C50-74D8-50AB-68DCD684C4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E713DA-D885-C472-BAD2-D383CFB17D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4216DC-7E05-7364-DBE6-E5FCE8ADCF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A299C5-58E9-0915-C7F9-532BCEB53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42E2F-086F-40AD-AE37-0FE3516ECA88}" type="datetime1">
              <a:rPr lang="en-GB" smtClean="0"/>
              <a:t>17/01/2026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2A08F8-E9E4-42AA-2BF5-F3FD711CF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9A90D6-B33F-B27A-89BC-5C61CD746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1980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8F1DD-33BA-DC1A-503B-EDF553E94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9C1459-127D-B946-DCC3-295E311F4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B7FCF-08A1-4FE4-9E9D-DC420D650C18}" type="datetime1">
              <a:rPr lang="en-GB" smtClean="0"/>
              <a:t>17/01/2026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6167AD-FE57-199A-AED0-34EC850A9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4E0EC7-4B04-9729-C509-C54966A06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154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2124B3-7905-CDCE-B292-FD8A2BD1E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DA0C7-BAEE-4F35-8A3B-93DC0CEF01B4}" type="datetime1">
              <a:rPr lang="en-GB" smtClean="0"/>
              <a:t>17/01/2026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FA3729-5522-EE34-2FCC-F4BC137CE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A7865-47F4-47C5-BBCB-A6249F2A9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0480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64DEA-FB17-B8A6-AA81-03FAA8202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307C4-5CF6-7B6B-7A9A-A16BDDA45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62CCBA-A6B6-D42B-9A6C-7C4515A57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7EF61-BB13-5B78-32CC-DAE862704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368E4-9C31-482F-B818-B582CFCA3920}" type="datetime1">
              <a:rPr lang="en-GB" smtClean="0"/>
              <a:t>17/01/2026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CE7C5-8D38-2000-9396-6952E2AC5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81D8B-C963-0093-61E4-B314D8287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4485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EC570-FFEA-139D-76DD-8FAD26F43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35F4C9-5646-2C72-5A74-36DBA95E04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733E6-059F-B4E8-2665-301BD49D2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3E015-83D2-B22A-AEFA-3050D046C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87033-DBE3-47C4-85A3-06E175F67215}" type="datetime1">
              <a:rPr lang="en-GB" smtClean="0"/>
              <a:t>17/01/2026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0DCC9E-7434-E9C4-BF07-F498CDF74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7B5824-C721-15E0-005F-09D87B369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276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DA8C0-0F4C-EB7E-4D83-13A13AB34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2CC711-7438-1B41-AB61-31E43CBF3A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412AF-0EE4-43D6-3E5A-849272534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8CAA1-DC3A-4AD5-88F3-EBC71BAF0E08}" type="datetime1">
              <a:rPr lang="en-GB" smtClean="0"/>
              <a:t>17/01/2026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C32D4-8659-7FED-DBB7-C92D7179A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87D87-07EB-4978-82B2-863E55F52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7571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C1CF52-EC45-CAB7-E131-1ECA7B9CB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1FF283-34F1-64D3-F66D-2F035B48F6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D3432-534B-D87F-33AD-11D40092D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66873-85DD-4CDB-895B-8ED6F6A7367F}" type="datetime1">
              <a:rPr lang="en-GB" smtClean="0"/>
              <a:t>17/01/2026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AE0A8-0EFF-A6D0-21B8-38A2D7E8A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C8CA4-F6F3-B516-1FBA-074CDC4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8209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E5FCCA-3F3F-773D-CD33-62B98DC6A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4DECA-96E2-A2E3-D34A-F7C25B021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31FA4-DBAE-837F-EEB7-35143BA16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EB35A-6C1C-44EB-A894-5CBC41E755B3}" type="datetime1">
              <a:rPr lang="en-GB" smtClean="0"/>
              <a:t>17/01/2026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1C84C-67E4-49E5-DBCE-67ED85EF16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40A1-6DB9-3D28-8445-9C83A0B70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87AFC-F3F3-4E09-A9D9-1873FFB55EC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7759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939939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2030" y="1209220"/>
            <a:ext cx="9147940" cy="2337238"/>
          </a:xfrm>
        </p:spPr>
        <p:txBody>
          <a:bodyPr anchor="b">
            <a:normAutofit/>
          </a:bodyPr>
          <a:lstStyle/>
          <a:p>
            <a:r>
              <a:rPr lang="en-GB" sz="5200" b="1">
                <a:solidFill>
                  <a:srgbClr val="FFFFFF"/>
                </a:solidFill>
              </a:rPr>
              <a:t>ENG4118/5326 - Robotics 4/M</a:t>
            </a:r>
            <a:br>
              <a:rPr lang="en-GB" sz="5200" b="1">
                <a:solidFill>
                  <a:srgbClr val="FFFFFF"/>
                </a:solidFill>
              </a:rPr>
            </a:br>
            <a:r>
              <a:rPr lang="en-GB" sz="5200" b="1">
                <a:solidFill>
                  <a:srgbClr val="FFFFFF"/>
                </a:solidFill>
              </a:rPr>
              <a:t>Sensors, Actuators and Image capture, processing and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2030" y="3605577"/>
            <a:ext cx="9147940" cy="1324303"/>
          </a:xfrm>
        </p:spPr>
        <p:txBody>
          <a:bodyPr anchor="t">
            <a:normAutofit/>
          </a:bodyPr>
          <a:lstStyle/>
          <a:p>
            <a:r>
              <a:rPr lang="en-GB" sz="2000" dirty="0">
                <a:solidFill>
                  <a:srgbClr val="FFFFFF"/>
                </a:solidFill>
              </a:rPr>
              <a:t>Lecture 3</a:t>
            </a:r>
          </a:p>
          <a:p>
            <a:r>
              <a:rPr lang="en-GB" sz="2000" dirty="0">
                <a:solidFill>
                  <a:srgbClr val="FFFFFF"/>
                </a:solidFill>
              </a:rPr>
              <a:t>Kevin Worrall</a:t>
            </a:r>
          </a:p>
        </p:txBody>
      </p:sp>
      <p:sp>
        <p:nvSpPr>
          <p:cNvPr id="12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42FB52-67A8-E2C7-2462-FB99CD1C6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33916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9936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715" y="467271"/>
            <a:ext cx="4195674" cy="1252970"/>
          </a:xfrm>
        </p:spPr>
        <p:txBody>
          <a:bodyPr anchor="b">
            <a:normAutofit/>
          </a:bodyPr>
          <a:lstStyle/>
          <a:p>
            <a:r>
              <a:rPr lang="en-GB" sz="5600" b="1" dirty="0"/>
              <a:t>Overview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F57451-DC0D-84D4-4468-91BA2BD392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253" b="3"/>
          <a:stretch/>
        </p:blipFill>
        <p:spPr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14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715" y="1720241"/>
            <a:ext cx="4745994" cy="5001234"/>
          </a:xfrm>
        </p:spPr>
        <p:txBody>
          <a:bodyPr anchor="t">
            <a:normAutofit/>
          </a:bodyPr>
          <a:lstStyle/>
          <a:p>
            <a:r>
              <a:rPr lang="en-GB" dirty="0">
                <a:solidFill>
                  <a:schemeClr val="tx1">
                    <a:alpha val="80000"/>
                  </a:schemeClr>
                </a:solidFill>
              </a:rPr>
              <a:t>End of Lecture 2</a:t>
            </a:r>
          </a:p>
          <a:p>
            <a:r>
              <a:rPr lang="en-GB" dirty="0">
                <a:solidFill>
                  <a:schemeClr val="tx1">
                    <a:alpha val="80000"/>
                  </a:schemeClr>
                </a:solidFill>
              </a:rPr>
              <a:t>Various Sensor Specifications</a:t>
            </a:r>
          </a:p>
          <a:p>
            <a:endParaRPr lang="en-GB" sz="2000" dirty="0">
              <a:solidFill>
                <a:schemeClr val="tx1">
                  <a:alpha val="80000"/>
                </a:schemeClr>
              </a:solidFill>
            </a:endParaRPr>
          </a:p>
          <a:p>
            <a:endParaRPr lang="en-GB" sz="2000" dirty="0">
              <a:solidFill>
                <a:schemeClr val="tx1">
                  <a:alpha val="80000"/>
                </a:schemeClr>
              </a:solidFill>
            </a:endParaRPr>
          </a:p>
          <a:p>
            <a:endParaRPr lang="en-GB" sz="2000" dirty="0">
              <a:solidFill>
                <a:schemeClr val="tx1">
                  <a:alpha val="80000"/>
                </a:schemeClr>
              </a:solidFill>
            </a:endParaRPr>
          </a:p>
          <a:p>
            <a:endParaRPr lang="en-GB" sz="2000" dirty="0">
              <a:solidFill>
                <a:schemeClr val="tx1">
                  <a:alpha val="80000"/>
                </a:schemeClr>
              </a:solidFill>
            </a:endParaRPr>
          </a:p>
          <a:p>
            <a:pPr lvl="2"/>
            <a:endParaRPr lang="en-GB" sz="1200" dirty="0">
              <a:solidFill>
                <a:schemeClr val="tx1">
                  <a:alpha val="80000"/>
                </a:schemeClr>
              </a:solidFill>
            </a:endParaRPr>
          </a:p>
          <a:p>
            <a:pPr lvl="2"/>
            <a:endParaRPr lang="en-GB" sz="1200" dirty="0">
              <a:solidFill>
                <a:schemeClr val="tx1">
                  <a:alpha val="80000"/>
                </a:schemeClr>
              </a:solidFill>
            </a:endParaRPr>
          </a:p>
          <a:p>
            <a:pPr lvl="2"/>
            <a:endParaRPr lang="en-GB" sz="1200" dirty="0">
              <a:solidFill>
                <a:schemeClr val="tx1">
                  <a:alpha val="80000"/>
                </a:schemeClr>
              </a:solidFill>
            </a:endParaRPr>
          </a:p>
          <a:p>
            <a:endParaRPr lang="en-GB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8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0761D-BFB0-57EF-E43B-6C4AC298B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6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alpha val="6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0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9490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682E28-C427-D4DE-A04E-432BF7FE1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32ECAA6-F147-5AE9-E067-6FF84AC022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FD37E-5C53-E69A-AB89-8243E4F85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030" y="1209220"/>
            <a:ext cx="9147940" cy="23372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Sensor Specifications</a:t>
            </a:r>
            <a:br>
              <a:rPr lang="en-US" sz="5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5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Continued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115E60-7C03-4231-FCC6-566615205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2030" y="3605577"/>
            <a:ext cx="9147940" cy="13243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0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algn="ctr"/>
            <a:endParaRPr lang="en-US" sz="20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Graphic 22">
            <a:extLst>
              <a:ext uri="{FF2B5EF4-FFF2-40B4-BE49-F238E27FC236}">
                <a16:creationId xmlns:a16="http://schemas.microsoft.com/office/drawing/2014/main" id="{43C3781D-9D68-F74F-E479-8B0C9AD7B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F9AC5843-6EDF-C356-FF95-3F164B550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Graphic 15">
            <a:extLst>
              <a:ext uri="{FF2B5EF4-FFF2-40B4-BE49-F238E27FC236}">
                <a16:creationId xmlns:a16="http://schemas.microsoft.com/office/drawing/2014/main" id="{C18D2016-1E96-1580-C573-8EB1CB1D8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Graphic 21">
            <a:extLst>
              <a:ext uri="{FF2B5EF4-FFF2-40B4-BE49-F238E27FC236}">
                <a16:creationId xmlns:a16="http://schemas.microsoft.com/office/drawing/2014/main" id="{708752A8-6320-4EBE-88F0-395E93EC9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Graphic 12">
            <a:extLst>
              <a:ext uri="{FF2B5EF4-FFF2-40B4-BE49-F238E27FC236}">
                <a16:creationId xmlns:a16="http://schemas.microsoft.com/office/drawing/2014/main" id="{97C93AE4-8DFC-B9D1-71D4-1B8F54F06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Graphic 23">
            <a:extLst>
              <a:ext uri="{FF2B5EF4-FFF2-40B4-BE49-F238E27FC236}">
                <a16:creationId xmlns:a16="http://schemas.microsoft.com/office/drawing/2014/main" id="{879E5976-D56C-17DA-B46D-B4436D7B83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457F528-7377-663C-CFA9-25B19A0ED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C0349-B61D-BA4F-857A-7BE564929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33916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4244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Error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FB244B-6ECD-B8CD-5D64-9B0728808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200" b="1" i="1"/>
              <a:t>Error</a:t>
            </a:r>
          </a:p>
          <a:p>
            <a:pPr lvl="1"/>
            <a:r>
              <a:rPr lang="en-GB" sz="2200"/>
              <a:t>defined as the difference between the sensor output and the true value of the quantity being read</a:t>
            </a:r>
          </a:p>
          <a:p>
            <a:pPr lvl="1"/>
            <a:r>
              <a:rPr lang="en-GB" sz="2200"/>
              <a:t>Returned value is 23°C, true is 21°C error is (23-21) 2°C</a:t>
            </a:r>
          </a:p>
          <a:p>
            <a:r>
              <a:rPr lang="en-GB" sz="2200"/>
              <a:t>Error is sometimes used to describe other aspects of the sensor... better to be specific... detail later!</a:t>
            </a:r>
          </a:p>
          <a:p>
            <a:endParaRPr lang="en-GB" sz="2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3547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375B19-F80D-BD0F-3C8E-0963BA38F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21CDEB-3548-2323-FA17-BC9D5C435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Sensitivity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7C0415-FE63-8F0B-ACCF-7B321C3C5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200" dirty="0"/>
              <a:t>How much the output changes by when the input changes</a:t>
            </a:r>
          </a:p>
          <a:p>
            <a:r>
              <a:rPr lang="en-GB" sz="2200" dirty="0"/>
              <a:t>Relationship between the output and input:</a:t>
            </a:r>
          </a:p>
          <a:p>
            <a:endParaRPr lang="en-GB" sz="2200" dirty="0"/>
          </a:p>
          <a:p>
            <a:endParaRPr lang="en-GB" sz="2200" dirty="0"/>
          </a:p>
          <a:p>
            <a:endParaRPr lang="en-GB" sz="2200" dirty="0"/>
          </a:p>
          <a:p>
            <a:r>
              <a:rPr lang="en-GB" sz="2200" dirty="0"/>
              <a:t>But can also be used to describe effect on input from environmental changes</a:t>
            </a:r>
          </a:p>
          <a:p>
            <a:r>
              <a:rPr lang="en-GB" sz="2200" dirty="0"/>
              <a:t>Pressure sensor may have a temperature sensitivity of ±0.1% per °C</a:t>
            </a:r>
          </a:p>
          <a:p>
            <a:r>
              <a:rPr lang="en-GB" sz="2200" dirty="0"/>
              <a:t>Assuming fixed output span</a:t>
            </a:r>
          </a:p>
          <a:p>
            <a:pPr lvl="1"/>
            <a:r>
              <a:rPr lang="en-GB" sz="2200" dirty="0"/>
              <a:t>Static Response curves with high sensitivity have small input range</a:t>
            </a:r>
          </a:p>
          <a:p>
            <a:pPr lvl="1"/>
            <a:r>
              <a:rPr lang="en-GB" sz="2200" dirty="0"/>
              <a:t>Static Response curves with low sensitivity have large input range</a:t>
            </a:r>
          </a:p>
          <a:p>
            <a:endParaRPr lang="en-GB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56B04-8AA8-C98D-E534-4521AA372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Formula 3">
                <a:extLst>
                  <a:ext uri="{FF2B5EF4-FFF2-40B4-BE49-F238E27FC236}">
                    <a16:creationId xmlns:a16="http://schemas.microsoft.com/office/drawing/2014/main" id="{B72EBD2C-EA89-5F0E-707B-29B40942F2C3}"/>
                  </a:ext>
                </a:extLst>
              </p:cNvPr>
              <p:cNvSpPr txBox="1"/>
              <p:nvPr/>
            </p:nvSpPr>
            <p:spPr>
              <a:xfrm>
                <a:off x="1684721" y="3084089"/>
                <a:ext cx="3227400" cy="689821"/>
              </a:xfrm>
              <a:prstGeom prst="rect">
                <a:avLst/>
              </a:prstGeom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ar-AE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𝑠𝑒𝑛𝑠𝑖𝑡𝑖𝑣𝑖𝑡𝑦</m:t>
                      </m:r>
                      <m:r>
                        <a:rPr kumimoji="0" lang="ar-AE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f>
                        <m:fPr>
                          <m:ctrlP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𝑜𝑢𝑡𝑝𝑢𝑡</m:t>
                          </m:r>
                          <m:r>
                            <a:rPr kumimoji="0" lang="ar-AE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 </m:t>
                          </m:r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𝑤𝑖𝑑𝑡</m:t>
                          </m:r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h</m:t>
                          </m:r>
                        </m:num>
                        <m:den>
                          <m: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𝑖𝑛𝑝𝑢𝑡</m:t>
                          </m:r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𝑤𝑖𝑑𝑡</m:t>
                          </m:r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kumimoji="0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Formula 3">
                <a:extLst>
                  <a:ext uri="{FF2B5EF4-FFF2-40B4-BE49-F238E27FC236}">
                    <a16:creationId xmlns:a16="http://schemas.microsoft.com/office/drawing/2014/main" id="{B72EBD2C-EA89-5F0E-707B-29B40942F2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4721" y="3084089"/>
                <a:ext cx="3227400" cy="6898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Formula 3">
                <a:extLst>
                  <a:ext uri="{FF2B5EF4-FFF2-40B4-BE49-F238E27FC236}">
                    <a16:creationId xmlns:a16="http://schemas.microsoft.com/office/drawing/2014/main" id="{C4C3B99A-6FE2-0698-8457-30E60C00D888}"/>
                  </a:ext>
                </a:extLst>
              </p:cNvPr>
              <p:cNvSpPr txBox="1"/>
              <p:nvPr/>
            </p:nvSpPr>
            <p:spPr>
              <a:xfrm>
                <a:off x="6480093" y="3084089"/>
                <a:ext cx="3843007" cy="689821"/>
              </a:xfrm>
              <a:prstGeom prst="rect">
                <a:avLst/>
              </a:prstGeom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ar-AE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𝑠𝑒𝑛𝑠𝑖𝑡𝑖𝑣𝑖𝑡𝑦</m:t>
                      </m:r>
                      <m:r>
                        <a:rPr kumimoji="0" lang="ar-AE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f>
                        <m:fPr>
                          <m:ctrlP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𝑜𝑢𝑡𝑝𝑢𝑡</m:t>
                          </m:r>
                          <m:r>
                            <a:rPr kumimoji="0" lang="ar-AE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 </m:t>
                          </m:r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𝑟𝑒𝑠𝑜𝑙𝑢𝑡𝑖𝑜𝑛</m:t>
                          </m:r>
                        </m:num>
                        <m:den>
                          <m: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𝑖𝑛𝑝𝑢𝑡</m:t>
                          </m:r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GB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𝑟𝑒𝑠𝑜𝑙𝑢𝑡𝑖𝑜𝑛</m:t>
                          </m:r>
                        </m:den>
                      </m:f>
                    </m:oMath>
                  </m:oMathPara>
                </a14:m>
                <a:endParaRPr kumimoji="0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Formula 3">
                <a:extLst>
                  <a:ext uri="{FF2B5EF4-FFF2-40B4-BE49-F238E27FC236}">
                    <a16:creationId xmlns:a16="http://schemas.microsoft.com/office/drawing/2014/main" id="{C4C3B99A-6FE2-0698-8457-30E60C00D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093" y="3084089"/>
                <a:ext cx="3843007" cy="6898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3182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Sensitivity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F274DB2-C53B-36F8-A7AE-5B725D5AC5D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228087"/>
          <a:ext cx="10515600" cy="39488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2524D0-BB91-BE52-CC4C-CECAF9026747}"/>
              </a:ext>
            </a:extLst>
          </p:cNvPr>
          <p:cNvCxnSpPr>
            <a:cxnSpLocks/>
          </p:cNvCxnSpPr>
          <p:nvPr/>
        </p:nvCxnSpPr>
        <p:spPr>
          <a:xfrm>
            <a:off x="609600" y="4521666"/>
            <a:ext cx="9012572" cy="0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D3FA616-B9AC-23C0-B614-23F0C5932B9E}"/>
              </a:ext>
            </a:extLst>
          </p:cNvPr>
          <p:cNvCxnSpPr>
            <a:cxnSpLocks/>
          </p:cNvCxnSpPr>
          <p:nvPr/>
        </p:nvCxnSpPr>
        <p:spPr>
          <a:xfrm>
            <a:off x="609600" y="5252906"/>
            <a:ext cx="9012572" cy="0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">
            <a:extLst>
              <a:ext uri="{FF2B5EF4-FFF2-40B4-BE49-F238E27FC236}">
                <a16:creationId xmlns:a16="http://schemas.microsoft.com/office/drawing/2014/main" id="{6D7236A7-E03D-8052-3B9B-3C6E830627CA}"/>
              </a:ext>
            </a:extLst>
          </p:cNvPr>
          <p:cNvSpPr txBox="1"/>
          <p:nvPr/>
        </p:nvSpPr>
        <p:spPr>
          <a:xfrm>
            <a:off x="381000" y="4740319"/>
            <a:ext cx="914400" cy="251668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Fixed Width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060109F-D9D3-FD43-AAD4-D67227573E33}"/>
              </a:ext>
            </a:extLst>
          </p:cNvPr>
          <p:cNvCxnSpPr/>
          <p:nvPr/>
        </p:nvCxnSpPr>
        <p:spPr>
          <a:xfrm flipV="1">
            <a:off x="2316020" y="2140527"/>
            <a:ext cx="0" cy="3948876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Box 1">
            <a:extLst>
              <a:ext uri="{FF2B5EF4-FFF2-40B4-BE49-F238E27FC236}">
                <a16:creationId xmlns:a16="http://schemas.microsoft.com/office/drawing/2014/main" id="{A4768643-109E-2799-FE42-BF9048F9C5E7}"/>
              </a:ext>
            </a:extLst>
          </p:cNvPr>
          <p:cNvSpPr txBox="1"/>
          <p:nvPr/>
        </p:nvSpPr>
        <p:spPr>
          <a:xfrm>
            <a:off x="2316020" y="2144520"/>
            <a:ext cx="1182848" cy="251668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Small input width</a:t>
            </a:r>
          </a:p>
        </p:txBody>
      </p:sp>
      <p:sp>
        <p:nvSpPr>
          <p:cNvPr id="21" name="TextBox 1">
            <a:extLst>
              <a:ext uri="{FF2B5EF4-FFF2-40B4-BE49-F238E27FC236}">
                <a16:creationId xmlns:a16="http://schemas.microsoft.com/office/drawing/2014/main" id="{F2B9406A-41B4-4D37-D2FC-E433C62362D9}"/>
              </a:ext>
            </a:extLst>
          </p:cNvPr>
          <p:cNvSpPr txBox="1"/>
          <p:nvPr/>
        </p:nvSpPr>
        <p:spPr>
          <a:xfrm>
            <a:off x="5115886" y="3207259"/>
            <a:ext cx="1182848" cy="251668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Large input width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59ECDBC-B18F-27D1-1E0D-CFD9A145C703}"/>
              </a:ext>
            </a:extLst>
          </p:cNvPr>
          <p:cNvCxnSpPr/>
          <p:nvPr/>
        </p:nvCxnSpPr>
        <p:spPr>
          <a:xfrm flipV="1">
            <a:off x="4463474" y="2140527"/>
            <a:ext cx="0" cy="3948876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7237FC3-ABE5-A733-0BB7-60BA6A27502F}"/>
              </a:ext>
            </a:extLst>
          </p:cNvPr>
          <p:cNvCxnSpPr/>
          <p:nvPr/>
        </p:nvCxnSpPr>
        <p:spPr>
          <a:xfrm flipV="1">
            <a:off x="5115886" y="2140527"/>
            <a:ext cx="0" cy="3948876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0876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Hysteresis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FB244B-6ECD-B8CD-5D64-9B0728808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200"/>
              <a:t>Some sensors can give different readings for the same input depending on the whether the sensor input was increasing or decreasing</a:t>
            </a:r>
          </a:p>
          <a:p>
            <a:r>
              <a:rPr lang="en-GB" sz="2200"/>
              <a:t>Reading is based on the current input as well as the history of inputs</a:t>
            </a:r>
          </a:p>
          <a:p>
            <a:r>
              <a:rPr lang="en-GB" sz="2200"/>
              <a:t>Not necessarily a bad thing, depending on application</a:t>
            </a:r>
          </a:p>
          <a:p>
            <a:r>
              <a:rPr lang="en-GB" sz="2200"/>
              <a:t>...but ideal would be not to have any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2388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Hysteresis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D884B862-0123-B6A3-3D65-6731F934A03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228087"/>
          <a:ext cx="10515600" cy="39488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9BECD82-5C20-565E-9DC1-3F58E949EDA1}"/>
              </a:ext>
            </a:extLst>
          </p:cNvPr>
          <p:cNvCxnSpPr/>
          <p:nvPr/>
        </p:nvCxnSpPr>
        <p:spPr>
          <a:xfrm flipH="1">
            <a:off x="5465606" y="2046997"/>
            <a:ext cx="48638" cy="4309353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FB670C-8E24-C042-A309-063B76694035}"/>
              </a:ext>
            </a:extLst>
          </p:cNvPr>
          <p:cNvCxnSpPr>
            <a:cxnSpLocks/>
          </p:cNvCxnSpPr>
          <p:nvPr/>
        </p:nvCxnSpPr>
        <p:spPr>
          <a:xfrm flipH="1">
            <a:off x="1350628" y="4201674"/>
            <a:ext cx="5213058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E303C43-A556-F9E0-71B6-58C10EF3E822}"/>
              </a:ext>
            </a:extLst>
          </p:cNvPr>
          <p:cNvCxnSpPr>
            <a:cxnSpLocks/>
          </p:cNvCxnSpPr>
          <p:nvPr/>
        </p:nvCxnSpPr>
        <p:spPr>
          <a:xfrm flipH="1">
            <a:off x="1381388" y="4911942"/>
            <a:ext cx="5213058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AECBA9B-769D-A625-89BF-40D88C6F9242}"/>
              </a:ext>
            </a:extLst>
          </p:cNvPr>
          <p:cNvCxnSpPr/>
          <p:nvPr/>
        </p:nvCxnSpPr>
        <p:spPr>
          <a:xfrm flipV="1">
            <a:off x="5893266" y="3972187"/>
            <a:ext cx="553673" cy="7675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654599D-E18F-B5BC-E120-6B29EDD78F13}"/>
              </a:ext>
            </a:extLst>
          </p:cNvPr>
          <p:cNvCxnSpPr/>
          <p:nvPr/>
        </p:nvCxnSpPr>
        <p:spPr>
          <a:xfrm flipH="1">
            <a:off x="5108895" y="3646922"/>
            <a:ext cx="583035" cy="7906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5260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F9DA95-D422-554B-C2DD-D28AEF4C4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D9110-B900-9415-E133-0E9B14032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Non-Linearity Error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DDB35F-ADE9-3D38-8DFB-A44161A32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1900"/>
              <a:t>Normally a linear relationship is assumed between input and output</a:t>
            </a:r>
          </a:p>
          <a:p>
            <a:endParaRPr lang="en-GB" sz="1900"/>
          </a:p>
          <a:p>
            <a:endParaRPr lang="en-GB" sz="1900"/>
          </a:p>
          <a:p>
            <a:r>
              <a:rPr lang="en-GB" sz="1900"/>
              <a:t>This is not usually the case, and the maximum difference between the ideal linear relationship and the actual value is the Non-Linearity Error</a:t>
            </a:r>
          </a:p>
          <a:p>
            <a:r>
              <a:rPr lang="en-GB" sz="1900"/>
              <a:t>Typically quoted as a percentage</a:t>
            </a:r>
          </a:p>
          <a:p>
            <a:pPr lvl="1"/>
            <a:r>
              <a:rPr lang="en-GB" sz="1900"/>
              <a:t>Non-linearity Error is ±0.05%</a:t>
            </a:r>
          </a:p>
          <a:p>
            <a:r>
              <a:rPr lang="en-GB" sz="1900"/>
              <a:t>Method used to calculate linear relationship</a:t>
            </a:r>
          </a:p>
          <a:p>
            <a:pPr lvl="1"/>
            <a:r>
              <a:rPr lang="en-GB" sz="1900"/>
              <a:t>Was the line drawn between the max' and min' values?</a:t>
            </a:r>
          </a:p>
          <a:p>
            <a:pPr lvl="1"/>
            <a:r>
              <a:rPr lang="en-GB" sz="1900"/>
              <a:t>Was it drawn through the zero point?</a:t>
            </a:r>
          </a:p>
          <a:p>
            <a:pPr lvl="1"/>
            <a:r>
              <a:rPr lang="en-GB" sz="1900"/>
              <a:t>Best fit for a range of points?</a:t>
            </a:r>
          </a:p>
          <a:p>
            <a:pPr lvl="1"/>
            <a:r>
              <a:rPr lang="en-GB" sz="1900"/>
              <a:t>Assumed operating point?</a:t>
            </a:r>
          </a:p>
          <a:p>
            <a:endParaRPr lang="en-GB" sz="19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3D663-5B2F-4009-7DBE-D81CCF189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Formula 3">
                <a:extLst>
                  <a:ext uri="{FF2B5EF4-FFF2-40B4-BE49-F238E27FC236}">
                    <a16:creationId xmlns:a16="http://schemas.microsoft.com/office/drawing/2014/main" id="{A164BA35-820E-FFDF-4997-250E8985217C}"/>
                  </a:ext>
                </a:extLst>
              </p:cNvPr>
              <p:cNvSpPr txBox="1"/>
              <p:nvPr/>
            </p:nvSpPr>
            <p:spPr>
              <a:xfrm>
                <a:off x="5186736" y="2500577"/>
                <a:ext cx="1815480" cy="449280"/>
              </a:xfrm>
              <a:prstGeom prst="rect">
                <a:avLst/>
              </a:prstGeom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𝑚</m:t>
                      </m:r>
                      <m:r>
                        <a:rPr kumimoji="0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⋅</m:t>
                      </m:r>
                      <m:r>
                        <a:rPr kumimoji="0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𝑐</m:t>
                      </m:r>
                    </m:oMath>
                  </m:oMathPara>
                </a14:m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Formula 3">
                <a:extLst>
                  <a:ext uri="{FF2B5EF4-FFF2-40B4-BE49-F238E27FC236}">
                    <a16:creationId xmlns:a16="http://schemas.microsoft.com/office/drawing/2014/main" id="{A164BA35-820E-FFDF-4997-250E89852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6736" y="2500577"/>
                <a:ext cx="1815480" cy="4492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728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8F0DF7-9010-2406-B9A7-775D9E3F1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D205FC-6629-6714-0343-DA05C85E9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Repeatability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5F7D56-A345-4295-8D23-02DF02C89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200"/>
              <a:t>Ability to give the same output for repeated applications of the same input</a:t>
            </a:r>
          </a:p>
          <a:p>
            <a:r>
              <a:rPr lang="en-GB" sz="2200"/>
              <a:t>Another percentage:</a:t>
            </a:r>
          </a:p>
          <a:p>
            <a:endParaRPr lang="en-GB" sz="2200"/>
          </a:p>
          <a:p>
            <a:endParaRPr lang="en-GB" sz="2200"/>
          </a:p>
          <a:p>
            <a:r>
              <a:rPr lang="en-GB" sz="2200"/>
              <a:t>Repeatability is limited by hysteresis and noise</a:t>
            </a:r>
          </a:p>
          <a:p>
            <a:r>
              <a:rPr lang="en-GB" sz="2200"/>
              <a:t>If repeatability is good, then noise and hysteresis must be small</a:t>
            </a:r>
          </a:p>
          <a:p>
            <a:pPr marL="0" indent="0">
              <a:buNone/>
            </a:pPr>
            <a:endParaRPr lang="en-GB" sz="2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0E859-0DAE-F283-CF8F-3796D17C2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Formula 3">
                <a:extLst>
                  <a:ext uri="{FF2B5EF4-FFF2-40B4-BE49-F238E27FC236}">
                    <a16:creationId xmlns:a16="http://schemas.microsoft.com/office/drawing/2014/main" id="{75713CE2-EB04-DF64-CA8B-F661C466CE56}"/>
                  </a:ext>
                </a:extLst>
              </p:cNvPr>
              <p:cNvSpPr txBox="1"/>
              <p:nvPr/>
            </p:nvSpPr>
            <p:spPr>
              <a:xfrm>
                <a:off x="2382516" y="2887641"/>
                <a:ext cx="7423920" cy="960840"/>
              </a:xfrm>
              <a:prstGeom prst="rect">
                <a:avLst/>
              </a:prstGeom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𝑟𝑒𝑝𝑒𝑎𝑡𝑎𝑏𝑖𝑙𝑖𝑡𝑦</m:t>
                      </m:r>
                      <m:r>
                        <a:rPr kumimoji="0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𝑚𝑎𝑥</m:t>
                          </m:r>
                          <m:r>
                            <a:rPr kumimoji="0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′</m:t>
                          </m:r>
                          <m:r>
                            <a:rPr kumimoji="0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𝑣𝑎𝑙𝑢𝑒</m:t>
                          </m:r>
                          <m:r>
                            <a:rPr kumimoji="0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𝑚𝑖𝑛</m:t>
                          </m:r>
                          <m:r>
                            <a:rPr kumimoji="0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′</m:t>
                          </m:r>
                          <m:r>
                            <a:rPr kumimoji="0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𝑣𝑎𝑙𝑢𝑒</m:t>
                          </m:r>
                        </m:num>
                        <m:den>
                          <m:r>
                            <a:rPr kumimoji="0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𝑓𝑢𝑙𝑙𝑟𝑎𝑛𝑔𝑒</m:t>
                          </m:r>
                        </m:den>
                      </m:f>
                      <m:r>
                        <a:rPr kumimoji="0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r>
                        <a:rPr kumimoji="0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100</m:t>
                      </m:r>
                    </m:oMath>
                  </m:oMathPara>
                </a14:m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Formula 3">
                <a:extLst>
                  <a:ext uri="{FF2B5EF4-FFF2-40B4-BE49-F238E27FC236}">
                    <a16:creationId xmlns:a16="http://schemas.microsoft.com/office/drawing/2014/main" id="{75713CE2-EB04-DF64-CA8B-F661C466C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2516" y="2887641"/>
                <a:ext cx="7423920" cy="9608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5717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Stability and Drift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FB244B-6ECD-B8CD-5D64-9B0728808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Autofit/>
          </a:bodyPr>
          <a:lstStyle/>
          <a:p>
            <a:r>
              <a:rPr lang="en-GB" b="1" i="1" dirty="0"/>
              <a:t>Stability</a:t>
            </a:r>
            <a:r>
              <a:rPr lang="en-GB" dirty="0"/>
              <a:t> </a:t>
            </a:r>
          </a:p>
          <a:p>
            <a:pPr lvl="1"/>
            <a:r>
              <a:rPr lang="en-GB" sz="2800" dirty="0"/>
              <a:t>Is the ability to give the same output for the same constant input over a period</a:t>
            </a:r>
          </a:p>
          <a:p>
            <a:r>
              <a:rPr lang="en-GB" b="1" i="1" dirty="0"/>
              <a:t>Drift</a:t>
            </a:r>
            <a:endParaRPr lang="en-GB" dirty="0"/>
          </a:p>
          <a:p>
            <a:pPr lvl="1"/>
            <a:r>
              <a:rPr lang="en-GB" sz="2800" dirty="0"/>
              <a:t>the change in output over time given a constant input</a:t>
            </a:r>
          </a:p>
          <a:p>
            <a:pPr lvl="1"/>
            <a:r>
              <a:rPr lang="en-GB" sz="2800" b="1" i="1" dirty="0"/>
              <a:t>Bias Drift </a:t>
            </a:r>
            <a:r>
              <a:rPr lang="en-GB" sz="2800" dirty="0"/>
              <a:t>is most common, where output shifts by a constant amount over time</a:t>
            </a:r>
          </a:p>
          <a:p>
            <a:pPr lvl="1"/>
            <a:r>
              <a:rPr lang="en-GB" sz="2800" dirty="0"/>
              <a:t>Result of short-term environmental effects (Temperature, pressure)</a:t>
            </a:r>
          </a:p>
          <a:p>
            <a:pPr lvl="1"/>
            <a:r>
              <a:rPr lang="en-GB" sz="2800" dirty="0"/>
              <a:t>Long term wear and tear (ageing, fatigue, exposure)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0935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Drift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0AC67469-CA48-8780-2C46-657C98E2DD5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228087"/>
          <a:ext cx="10515600" cy="39488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11838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Dead-Band and Dead-time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FB244B-6ECD-B8CD-5D64-9B0728808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b="1" i="1" dirty="0"/>
              <a:t>Dead-Band</a:t>
            </a:r>
          </a:p>
          <a:p>
            <a:pPr lvl="1"/>
            <a:r>
              <a:rPr lang="en-GB" sz="2800" dirty="0"/>
              <a:t>the range of the input variable for which there is no output.</a:t>
            </a:r>
          </a:p>
          <a:p>
            <a:pPr lvl="1"/>
            <a:r>
              <a:rPr lang="en-GB" sz="2800" dirty="0"/>
              <a:t>Pressure sensors exhibit a dead-band where the external pressure must be at a level to result in a change within the sensor</a:t>
            </a:r>
          </a:p>
          <a:p>
            <a:r>
              <a:rPr lang="en-GB" b="1" i="1" dirty="0"/>
              <a:t>Dead-Time</a:t>
            </a:r>
          </a:p>
          <a:p>
            <a:pPr lvl="1"/>
            <a:r>
              <a:rPr lang="en-GB" sz="2800" dirty="0"/>
              <a:t>time taken between the application of the input to the time where the output responds.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2488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Resolution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FB244B-6ECD-B8CD-5D64-9B0728808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3200" dirty="0"/>
              <a:t>As the input changes the output changes</a:t>
            </a:r>
          </a:p>
          <a:p>
            <a:r>
              <a:rPr lang="en-GB" sz="3200" dirty="0"/>
              <a:t>The steps in which the output changes by are defined by the resolution</a:t>
            </a:r>
          </a:p>
          <a:p>
            <a:r>
              <a:rPr lang="en-GB" sz="3200" dirty="0"/>
              <a:t>Resolution is the smallest change in the input value that will result in a change in the output value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9607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Dynamic range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FB244B-6ECD-B8CD-5D64-9B0728808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b="1" i="1" dirty="0"/>
              <a:t>Dynamic range</a:t>
            </a:r>
          </a:p>
          <a:p>
            <a:pPr lvl="1"/>
            <a:r>
              <a:rPr lang="en-GB" sz="2800" dirty="0"/>
              <a:t>defined as the ratio between the largest and smallest possible values of the sensor’s input or output.</a:t>
            </a:r>
          </a:p>
          <a:p>
            <a:r>
              <a:rPr lang="en-GB" dirty="0"/>
              <a:t>It is directly proportional to </a:t>
            </a:r>
            <a:r>
              <a:rPr lang="en-GB" b="1" i="1" dirty="0"/>
              <a:t>input span </a:t>
            </a:r>
            <a:r>
              <a:rPr lang="en-GB" dirty="0"/>
              <a:t>and </a:t>
            </a:r>
            <a:r>
              <a:rPr lang="en-GB" b="1" i="1" dirty="0"/>
              <a:t>output</a:t>
            </a:r>
            <a:r>
              <a:rPr lang="en-GB" dirty="0"/>
              <a:t> </a:t>
            </a:r>
            <a:r>
              <a:rPr lang="en-GB" b="1" i="1" dirty="0"/>
              <a:t>span </a:t>
            </a:r>
          </a:p>
          <a:p>
            <a:r>
              <a:rPr lang="en-GB" dirty="0"/>
              <a:t>It is </a:t>
            </a:r>
            <a:r>
              <a:rPr lang="en-GB" i="1" dirty="0"/>
              <a:t>inversely proportional </a:t>
            </a:r>
            <a:r>
              <a:rPr lang="en-GB" dirty="0"/>
              <a:t>to </a:t>
            </a:r>
            <a:r>
              <a:rPr lang="en-GB" b="1" i="1" dirty="0"/>
              <a:t>output resolution </a:t>
            </a:r>
            <a:r>
              <a:rPr lang="en-GB" dirty="0"/>
              <a:t>and </a:t>
            </a:r>
            <a:r>
              <a:rPr lang="en-GB" b="1" i="1" dirty="0"/>
              <a:t>input resolution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5047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Input and Output dynamic range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FB244B-6ECD-B8CD-5D64-9B0728808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b="1" i="1" dirty="0"/>
              <a:t>Input dynamic range</a:t>
            </a:r>
            <a:r>
              <a:rPr lang="en-GB" dirty="0"/>
              <a:t> is the ratio between input span and smallest distinguishable input variation</a:t>
            </a:r>
          </a:p>
          <a:p>
            <a:r>
              <a:rPr lang="en-GB" b="1" i="1" dirty="0"/>
              <a:t>Output dynamic range </a:t>
            </a:r>
            <a:r>
              <a:rPr lang="en-GB" dirty="0"/>
              <a:t>is the ratio between output span and smallest distinguishable output variation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Formula 3">
                <a:extLst>
                  <a:ext uri="{FF2B5EF4-FFF2-40B4-BE49-F238E27FC236}">
                    <a16:creationId xmlns:a16="http://schemas.microsoft.com/office/drawing/2014/main" id="{5A9A162D-43B1-AD83-08DA-C5D17D7D820D}"/>
                  </a:ext>
                </a:extLst>
              </p:cNvPr>
              <p:cNvSpPr txBox="1"/>
              <p:nvPr/>
            </p:nvSpPr>
            <p:spPr>
              <a:xfrm>
                <a:off x="3523356" y="4142204"/>
                <a:ext cx="5142240" cy="714240"/>
              </a:xfrm>
              <a:prstGeom prst="rect">
                <a:avLst/>
              </a:prstGeom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𝑂𝑢𝑡𝑝𝑢𝑡𝑑𝑦𝑛𝑎𝑚𝑖𝑐𝑟𝑎𝑛𝑔𝑒</m:t>
                      </m:r>
                      <m:r>
                        <a:rPr kumimoji="0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𝑜𝑢𝑡𝑝𝑢𝑡𝑠𝑝𝑎𝑛</m:t>
                          </m:r>
                        </m:num>
                        <m:den>
                          <m:r>
                            <a:rPr kumimoji="0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𝑜𝑢𝑡𝑝𝑢𝑡𝑟𝑒𝑠𝑜𝑙𝑢𝑡𝑖𝑜𝑛</m:t>
                          </m:r>
                        </m:den>
                      </m:f>
                    </m:oMath>
                  </m:oMathPara>
                </a14:m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Formula 3">
                <a:extLst>
                  <a:ext uri="{FF2B5EF4-FFF2-40B4-BE49-F238E27FC236}">
                    <a16:creationId xmlns:a16="http://schemas.microsoft.com/office/drawing/2014/main" id="{5A9A162D-43B1-AD83-08DA-C5D17D7D8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3356" y="4142204"/>
                <a:ext cx="5142240" cy="7142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Formula 4">
                <a:extLst>
                  <a:ext uri="{FF2B5EF4-FFF2-40B4-BE49-F238E27FC236}">
                    <a16:creationId xmlns:a16="http://schemas.microsoft.com/office/drawing/2014/main" id="{8DAEBC0E-7233-5FC7-A2B1-AD7316E7EDE7}"/>
                  </a:ext>
                </a:extLst>
              </p:cNvPr>
              <p:cNvSpPr txBox="1"/>
              <p:nvPr/>
            </p:nvSpPr>
            <p:spPr>
              <a:xfrm>
                <a:off x="3683016" y="5159974"/>
                <a:ext cx="4822920" cy="717840"/>
              </a:xfrm>
              <a:prstGeom prst="rect">
                <a:avLst/>
              </a:prstGeom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𝐼𝑛𝑝𝑢𝑡𝑑𝑦𝑛𝑎𝑚𝑖𝑐𝑟𝑎𝑛𝑔𝑒</m:t>
                      </m:r>
                      <m:r>
                        <a:rPr kumimoji="0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𝑖𝑛𝑝𝑢𝑡𝑠𝑝𝑎𝑛</m:t>
                          </m:r>
                        </m:num>
                        <m:den>
                          <m:r>
                            <a:rPr kumimoji="0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𝑖𝑛𝑝𝑢𝑡𝑟𝑒𝑠𝑜𝑙𝑢𝑡𝑖𝑜𝑛</m:t>
                          </m:r>
                        </m:den>
                      </m:f>
                    </m:oMath>
                  </m:oMathPara>
                </a14:m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Formula 4">
                <a:extLst>
                  <a:ext uri="{FF2B5EF4-FFF2-40B4-BE49-F238E27FC236}">
                    <a16:creationId xmlns:a16="http://schemas.microsoft.com/office/drawing/2014/main" id="{8DAEBC0E-7233-5FC7-A2B1-AD7316E7E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016" y="5159974"/>
                <a:ext cx="4822920" cy="7178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764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Noise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FB244B-6ECD-B8CD-5D64-9B0728808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dirty="0"/>
              <a:t>A random signal imposed on the signal generated by the sensor</a:t>
            </a:r>
          </a:p>
          <a:p>
            <a:r>
              <a:rPr lang="en-GB" dirty="0"/>
              <a:t>Can arise from</a:t>
            </a:r>
          </a:p>
          <a:p>
            <a:pPr lvl="1"/>
            <a:r>
              <a:rPr lang="en-GB" sz="2800" dirty="0"/>
              <a:t>external disturbances</a:t>
            </a:r>
          </a:p>
          <a:p>
            <a:pPr lvl="1"/>
            <a:r>
              <a:rPr lang="en-GB" sz="2800" dirty="0"/>
              <a:t>within the sensor</a:t>
            </a:r>
          </a:p>
          <a:p>
            <a:r>
              <a:rPr lang="en-GB" dirty="0"/>
              <a:t>Always present</a:t>
            </a:r>
          </a:p>
          <a:p>
            <a:r>
              <a:rPr lang="en-GB" dirty="0"/>
              <a:t>Difficult to remove</a:t>
            </a:r>
          </a:p>
          <a:p>
            <a:r>
              <a:rPr lang="en-GB" dirty="0"/>
              <a:t>Noise can create an envelope of static response curves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6596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Noise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2B40C6D6-6945-E3B3-820A-866D1321D9E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228087"/>
          <a:ext cx="10515600" cy="39488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621404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Static Calibration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94DDD7-B687-B347-629C-4A210EF1F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dirty="0"/>
              <a:t>Process of determining an approximation for the static response curve</a:t>
            </a:r>
          </a:p>
          <a:p>
            <a:r>
              <a:rPr lang="en-GB" dirty="0"/>
              <a:t>Process may require a calibrated true sensor to establish test input</a:t>
            </a:r>
          </a:p>
          <a:p>
            <a:r>
              <a:rPr lang="en-GB" dirty="0"/>
              <a:t>Series of repeated tests to build an average curve...</a:t>
            </a:r>
          </a:p>
          <a:p>
            <a:r>
              <a:rPr lang="en-GB" dirty="0"/>
              <a:t>Error between static curve and static calibration curve is </a:t>
            </a:r>
            <a:r>
              <a:rPr lang="en-GB" b="1" i="1" dirty="0"/>
              <a:t>calibration error</a:t>
            </a:r>
          </a:p>
          <a:p>
            <a:r>
              <a:rPr lang="en-GB" dirty="0"/>
              <a:t>Accuracy of static calibration curves is quantifiable in terms of either output error or input error</a:t>
            </a:r>
          </a:p>
          <a:p>
            <a:endParaRPr lang="en-GB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2480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7CC70B-52E6-0EEC-71FD-801039615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DA2DA45-360D-6D44-7F48-EF558EE07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86C6F7-AB5D-8C5B-BEE6-E6A10A64B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dirty="0"/>
              <a:t>Static Calibration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D41D37BE-9393-3313-64C1-6985127CB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D4CD4-E5C1-5207-8262-4C5BD6049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3600" dirty="0"/>
              <a:t>With a calibration curve</a:t>
            </a:r>
          </a:p>
          <a:p>
            <a:pPr lvl="1"/>
            <a:r>
              <a:rPr lang="en-GB" sz="3200" dirty="0"/>
              <a:t>For simple curves:</a:t>
            </a:r>
          </a:p>
          <a:p>
            <a:pPr marL="914400" lvl="2" indent="0">
              <a:buNone/>
            </a:pPr>
            <a:r>
              <a:rPr lang="en-GB" sz="2800" dirty="0"/>
              <a:t>Output error = sensor output – calibration output</a:t>
            </a:r>
          </a:p>
          <a:p>
            <a:pPr marL="914400" lvl="2" indent="0">
              <a:buNone/>
            </a:pPr>
            <a:r>
              <a:rPr lang="en-GB" sz="2800" dirty="0"/>
              <a:t>Calibration output = sensor output – output error</a:t>
            </a:r>
          </a:p>
          <a:p>
            <a:pPr lvl="1"/>
            <a:r>
              <a:rPr lang="en-GB" sz="3200" dirty="0"/>
              <a:t>Create an equation that represents the curve, and you calculate the true output based on the output</a:t>
            </a:r>
          </a:p>
          <a:p>
            <a:pPr lvl="1"/>
            <a:endParaRPr lang="en-GB" dirty="0"/>
          </a:p>
          <a:p>
            <a:endParaRPr lang="en-GB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8B61D-009E-A1D1-7A90-CA66FD397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1067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20711E-6C4F-DE0C-5020-A8DD8C6CD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4C7C54C-7E3B-7209-5F48-3D91A1BFE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CF64AA-8881-1741-3BE4-286112542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dirty="0"/>
              <a:t>Static Calibration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FB8D6386-3B64-9343-B772-B38F82385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BC499E-456D-F245-FA05-8388BAB40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CC6F6199-AD3B-926F-B7E9-3C13367DF82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928813"/>
          <a:ext cx="10515600" cy="42529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109920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5793C8-EE6A-080F-BA76-879795FDB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37ED2C1-7F11-25E0-4B94-72345A0B72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810036-481F-D1CC-7B09-06600E27C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Static Calibration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A231D214-3562-1018-6986-083D183E6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B2A494-8481-D2CE-6B6B-B60F71A62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lnSpcReduction="10000"/>
          </a:bodyPr>
          <a:lstStyle/>
          <a:p>
            <a:r>
              <a:rPr lang="en-GB" sz="3200" dirty="0"/>
              <a:t>Process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2800" dirty="0"/>
              <a:t>Design experiment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2800" dirty="0"/>
              <a:t>Ensure experimental equipment is suitable</a:t>
            </a:r>
          </a:p>
          <a:p>
            <a:pPr marL="914400" lvl="2" indent="0">
              <a:buNone/>
            </a:pPr>
            <a:r>
              <a:rPr lang="en-GB" dirty="0"/>
              <a:t>Either create the correct output or can measure the required parameter to a higher degree than the sensor under test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2800" dirty="0"/>
              <a:t>Run experiment logging the real input (via appropriate equipment) and sensor output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2800" dirty="0"/>
              <a:t>Repeat the experiment to allow an average to be extracted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2800" dirty="0"/>
              <a:t>Compare the inputs and outputs and calculate the various errors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2800" dirty="0"/>
              <a:t>Document the process, the test parameters, and the test conditions</a:t>
            </a:r>
          </a:p>
          <a:p>
            <a:endParaRPr lang="en-GB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69AAA-CA9F-3900-A7B6-C77D9F243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0594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C9DC8E-A916-970B-5441-0AB3F9551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97559A9-9B45-A939-D039-9C3EC6607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67EC04-C167-A57D-298F-B8870B2CC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dirty="0"/>
              <a:t>Static Calibration - Example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B92E3963-F1CC-F83C-CC4E-C5126231F7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 descr="A close-up of a machine&#10;&#10;Description automatically generated">
            <a:extLst>
              <a:ext uri="{FF2B5EF4-FFF2-40B4-BE49-F238E27FC236}">
                <a16:creationId xmlns:a16="http://schemas.microsoft.com/office/drawing/2014/main" id="{D7A2572C-E420-D6C6-265A-0AD86BE60F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86682"/>
            <a:ext cx="10515600" cy="413717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44AAB-0EDE-5116-A029-8B284ECAA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2891F2-FF25-AA4E-E887-859115C61B46}"/>
              </a:ext>
            </a:extLst>
          </p:cNvPr>
          <p:cNvSpPr txBox="1"/>
          <p:nvPr/>
        </p:nvSpPr>
        <p:spPr>
          <a:xfrm>
            <a:off x="1898087" y="6123856"/>
            <a:ext cx="3428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Sensor will only be as good as this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C5B206-90FC-C492-F022-AD124F36DF32}"/>
              </a:ext>
            </a:extLst>
          </p:cNvPr>
          <p:cNvSpPr txBox="1"/>
          <p:nvPr/>
        </p:nvSpPr>
        <p:spPr>
          <a:xfrm>
            <a:off x="6592670" y="4447456"/>
            <a:ext cx="2428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And what does this do?</a:t>
            </a:r>
          </a:p>
        </p:txBody>
      </p:sp>
    </p:spTree>
    <p:extLst>
      <p:ext uri="{BB962C8B-B14F-4D97-AF65-F5344CB8AC3E}">
        <p14:creationId xmlns:p14="http://schemas.microsoft.com/office/powerpoint/2010/main" val="3228700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030" y="1209220"/>
            <a:ext cx="9147940" cy="23372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Sensor Connection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2030" y="3605577"/>
            <a:ext cx="9147940" cy="13243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0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algn="ctr"/>
            <a:endParaRPr lang="en-US" sz="20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127E7-BBE6-243F-1E03-DA2A2738D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33916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27730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C5C613-D120-2468-7617-7DC6223C1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336C070-EE2B-4422-AC9E-BBD6B6452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70B594-5C2A-F398-865B-07AE7607E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dirty="0"/>
              <a:t>Sensor Connection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F9254BF-9818-9C83-5B5E-85FA72591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744812-A7D1-4615-C3CE-F9828F513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3"/>
            <a:ext cx="10515600" cy="4563491"/>
          </a:xfrm>
        </p:spPr>
        <p:txBody>
          <a:bodyPr>
            <a:normAutofit fontScale="92500" lnSpcReduction="20000"/>
          </a:bodyPr>
          <a:lstStyle/>
          <a:p>
            <a:r>
              <a:rPr lang="en-GB" sz="3200" dirty="0"/>
              <a:t>Need to be aware that your sensor needs to connect to </a:t>
            </a:r>
            <a:r>
              <a:rPr lang="en-GB" sz="3200" b="1" i="1" dirty="0"/>
              <a:t>something</a:t>
            </a:r>
          </a:p>
          <a:p>
            <a:pPr lvl="1"/>
            <a:r>
              <a:rPr lang="en-GB" sz="2800" dirty="0"/>
              <a:t>Logging system</a:t>
            </a:r>
          </a:p>
          <a:p>
            <a:pPr lvl="1"/>
            <a:r>
              <a:rPr lang="en-GB" sz="2800" dirty="0"/>
              <a:t>Communication bus</a:t>
            </a:r>
          </a:p>
          <a:p>
            <a:pPr lvl="1"/>
            <a:r>
              <a:rPr lang="en-GB" sz="2800" dirty="0"/>
              <a:t>Microcontroller</a:t>
            </a:r>
          </a:p>
          <a:p>
            <a:pPr lvl="1"/>
            <a:r>
              <a:rPr lang="en-GB" sz="2800" dirty="0"/>
              <a:t>Analog to digital convertor</a:t>
            </a:r>
          </a:p>
          <a:p>
            <a:pPr lvl="1"/>
            <a:r>
              <a:rPr lang="en-GB" sz="2800" dirty="0"/>
              <a:t>…</a:t>
            </a:r>
          </a:p>
          <a:p>
            <a:r>
              <a:rPr lang="en-GB" sz="3200" dirty="0"/>
              <a:t>Expectation is that this connection will be perfect</a:t>
            </a:r>
          </a:p>
          <a:p>
            <a:pPr lvl="1"/>
            <a:r>
              <a:rPr lang="en-GB" sz="2800" dirty="0"/>
              <a:t>What the sensor reads is what the system that is connected to it reads</a:t>
            </a:r>
          </a:p>
          <a:p>
            <a:r>
              <a:rPr lang="en-GB" sz="3200" dirty="0"/>
              <a:t>…but…</a:t>
            </a:r>
          </a:p>
          <a:p>
            <a:r>
              <a:rPr lang="en-GB" sz="3200" dirty="0"/>
              <a:t>You are introducing additional sources of everything we have discussed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F48ADF-D44A-A829-3DDB-B8D8A0464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2317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2212CA-BFE2-B496-4F1A-CA17670CE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A585168-446E-F1C1-0F48-2FED9D223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0A8F6A-8FF0-5F77-34E9-58AD30C7A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dirty="0"/>
              <a:t>Sensor Connection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2B643CD4-B68E-1326-D56D-7EE0F7BD4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17C5AB-7BDD-BCAA-54D3-3D267621F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200" dirty="0"/>
              <a:t>Most common example is a sensor that outputs a voltage…</a:t>
            </a:r>
          </a:p>
          <a:p>
            <a:endParaRPr lang="en-GB" sz="2200" dirty="0"/>
          </a:p>
          <a:p>
            <a:endParaRPr lang="en-GB" sz="2200" dirty="0"/>
          </a:p>
          <a:p>
            <a:endParaRPr lang="en-GB" sz="2200" dirty="0"/>
          </a:p>
          <a:p>
            <a:endParaRPr lang="en-GB" sz="2200" dirty="0"/>
          </a:p>
          <a:p>
            <a:endParaRPr lang="en-GB" sz="2200" dirty="0"/>
          </a:p>
          <a:p>
            <a:endParaRPr lang="en-GB" sz="2200" dirty="0"/>
          </a:p>
          <a:p>
            <a:r>
              <a:rPr lang="en-GB" sz="2200" dirty="0"/>
              <a:t>More on this particular example later but there is an instant change… </a:t>
            </a:r>
          </a:p>
          <a:p>
            <a:r>
              <a:rPr lang="en-GB" sz="2200" dirty="0"/>
              <a:t>Your output is no longer a relationship between Vs and </a:t>
            </a:r>
            <a:r>
              <a:rPr lang="en-GB" sz="2200" dirty="0" err="1"/>
              <a:t>Vout</a:t>
            </a:r>
            <a:r>
              <a:rPr lang="en-GB" sz="2200" dirty="0"/>
              <a:t> (as you will find in a data sheet) but actually Vs and VI</a:t>
            </a:r>
          </a:p>
          <a:p>
            <a:endParaRPr lang="en-GB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E8987-24B8-8B63-C34D-A43820043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8" descr="A diagram of a slider&#10;&#10;Description automatically generated">
            <a:extLst>
              <a:ext uri="{FF2B5EF4-FFF2-40B4-BE49-F238E27FC236}">
                <a16:creationId xmlns:a16="http://schemas.microsoft.com/office/drawing/2014/main" id="{2724C5C3-634C-7344-F5C1-A7DFD818A5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647" y="2381247"/>
            <a:ext cx="3104620" cy="2095505"/>
          </a:xfrm>
          <a:prstGeom prst="rect">
            <a:avLst/>
          </a:prstGeom>
        </p:spPr>
      </p:pic>
      <p:pic>
        <p:nvPicPr>
          <p:cNvPr id="5" name="Content Placeholder 7" descr="A diagram of a slider&#10;&#10;Description automatically generated">
            <a:extLst>
              <a:ext uri="{FF2B5EF4-FFF2-40B4-BE49-F238E27FC236}">
                <a16:creationId xmlns:a16="http://schemas.microsoft.com/office/drawing/2014/main" id="{CF06B460-F438-EE6F-331B-211E0A0E0D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5825" y="2384699"/>
            <a:ext cx="5243778" cy="20920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E4C580-FF71-DF93-C3A2-2B046D4777BD}"/>
              </a:ext>
            </a:extLst>
          </p:cNvPr>
          <p:cNvSpPr txBox="1"/>
          <p:nvPr/>
        </p:nvSpPr>
        <p:spPr>
          <a:xfrm>
            <a:off x="4557714" y="3244332"/>
            <a:ext cx="745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But…</a:t>
            </a:r>
          </a:p>
        </p:txBody>
      </p:sp>
    </p:spTree>
    <p:extLst>
      <p:ext uri="{BB962C8B-B14F-4D97-AF65-F5344CB8AC3E}">
        <p14:creationId xmlns:p14="http://schemas.microsoft.com/office/powerpoint/2010/main" val="2857590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0D8452-31EE-D60C-34C0-52E0D7109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765F093-CCDB-D2F4-10E3-55B6F0D8B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6DE8F4-800D-41EE-5592-274A36C01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dirty="0"/>
              <a:t>Sensor Connection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EA402C80-9B60-7A69-7DE2-11B552184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4434F8-0CE9-FB23-9B1D-92AF85793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fontScale="92500" lnSpcReduction="20000"/>
          </a:bodyPr>
          <a:lstStyle/>
          <a:p>
            <a:r>
              <a:rPr lang="en-GB" sz="3000" dirty="0"/>
              <a:t>Voltage and current measurements need an interface</a:t>
            </a:r>
          </a:p>
          <a:p>
            <a:pPr lvl="1"/>
            <a:r>
              <a:rPr lang="en-GB" sz="2600" dirty="0"/>
              <a:t>Impedance</a:t>
            </a:r>
          </a:p>
          <a:p>
            <a:pPr lvl="1"/>
            <a:r>
              <a:rPr lang="en-GB" sz="2600" dirty="0"/>
              <a:t>Noise</a:t>
            </a:r>
          </a:p>
          <a:p>
            <a:r>
              <a:rPr lang="en-GB" sz="3000" dirty="0"/>
              <a:t>Pins, wires, connectors, cable lengths… can all impact</a:t>
            </a:r>
          </a:p>
          <a:p>
            <a:r>
              <a:rPr lang="en-GB" sz="3000" dirty="0"/>
              <a:t>Is your analogue interface suitable?</a:t>
            </a:r>
          </a:p>
          <a:p>
            <a:pPr lvl="1"/>
            <a:r>
              <a:rPr lang="en-GB" sz="2600" dirty="0"/>
              <a:t>does your Analogue to Digital converter have a good resolution?</a:t>
            </a:r>
          </a:p>
          <a:p>
            <a:r>
              <a:rPr lang="en-GB" sz="3000" dirty="0"/>
              <a:t>But what about digital interfaces?</a:t>
            </a:r>
          </a:p>
          <a:p>
            <a:pPr lvl="1"/>
            <a:r>
              <a:rPr lang="en-GB" sz="2600" dirty="0"/>
              <a:t>Timing – is your sensor the only one on the bus?</a:t>
            </a:r>
          </a:p>
          <a:p>
            <a:pPr lvl="2"/>
            <a:r>
              <a:rPr lang="en-GB" sz="1900" dirty="0"/>
              <a:t>Can you detect and react within a suitable timeframe?</a:t>
            </a:r>
          </a:p>
          <a:p>
            <a:pPr lvl="1"/>
            <a:r>
              <a:rPr lang="en-GB" sz="2600" dirty="0"/>
              <a:t>What is the actual speed of the network and the actual time stamp?</a:t>
            </a:r>
          </a:p>
          <a:p>
            <a:pPr lvl="1"/>
            <a:r>
              <a:rPr lang="en-GB" sz="2600" dirty="0"/>
              <a:t>If you have a 24-bit output from a signal but a 16-bit processor – how do you ensure that you don’t lose information?</a:t>
            </a:r>
          </a:p>
          <a:p>
            <a:pPr lvl="1"/>
            <a:endParaRPr lang="en-GB" sz="1800" dirty="0"/>
          </a:p>
          <a:p>
            <a:pPr lvl="1"/>
            <a:endParaRPr lang="en-GB" sz="1800" dirty="0"/>
          </a:p>
          <a:p>
            <a:endParaRPr lang="en-GB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31E440-57AC-9469-B504-229BF48A5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8345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E127BF-4EEC-5EA4-11E5-11088480F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1D2D294-4618-2295-ECD7-C5E6051B2A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62D906-D388-A9D2-A45A-3E11DAD8B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030" y="1209220"/>
            <a:ext cx="9147940" cy="23372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Sensor Modelling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B9DE54-0C26-C721-3508-BC0D921F9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2030" y="3605577"/>
            <a:ext cx="9147940" cy="13243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0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algn="ctr"/>
            <a:endParaRPr lang="en-US" sz="20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Graphic 22">
            <a:extLst>
              <a:ext uri="{FF2B5EF4-FFF2-40B4-BE49-F238E27FC236}">
                <a16:creationId xmlns:a16="http://schemas.microsoft.com/office/drawing/2014/main" id="{F39E5781-64DB-F579-A3DE-CF4559D17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6E0D199A-61E3-CAF9-E82F-0645EB349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Graphic 15">
            <a:extLst>
              <a:ext uri="{FF2B5EF4-FFF2-40B4-BE49-F238E27FC236}">
                <a16:creationId xmlns:a16="http://schemas.microsoft.com/office/drawing/2014/main" id="{5A645ADB-A618-60E7-27D9-06772E82E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Graphic 21">
            <a:extLst>
              <a:ext uri="{FF2B5EF4-FFF2-40B4-BE49-F238E27FC236}">
                <a16:creationId xmlns:a16="http://schemas.microsoft.com/office/drawing/2014/main" id="{9258130B-D0F2-8A6A-4EBB-80E4413DE0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Graphic 12">
            <a:extLst>
              <a:ext uri="{FF2B5EF4-FFF2-40B4-BE49-F238E27FC236}">
                <a16:creationId xmlns:a16="http://schemas.microsoft.com/office/drawing/2014/main" id="{52493A40-A218-CE0A-470E-9A5100913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Graphic 23">
            <a:extLst>
              <a:ext uri="{FF2B5EF4-FFF2-40B4-BE49-F238E27FC236}">
                <a16:creationId xmlns:a16="http://schemas.microsoft.com/office/drawing/2014/main" id="{181AD85B-F22A-C41A-67B7-6625563A2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15BA905-F7A1-FEBB-7FEC-EAB8FAF9E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3CCC8-E78F-6E81-D5A9-B81A86426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33916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74344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E7EECD-B5CE-12EF-74C2-ABFAC6066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ED42127-8CEE-A719-22D4-E00E5A4B1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BB22D8-B906-1CC1-AB4A-6F40402D8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dirty="0"/>
              <a:t>Sensor Modelling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32715D6-073C-26FE-0260-D73FA21A5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2F1A4FD-B97F-9F72-B5FE-3C5A13EB1A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29384"/>
                <a:ext cx="10515600" cy="425196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sz="2400" dirty="0"/>
                  <a:t>It can help to consider a single sensor as a system</a:t>
                </a:r>
              </a:p>
              <a:p>
                <a:pPr lvl="1"/>
                <a:r>
                  <a:rPr lang="en-GB" dirty="0"/>
                  <a:t>Input</a:t>
                </a:r>
              </a:p>
              <a:p>
                <a:pPr lvl="1"/>
                <a:r>
                  <a:rPr lang="en-GB" dirty="0"/>
                  <a:t>Disturbances</a:t>
                </a:r>
              </a:p>
              <a:p>
                <a:pPr lvl="1"/>
                <a:r>
                  <a:rPr lang="en-GB" dirty="0"/>
                  <a:t>Desired</a:t>
                </a:r>
              </a:p>
              <a:p>
                <a:pPr lvl="1"/>
                <a:r>
                  <a:rPr lang="en-GB" dirty="0"/>
                  <a:t>Output</a:t>
                </a:r>
              </a:p>
              <a:p>
                <a:r>
                  <a:rPr lang="en-GB" sz="2400" dirty="0"/>
                  <a:t>Fundamentally a general sensor equation can be given as:</a:t>
                </a:r>
              </a:p>
              <a:p>
                <a:endParaRPr lang="en-GB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2400" b="0" dirty="0"/>
              </a:p>
              <a:p>
                <a:pPr marL="0" indent="0">
                  <a:buNone/>
                </a:pPr>
                <a:endParaRPr lang="en-GB" sz="2400" b="0" dirty="0"/>
              </a:p>
              <a:p>
                <a:pPr marL="0" indent="0">
                  <a:buNone/>
                </a:pPr>
                <a:r>
                  <a:rPr lang="en-GB" sz="2400" b="0" dirty="0"/>
                  <a:t>	Where </a:t>
                </a:r>
                <a:r>
                  <a:rPr lang="en-GB" sz="2400" b="0" i="1" dirty="0"/>
                  <a:t>y</a:t>
                </a:r>
                <a:r>
                  <a:rPr lang="en-GB" sz="2400" b="0" dirty="0"/>
                  <a:t> is the outpu</a:t>
                </a:r>
                <a:r>
                  <a:rPr lang="en-GB" sz="2400" dirty="0"/>
                  <a:t>t, </a:t>
                </a:r>
                <a:r>
                  <a:rPr lang="en-GB" sz="2400" i="1" dirty="0"/>
                  <a:t>f</a:t>
                </a:r>
                <a:r>
                  <a:rPr lang="en-GB" sz="2400" dirty="0"/>
                  <a:t> is a sensor function, </a:t>
                </a:r>
                <a:r>
                  <a:rPr lang="en-GB" sz="2400" i="1" dirty="0"/>
                  <a:t>x</a:t>
                </a:r>
                <a:r>
                  <a:rPr lang="en-GB" sz="2400" dirty="0"/>
                  <a:t> is the sensor input, </a:t>
                </a:r>
                <a:r>
                  <a:rPr lang="en-GB" sz="2400" i="1" dirty="0"/>
                  <a:t>a</a:t>
                </a:r>
                <a:r>
                  <a:rPr lang="en-GB" sz="2400" dirty="0"/>
                  <a:t> 	represents internal parameters, </a:t>
                </a:r>
                <a:r>
                  <a:rPr lang="en-GB" sz="2400" i="1" dirty="0"/>
                  <a:t>c</a:t>
                </a:r>
                <a:r>
                  <a:rPr lang="en-GB" sz="2400" dirty="0"/>
                  <a:t> is a constant </a:t>
                </a:r>
              </a:p>
              <a:p>
                <a:pPr marL="0" indent="0">
                  <a:buNone/>
                </a:pPr>
                <a:endParaRPr lang="en-GB" b="0" dirty="0"/>
              </a:p>
              <a:p>
                <a:endParaRPr lang="en-GB" sz="1800" dirty="0"/>
              </a:p>
              <a:p>
                <a:endParaRPr lang="en-GB" sz="2200" dirty="0"/>
              </a:p>
              <a:p>
                <a:endParaRPr lang="en-GB" sz="2200" dirty="0"/>
              </a:p>
              <a:p>
                <a:endParaRPr lang="en-GB" sz="2200" dirty="0"/>
              </a:p>
              <a:p>
                <a:pPr lvl="1"/>
                <a:endParaRPr lang="en-GB" sz="1800" dirty="0"/>
              </a:p>
              <a:p>
                <a:endParaRPr lang="en-GB" sz="22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2F1A4FD-B97F-9F72-B5FE-3C5A13EB1A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29384"/>
                <a:ext cx="10515600" cy="4251960"/>
              </a:xfrm>
              <a:blipFill>
                <a:blip r:embed="rId2"/>
                <a:stretch>
                  <a:fillRect l="-812" t="-27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80F7C-D67A-34A2-88AB-B5FDEFD86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87923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4134C0-3243-0326-75C5-8D5D3D06A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D210CC3-BBEC-3297-95D3-053C55C5D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F0E283-DF81-3282-B773-059185955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dirty="0"/>
              <a:t>Sensor Modelling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80E888B-5832-472C-0DC5-CC4BDC684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3C2BDA-86E5-074A-000A-23E74CA8F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200" dirty="0"/>
              <a:t>There are general models of sensors</a:t>
            </a:r>
          </a:p>
          <a:p>
            <a:r>
              <a:rPr lang="en-GB" sz="2200" dirty="0" err="1"/>
              <a:t>Hammerstien</a:t>
            </a:r>
            <a:r>
              <a:rPr lang="en-GB" sz="2200" dirty="0"/>
              <a:t>-Wiener feedback model is one</a:t>
            </a:r>
          </a:p>
          <a:p>
            <a:endParaRPr lang="en-GB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757D8E-64C6-FDB7-65F0-325B9AD8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 descr="A diagram of a diagram&#10;&#10;Description automatically generated">
            <a:extLst>
              <a:ext uri="{FF2B5EF4-FFF2-40B4-BE49-F238E27FC236}">
                <a16:creationId xmlns:a16="http://schemas.microsoft.com/office/drawing/2014/main" id="{D3987B33-0867-566C-BBFA-AED535634A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373637"/>
            <a:ext cx="10829205" cy="216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2823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DA3028-E95B-5C61-696D-1873FFF65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91A514-F671-F6FE-F2EE-93BBF294C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F778D9-5E7F-8AA1-05F1-2CD953CD8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dirty="0"/>
              <a:t>Sensor Modelling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B6CD375-D581-4021-DA48-75D88BB9C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2E9AE0-3B70-23F2-5C99-C08A1EE17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2200" dirty="0"/>
          </a:p>
          <a:p>
            <a:endParaRPr lang="en-GB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D96AC-DA22-3E5D-AE47-43794A035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E54D14A-366C-592A-99D8-41A49EAAC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733" y="3001233"/>
            <a:ext cx="4263483" cy="210826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C7C3ECD-0AA0-AAE7-FA74-27C109863841}"/>
              </a:ext>
            </a:extLst>
          </p:cNvPr>
          <p:cNvSpPr txBox="1"/>
          <p:nvPr/>
        </p:nvSpPr>
        <p:spPr>
          <a:xfrm>
            <a:off x="3962733" y="4285494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13C2C9-DDC3-AEB1-D598-11EF077D3B68}"/>
              </a:ext>
            </a:extLst>
          </p:cNvPr>
          <p:cNvSpPr txBox="1"/>
          <p:nvPr/>
        </p:nvSpPr>
        <p:spPr>
          <a:xfrm>
            <a:off x="7544466" y="4285494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2877458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8B2446-73FE-031F-CD8F-033A58A19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2E3D04D-EBBD-9958-743E-EDFFA08AF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8B68B-7CEF-B74E-BA47-3583DF246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dirty="0"/>
              <a:t>Sensor Modelling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236B873-99E0-909F-5180-28B97D557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B83702-45E6-447E-2F1D-256195828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2200" dirty="0"/>
          </a:p>
          <a:p>
            <a:endParaRPr lang="en-GB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913104-40CB-09C3-1E72-486B6A4A2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8AD66BE-6E5A-1F62-0A07-E96DA479C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733" y="3001233"/>
            <a:ext cx="4263483" cy="21082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05E98D7-15AF-3743-34C4-99AD0E73E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251" y="1915584"/>
            <a:ext cx="8980449" cy="444076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75CB0B1-058D-A3E5-9AE2-944FEC6BE1E8}"/>
              </a:ext>
            </a:extLst>
          </p:cNvPr>
          <p:cNvSpPr txBox="1"/>
          <p:nvPr/>
        </p:nvSpPr>
        <p:spPr>
          <a:xfrm>
            <a:off x="1261847" y="2743200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Input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DFD26C-0C1E-C26F-11D4-BF4B65602EE1}"/>
              </a:ext>
            </a:extLst>
          </p:cNvPr>
          <p:cNvSpPr txBox="1"/>
          <p:nvPr/>
        </p:nvSpPr>
        <p:spPr>
          <a:xfrm>
            <a:off x="10102338" y="3541643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Output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CD8E95-F52D-9E07-B812-241107A265EB}"/>
              </a:ext>
            </a:extLst>
          </p:cNvPr>
          <p:cNvSpPr txBox="1"/>
          <p:nvPr/>
        </p:nvSpPr>
        <p:spPr>
          <a:xfrm>
            <a:off x="1729782" y="3686031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Noise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D42738-1B80-754A-8729-8B8FB470C837}"/>
              </a:ext>
            </a:extLst>
          </p:cNvPr>
          <p:cNvSpPr txBox="1"/>
          <p:nvPr/>
        </p:nvSpPr>
        <p:spPr>
          <a:xfrm>
            <a:off x="8450619" y="4135967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Noise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10E1DE-0715-6696-6F73-6430CC5DC951}"/>
              </a:ext>
            </a:extLst>
          </p:cNvPr>
          <p:cNvSpPr txBox="1"/>
          <p:nvPr/>
        </p:nvSpPr>
        <p:spPr>
          <a:xfrm>
            <a:off x="2640111" y="4320633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Bias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84932F-0ACE-85B8-6A1C-BB61EB7B64A4}"/>
              </a:ext>
            </a:extLst>
          </p:cNvPr>
          <p:cNvSpPr txBox="1"/>
          <p:nvPr/>
        </p:nvSpPr>
        <p:spPr>
          <a:xfrm>
            <a:off x="3679614" y="2684095"/>
            <a:ext cx="1155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Saturation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81EE8F-2C62-C2EA-44AC-8AA41F0BB38B}"/>
              </a:ext>
            </a:extLst>
          </p:cNvPr>
          <p:cNvSpPr txBox="1"/>
          <p:nvPr/>
        </p:nvSpPr>
        <p:spPr>
          <a:xfrm>
            <a:off x="8947214" y="2816567"/>
            <a:ext cx="1155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Saturation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436B06-21E3-F97B-3E8A-B2C7B69200B3}"/>
              </a:ext>
            </a:extLst>
          </p:cNvPr>
          <p:cNvSpPr txBox="1"/>
          <p:nvPr/>
        </p:nvSpPr>
        <p:spPr>
          <a:xfrm>
            <a:off x="6189280" y="5012331"/>
            <a:ext cx="2451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Previous Measurements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334A95-287D-7286-04BD-B0D0DAF88004}"/>
              </a:ext>
            </a:extLst>
          </p:cNvPr>
          <p:cNvSpPr txBox="1"/>
          <p:nvPr/>
        </p:nvSpPr>
        <p:spPr>
          <a:xfrm>
            <a:off x="4459522" y="3550482"/>
            <a:ext cx="1204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Dead band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EE6E77-26FC-6318-7CF8-898B54CB2375}"/>
              </a:ext>
            </a:extLst>
          </p:cNvPr>
          <p:cNvSpPr txBox="1"/>
          <p:nvPr/>
        </p:nvSpPr>
        <p:spPr>
          <a:xfrm>
            <a:off x="5312133" y="2734520"/>
            <a:ext cx="1133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Hysteresis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905017-AE13-4FFE-8202-FA6409DC0DDD}"/>
              </a:ext>
            </a:extLst>
          </p:cNvPr>
          <p:cNvSpPr txBox="1"/>
          <p:nvPr/>
        </p:nvSpPr>
        <p:spPr>
          <a:xfrm>
            <a:off x="3625805" y="5817467"/>
            <a:ext cx="4581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And that’s before you factor in the connection</a:t>
            </a:r>
          </a:p>
        </p:txBody>
      </p:sp>
    </p:spTree>
    <p:extLst>
      <p:ext uri="{BB962C8B-B14F-4D97-AF65-F5344CB8AC3E}">
        <p14:creationId xmlns:p14="http://schemas.microsoft.com/office/powerpoint/2010/main" val="2351088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20" grpId="0"/>
      <p:bldP spid="21" grpId="0"/>
      <p:bldP spid="22" grpId="0"/>
      <p:bldP spid="23" grpId="0"/>
      <p:bldP spid="24" grpId="0"/>
      <p:bldP spid="25" grpId="0"/>
      <p:bldP spid="2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04C9BB-9F31-496A-95DA-3053FCECD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3545E8-673C-491B-60B2-995F31E7A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4F7176-633A-9FED-B6BA-D260B9747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030" y="1209220"/>
            <a:ext cx="9147940" cy="23372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Example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787C49-E1E1-313D-42CB-1FB33B48E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2030" y="3605577"/>
            <a:ext cx="9147940" cy="13243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0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algn="ctr"/>
            <a:endParaRPr lang="en-US" sz="20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Graphic 22">
            <a:extLst>
              <a:ext uri="{FF2B5EF4-FFF2-40B4-BE49-F238E27FC236}">
                <a16:creationId xmlns:a16="http://schemas.microsoft.com/office/drawing/2014/main" id="{E4A0EE7B-692E-F915-8BEB-D56A16FBA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91DD27C4-FD7B-A941-6E32-71962BE13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Graphic 15">
            <a:extLst>
              <a:ext uri="{FF2B5EF4-FFF2-40B4-BE49-F238E27FC236}">
                <a16:creationId xmlns:a16="http://schemas.microsoft.com/office/drawing/2014/main" id="{24CD9AC8-6B4D-DA30-B3AC-9C5E5EEA4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Graphic 21">
            <a:extLst>
              <a:ext uri="{FF2B5EF4-FFF2-40B4-BE49-F238E27FC236}">
                <a16:creationId xmlns:a16="http://schemas.microsoft.com/office/drawing/2014/main" id="{0C47EF4D-6880-DC75-D010-E37ABDE59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Graphic 12">
            <a:extLst>
              <a:ext uri="{FF2B5EF4-FFF2-40B4-BE49-F238E27FC236}">
                <a16:creationId xmlns:a16="http://schemas.microsoft.com/office/drawing/2014/main" id="{0F743728-76A5-97C5-DFDA-A4F3C9B9C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Graphic 23">
            <a:extLst>
              <a:ext uri="{FF2B5EF4-FFF2-40B4-BE49-F238E27FC236}">
                <a16:creationId xmlns:a16="http://schemas.microsoft.com/office/drawing/2014/main" id="{076E9499-6D8D-7C96-7418-174DFECFE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3A9D4D8-2154-0B3B-13B8-8AD4226064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36CA1-60C7-A084-683D-056BFB9D0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33916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38830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FFC44C-3512-FEE8-82BC-EAC7BCFF7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64964AB-50B2-7064-105F-406103324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7528DD-E547-6184-88A9-6C39A064E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dirty="0"/>
              <a:t>Temperature Sensor – LMT86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3DE60A6-F35D-69B5-A142-8BE74C148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E363E2-D1A9-0CB5-754D-E279F0DA3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b="0" dirty="0"/>
              <a:t>Accurate - ±0.4°C but maximum ±2.7°C </a:t>
            </a:r>
          </a:p>
          <a:p>
            <a:r>
              <a:rPr lang="en-GB" dirty="0"/>
              <a:t>Gain -10.9mv/</a:t>
            </a:r>
            <a:r>
              <a:rPr lang="en-GB" b="0" dirty="0"/>
              <a:t>°</a:t>
            </a:r>
            <a:r>
              <a:rPr lang="en-GB" dirty="0"/>
              <a:t>C</a:t>
            </a:r>
          </a:p>
          <a:p>
            <a:r>
              <a:rPr lang="en-GB" b="0" dirty="0"/>
              <a:t>Range -50°C to 150°</a:t>
            </a:r>
            <a:r>
              <a:rPr lang="en-GB" dirty="0"/>
              <a:t>C</a:t>
            </a:r>
          </a:p>
          <a:p>
            <a:r>
              <a:rPr lang="en-GB" dirty="0"/>
              <a:t>Thermal time constant 10s (1.2m/s airflow)</a:t>
            </a:r>
          </a:p>
          <a:p>
            <a:r>
              <a:rPr lang="en-GB" b="0" dirty="0"/>
              <a:t>Various other but these are the important parameters for us</a:t>
            </a:r>
          </a:p>
          <a:p>
            <a:r>
              <a:rPr lang="en-GB" dirty="0"/>
              <a:t>So what does this mean?</a:t>
            </a:r>
            <a:endParaRPr lang="en-GB" b="0" dirty="0"/>
          </a:p>
          <a:p>
            <a:endParaRPr lang="en-GB" b="0" dirty="0"/>
          </a:p>
          <a:p>
            <a:endParaRPr lang="en-GB" b="0" dirty="0"/>
          </a:p>
          <a:p>
            <a:endParaRPr lang="en-GB" sz="1800" dirty="0"/>
          </a:p>
          <a:p>
            <a:endParaRPr lang="en-GB" sz="2200" dirty="0"/>
          </a:p>
          <a:p>
            <a:endParaRPr lang="en-GB" sz="2200" dirty="0"/>
          </a:p>
          <a:p>
            <a:endParaRPr lang="en-GB" sz="2200" dirty="0"/>
          </a:p>
          <a:p>
            <a:pPr lvl="1"/>
            <a:endParaRPr lang="en-GB" sz="1800" dirty="0"/>
          </a:p>
          <a:p>
            <a:endParaRPr lang="en-GB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9DE56-3219-4305-7F81-52A19888B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46693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AD7029-3C1A-D294-5D81-45DCCFD87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9639B77-62EE-CA25-95BC-21E9BED59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3371A-DB6F-BBCC-675E-CE684485F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dirty="0"/>
              <a:t>Temperature Sensor – LMT86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B6A3C895-97B9-663E-42DE-336639750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9ADA77-6471-331E-3520-6CEC1A29C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endParaRPr lang="en-GB" b="0" dirty="0"/>
          </a:p>
          <a:p>
            <a:endParaRPr lang="en-GB" b="0" dirty="0"/>
          </a:p>
          <a:p>
            <a:endParaRPr lang="en-GB" sz="1800" dirty="0"/>
          </a:p>
          <a:p>
            <a:endParaRPr lang="en-GB" sz="2200" dirty="0"/>
          </a:p>
          <a:p>
            <a:endParaRPr lang="en-GB" sz="2200" dirty="0"/>
          </a:p>
          <a:p>
            <a:endParaRPr lang="en-GB" sz="2200" dirty="0"/>
          </a:p>
          <a:p>
            <a:pPr lvl="1"/>
            <a:endParaRPr lang="en-GB" sz="1800" dirty="0"/>
          </a:p>
          <a:p>
            <a:endParaRPr lang="en-GB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39524-B031-8E2E-44BC-C682FC8C7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E1C6596-E979-22C8-4D6D-EF7502E447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6495813"/>
              </p:ext>
            </p:extLst>
          </p:nvPr>
        </p:nvGraphicFramePr>
        <p:xfrm>
          <a:off x="2078497" y="1677373"/>
          <a:ext cx="8031957" cy="49915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924948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9D24F8-80AF-96DC-E4DA-C7A529F9A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0E02B04-56F0-FDBE-9AEC-A87778D31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2E8EF9-1198-740E-97A1-9DEFB444F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dirty="0"/>
              <a:t>Temperature Sensor – LMT86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D38BE4D4-A35E-A15E-4F48-6A3205412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978FEC-B655-7064-08D4-F7E1D839D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endParaRPr lang="en-GB" b="0" dirty="0"/>
          </a:p>
          <a:p>
            <a:endParaRPr lang="en-GB" b="0" dirty="0"/>
          </a:p>
          <a:p>
            <a:endParaRPr lang="en-GB" sz="1800" dirty="0"/>
          </a:p>
          <a:p>
            <a:endParaRPr lang="en-GB" sz="2200" dirty="0"/>
          </a:p>
          <a:p>
            <a:endParaRPr lang="en-GB" sz="2200" dirty="0"/>
          </a:p>
          <a:p>
            <a:endParaRPr lang="en-GB" sz="2200" dirty="0"/>
          </a:p>
          <a:p>
            <a:pPr lvl="1"/>
            <a:endParaRPr lang="en-GB" sz="1800" dirty="0"/>
          </a:p>
          <a:p>
            <a:endParaRPr lang="en-GB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0F575-5779-C1C2-06DB-D64DDA8D1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D9B5DA2-8948-CAC9-BC2D-E0DDB304AF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3958784"/>
              </p:ext>
            </p:extLst>
          </p:nvPr>
        </p:nvGraphicFramePr>
        <p:xfrm>
          <a:off x="2576460" y="1677373"/>
          <a:ext cx="7036031" cy="4976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274357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99BF46-80E0-0847-286A-4901420A0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6C6DFD-1F0E-9E02-D9F3-385CAE8001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356C8E-D4B0-FCFE-730B-0CCE5352A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dirty="0"/>
              <a:t>Temperature Sensor – LMT86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ADCAE45E-AE22-4790-C8ED-BC1118D0E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A0D5C-4603-07A9-BE2C-415D9FAE5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0C94E56-AD8C-722F-194D-E647B05DB0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258309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689082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B9BC48-339D-E8D7-FFBA-052F62AAE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8FB3F5E-A34B-5168-97E9-832A299BA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E22F8F-5244-80C0-1156-E84B63745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dirty="0"/>
              <a:t>Temperature Sensor – LMT86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7EDF5C31-24DE-8A4B-D4EC-F89CBBC07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F615B-1EC9-F313-3A9F-CBD2FD47A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718979F-AE67-DB00-614D-C0FB490A5B3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699425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D2BC66-B0A0-B25C-0A7F-673D192B4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891F9-2C46-3724-E433-0CCB5B2AA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B4A7A-5B3A-F5EB-CB27-A6662B1BC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dirty="0"/>
              <a:t>Temperature Sensor – LMT86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11F9A48F-8A40-CAEF-2A91-DC5416865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63FCFA-5123-B4BA-593B-D2A460E14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b="0" dirty="0"/>
              <a:t>Conversion of voltage</a:t>
            </a:r>
          </a:p>
          <a:p>
            <a:r>
              <a:rPr lang="en-GB" dirty="0"/>
              <a:t>Output voltage – 2616mV to 420mV (-50</a:t>
            </a:r>
            <a:r>
              <a:rPr lang="en-GB" b="0" dirty="0"/>
              <a:t>°</a:t>
            </a:r>
            <a:r>
              <a:rPr lang="en-GB" dirty="0"/>
              <a:t>C to 150</a:t>
            </a:r>
            <a:r>
              <a:rPr lang="en-GB" b="0" dirty="0"/>
              <a:t>°</a:t>
            </a:r>
            <a:r>
              <a:rPr lang="en-GB" dirty="0"/>
              <a:t>C)</a:t>
            </a:r>
          </a:p>
          <a:p>
            <a:r>
              <a:rPr lang="en-GB" b="0" dirty="0"/>
              <a:t>Need to detect about 1</a:t>
            </a:r>
            <a:r>
              <a:rPr lang="en-GB" dirty="0"/>
              <a:t>mV</a:t>
            </a:r>
          </a:p>
          <a:p>
            <a:r>
              <a:rPr lang="en-GB" b="0" dirty="0"/>
              <a:t>8 bit </a:t>
            </a:r>
            <a:r>
              <a:rPr lang="en-GB" b="0" dirty="0" err="1"/>
              <a:t>AtoD</a:t>
            </a:r>
            <a:r>
              <a:rPr lang="en-GB" b="0" dirty="0"/>
              <a:t> </a:t>
            </a:r>
            <a:r>
              <a:rPr lang="en-GB" dirty="0"/>
              <a:t>– 256 discreet (assuming 3V reference) 11.7mV… this can be done… but only ever going to get 1</a:t>
            </a:r>
            <a:r>
              <a:rPr lang="en-GB" b="0" dirty="0"/>
              <a:t>°</a:t>
            </a:r>
            <a:r>
              <a:rPr lang="en-GB" dirty="0"/>
              <a:t>C as a result of the calibration data available in the datasheet.</a:t>
            </a:r>
          </a:p>
          <a:p>
            <a:endParaRPr lang="en-GB" b="0" dirty="0"/>
          </a:p>
          <a:p>
            <a:endParaRPr lang="en-GB" b="0" dirty="0"/>
          </a:p>
          <a:p>
            <a:endParaRPr lang="en-GB" b="0" dirty="0"/>
          </a:p>
          <a:p>
            <a:endParaRPr lang="en-GB" sz="1800" dirty="0"/>
          </a:p>
          <a:p>
            <a:endParaRPr lang="en-GB" sz="2200" dirty="0"/>
          </a:p>
          <a:p>
            <a:endParaRPr lang="en-GB" sz="2200" dirty="0"/>
          </a:p>
          <a:p>
            <a:endParaRPr lang="en-GB" sz="2200" dirty="0"/>
          </a:p>
          <a:p>
            <a:pPr lvl="1"/>
            <a:endParaRPr lang="en-GB" sz="1800" dirty="0"/>
          </a:p>
          <a:p>
            <a:endParaRPr lang="en-GB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86B16-9185-4E65-2FBD-F3A14BD4E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1706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B2120C-BAF0-E1CB-6A4F-F6245C473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0A4AE64-6A2A-0C76-61F1-B9456C2227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71121E-316F-C333-0CCC-49C2EB620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dirty="0"/>
              <a:t>Examples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1C9973E1-52D0-4A26-291E-C79701895F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CEE467-6BCF-FA9D-EBC4-569FE4B2F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b="0" dirty="0"/>
              <a:t>Further examples will be made available</a:t>
            </a:r>
            <a:endParaRPr lang="en-GB" dirty="0"/>
          </a:p>
          <a:p>
            <a:endParaRPr lang="en-GB" b="0" dirty="0"/>
          </a:p>
          <a:p>
            <a:endParaRPr lang="en-GB" b="0" dirty="0"/>
          </a:p>
          <a:p>
            <a:endParaRPr lang="en-GB" b="0" dirty="0"/>
          </a:p>
          <a:p>
            <a:endParaRPr lang="en-GB" sz="1800" dirty="0"/>
          </a:p>
          <a:p>
            <a:endParaRPr lang="en-GB" sz="2200" dirty="0"/>
          </a:p>
          <a:p>
            <a:endParaRPr lang="en-GB" sz="2200" dirty="0"/>
          </a:p>
          <a:p>
            <a:endParaRPr lang="en-GB" sz="2200" dirty="0"/>
          </a:p>
          <a:p>
            <a:pPr lvl="1"/>
            <a:endParaRPr lang="en-GB" sz="1800" dirty="0"/>
          </a:p>
          <a:p>
            <a:endParaRPr lang="en-GB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E694C-D532-AB75-B55D-6A4D82BB5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04378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GB" sz="5400" b="1"/>
              <a:t>Review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Stability and Drift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Dead band and Dead Time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Resolution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Dynamic Range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 and Output Dynamic Range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Noise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Static Calibration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Sensor Connection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Sensor Modelling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D1B44-9760-B004-EF98-E85A9BE76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46959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References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400" dirty="0"/>
              <a:t>Please read:</a:t>
            </a:r>
          </a:p>
          <a:p>
            <a:pPr lvl="1"/>
            <a:r>
              <a:rPr lang="en-GB" dirty="0"/>
              <a:t>Bernstein, D. S. “A student’s guide to sensor performance specifications”, IEEE Control Systems Magazine, 21, 4, 9-18, 2001</a:t>
            </a:r>
          </a:p>
          <a:p>
            <a:pPr lvl="1"/>
            <a:r>
              <a:rPr lang="en-GB" dirty="0">
                <a:hlinkClick r:id="rId2"/>
              </a:rPr>
              <a:t>Bernstein, D. S. Sensor Performance Specifications, IEEE Control Systems Magazine, 21, 4, 9-18, 2001</a:t>
            </a:r>
            <a:endParaRPr lang="en-GB" dirty="0"/>
          </a:p>
          <a:p>
            <a:endParaRPr lang="en-GB" sz="2400" dirty="0"/>
          </a:p>
          <a:p>
            <a:r>
              <a:rPr lang="en-GB" sz="2400" dirty="0"/>
              <a:t>Bolton, W., Mechatronics, 5th Edition, Pearson, 2012</a:t>
            </a:r>
          </a:p>
          <a:p>
            <a:pPr lvl="1"/>
            <a:r>
              <a:rPr lang="en-GB" dirty="0"/>
              <a:t>Chapter 2 - Sections 2.1 and 2.2</a:t>
            </a:r>
          </a:p>
          <a:p>
            <a:pPr lvl="1"/>
            <a:endParaRPr lang="en-GB" dirty="0"/>
          </a:p>
          <a:p>
            <a:r>
              <a:rPr lang="en-GB" sz="2400" dirty="0" err="1"/>
              <a:t>Niku</a:t>
            </a:r>
            <a:r>
              <a:rPr lang="en-GB" sz="2400" dirty="0"/>
              <a:t>, S.B. , Introduction to Robotics, 2nd Edition, Wiley, New Jersey, 2011.</a:t>
            </a:r>
          </a:p>
          <a:p>
            <a:endParaRPr lang="en-GB" sz="2600" dirty="0"/>
          </a:p>
          <a:p>
            <a:endParaRPr lang="en-GB" sz="2600" dirty="0"/>
          </a:p>
          <a:p>
            <a:endParaRPr lang="en-GB" sz="2200" dirty="0"/>
          </a:p>
          <a:p>
            <a:endParaRPr lang="en-GB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D1B44-9760-B004-EF98-E85A9BE76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1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GB" sz="19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334739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526</TotalTime>
  <Words>1530</Words>
  <Application>Microsoft Office PowerPoint</Application>
  <PresentationFormat>Widescreen</PresentationFormat>
  <Paragraphs>331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Arial</vt:lpstr>
      <vt:lpstr>Calibri</vt:lpstr>
      <vt:lpstr>Calibri Light</vt:lpstr>
      <vt:lpstr>Cambria Math</vt:lpstr>
      <vt:lpstr>1_Office Theme</vt:lpstr>
      <vt:lpstr>ENG4118/5326 - Robotics 4/M Sensors, Actuators and Image capture, processing and analysis</vt:lpstr>
      <vt:lpstr>Overview</vt:lpstr>
      <vt:lpstr>Sensor Specifications Continued</vt:lpstr>
      <vt:lpstr>Error</vt:lpstr>
      <vt:lpstr>Sensitivity</vt:lpstr>
      <vt:lpstr>Sensitivity</vt:lpstr>
      <vt:lpstr>Hysteresis</vt:lpstr>
      <vt:lpstr>Hysteresis</vt:lpstr>
      <vt:lpstr>Non-Linearity Error</vt:lpstr>
      <vt:lpstr>Repeatability</vt:lpstr>
      <vt:lpstr>Stability and Drift</vt:lpstr>
      <vt:lpstr>Drift</vt:lpstr>
      <vt:lpstr>Dead-Band and Dead-time</vt:lpstr>
      <vt:lpstr>Resolution</vt:lpstr>
      <vt:lpstr>Dynamic range</vt:lpstr>
      <vt:lpstr>Input and Output dynamic range</vt:lpstr>
      <vt:lpstr>Noise</vt:lpstr>
      <vt:lpstr>Noise</vt:lpstr>
      <vt:lpstr>Static Calibration</vt:lpstr>
      <vt:lpstr>Static Calibration</vt:lpstr>
      <vt:lpstr>Static Calibration</vt:lpstr>
      <vt:lpstr>Static Calibration</vt:lpstr>
      <vt:lpstr>Static Calibration - Example</vt:lpstr>
      <vt:lpstr>Sensor Connection</vt:lpstr>
      <vt:lpstr>Sensor Connection</vt:lpstr>
      <vt:lpstr>Sensor Connection</vt:lpstr>
      <vt:lpstr>Sensor Connection</vt:lpstr>
      <vt:lpstr>Sensor Modelling</vt:lpstr>
      <vt:lpstr>Sensor Modelling</vt:lpstr>
      <vt:lpstr>Sensor Modelling</vt:lpstr>
      <vt:lpstr>Sensor Modelling</vt:lpstr>
      <vt:lpstr>Sensor Modelling</vt:lpstr>
      <vt:lpstr>Example</vt:lpstr>
      <vt:lpstr>Temperature Sensor – LMT86</vt:lpstr>
      <vt:lpstr>Temperature Sensor – LMT86</vt:lpstr>
      <vt:lpstr>Temperature Sensor – LMT86</vt:lpstr>
      <vt:lpstr>Temperature Sensor – LMT86</vt:lpstr>
      <vt:lpstr>Temperature Sensor – LMT86</vt:lpstr>
      <vt:lpstr>Temperature Sensor – LMT86</vt:lpstr>
      <vt:lpstr>Examples</vt:lpstr>
      <vt:lpstr>Review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ENG5009 –  Advanced Control 5</dc:title>
  <dc:creator>Kevin Worrall</dc:creator>
  <cp:lastModifiedBy>Kevin Worrall</cp:lastModifiedBy>
  <cp:revision>2</cp:revision>
  <dcterms:created xsi:type="dcterms:W3CDTF">2024-01-08T14:11:01Z</dcterms:created>
  <dcterms:modified xsi:type="dcterms:W3CDTF">2026-01-17T14:32:53Z</dcterms:modified>
</cp:coreProperties>
</file>