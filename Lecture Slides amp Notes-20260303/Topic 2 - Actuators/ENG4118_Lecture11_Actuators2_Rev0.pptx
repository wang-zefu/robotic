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4"/>
  </p:notesMasterIdLst>
  <p:sldIdLst>
    <p:sldId id="256" r:id="rId3"/>
    <p:sldId id="258" r:id="rId4"/>
    <p:sldId id="409" r:id="rId5"/>
    <p:sldId id="259" r:id="rId6"/>
    <p:sldId id="410" r:id="rId7"/>
    <p:sldId id="261" r:id="rId8"/>
    <p:sldId id="262" r:id="rId9"/>
    <p:sldId id="263" r:id="rId10"/>
    <p:sldId id="264" r:id="rId11"/>
    <p:sldId id="265" r:id="rId12"/>
    <p:sldId id="266" r:id="rId13"/>
    <p:sldId id="267" r:id="rId14"/>
    <p:sldId id="411" r:id="rId15"/>
    <p:sldId id="269" r:id="rId16"/>
    <p:sldId id="270" r:id="rId17"/>
    <p:sldId id="271" r:id="rId18"/>
    <p:sldId id="268" r:id="rId19"/>
    <p:sldId id="356" r:id="rId20"/>
    <p:sldId id="260" r:id="rId21"/>
    <p:sldId id="314" r:id="rId22"/>
    <p:sldId id="357" r:id="rId23"/>
    <p:sldId id="358" r:id="rId24"/>
    <p:sldId id="359" r:id="rId25"/>
    <p:sldId id="365" r:id="rId26"/>
    <p:sldId id="360" r:id="rId27"/>
    <p:sldId id="361" r:id="rId28"/>
    <p:sldId id="362" r:id="rId29"/>
    <p:sldId id="363" r:id="rId30"/>
    <p:sldId id="364" r:id="rId31"/>
    <p:sldId id="366" r:id="rId32"/>
    <p:sldId id="31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D1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DD625D-B0D5-41D7-95E9-E02EB59599BF}" v="20" dt="2025-02-24T20:34:10.015"/>
    <p1510:client id="{23E9725F-B64B-4A39-B23D-8C93363AF44F}" v="2" dt="2025-02-24T20:46:19.453"/>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82" autoAdjust="0"/>
    <p:restoredTop sz="95983" autoAdjust="0"/>
  </p:normalViewPr>
  <p:slideViewPr>
    <p:cSldViewPr snapToGrid="0">
      <p:cViewPr varScale="1">
        <p:scale>
          <a:sx n="56" d="100"/>
          <a:sy n="56" d="100"/>
        </p:scale>
        <p:origin x="108" y="1140"/>
      </p:cViewPr>
      <p:guideLst/>
    </p:cSldViewPr>
  </p:slideViewPr>
  <p:outlineViewPr>
    <p:cViewPr>
      <p:scale>
        <a:sx n="33" d="100"/>
        <a:sy n="33" d="100"/>
      </p:scale>
      <p:origin x="0" y="-685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Worrall" userId="e21a6e1f-6189-4284-9649-bf7c66c7a38c" providerId="ADAL" clId="{23E9725F-B64B-4A39-B23D-8C93363AF44F}"/>
    <pc:docChg chg="custSel delSld modSld">
      <pc:chgData name="Kevin Worrall" userId="e21a6e1f-6189-4284-9649-bf7c66c7a38c" providerId="ADAL" clId="{23E9725F-B64B-4A39-B23D-8C93363AF44F}" dt="2025-02-24T20:46:42.958" v="72" actId="20577"/>
      <pc:docMkLst>
        <pc:docMk/>
      </pc:docMkLst>
      <pc:sldChg chg="modSp mod">
        <pc:chgData name="Kevin Worrall" userId="e21a6e1f-6189-4284-9649-bf7c66c7a38c" providerId="ADAL" clId="{23E9725F-B64B-4A39-B23D-8C93363AF44F}" dt="2025-02-24T20:46:42.958" v="72" actId="20577"/>
        <pc:sldMkLst>
          <pc:docMk/>
          <pc:sldMk cId="654745962" sldId="258"/>
        </pc:sldMkLst>
        <pc:spChg chg="mod">
          <ac:chgData name="Kevin Worrall" userId="e21a6e1f-6189-4284-9649-bf7c66c7a38c" providerId="ADAL" clId="{23E9725F-B64B-4A39-B23D-8C93363AF44F}" dt="2025-02-24T20:46:42.958" v="72" actId="20577"/>
          <ac:spMkLst>
            <pc:docMk/>
            <pc:sldMk cId="654745962" sldId="258"/>
            <ac:spMk id="3" creationId="{0EC2D61B-0204-42F3-52E6-931A9496968D}"/>
          </ac:spMkLst>
        </pc:spChg>
      </pc:sldChg>
      <pc:sldChg chg="delSp mod">
        <pc:chgData name="Kevin Worrall" userId="e21a6e1f-6189-4284-9649-bf7c66c7a38c" providerId="ADAL" clId="{23E9725F-B64B-4A39-B23D-8C93363AF44F}" dt="2025-02-24T20:44:37.101" v="44" actId="478"/>
        <pc:sldMkLst>
          <pc:docMk/>
          <pc:sldMk cId="0" sldId="259"/>
        </pc:sldMkLst>
        <pc:spChg chg="del">
          <ac:chgData name="Kevin Worrall" userId="e21a6e1f-6189-4284-9649-bf7c66c7a38c" providerId="ADAL" clId="{23E9725F-B64B-4A39-B23D-8C93363AF44F}" dt="2025-02-24T20:44:37.101" v="44" actId="478"/>
          <ac:spMkLst>
            <pc:docMk/>
            <pc:sldMk cId="0" sldId="259"/>
            <ac:spMk id="96" creationId="{00000000-0000-0000-0000-000000000000}"/>
          </ac:spMkLst>
        </pc:spChg>
      </pc:sldChg>
      <pc:sldChg chg="delSp mod">
        <pc:chgData name="Kevin Worrall" userId="e21a6e1f-6189-4284-9649-bf7c66c7a38c" providerId="ADAL" clId="{23E9725F-B64B-4A39-B23D-8C93363AF44F}" dt="2025-02-24T20:44:44.098" v="46" actId="478"/>
        <pc:sldMkLst>
          <pc:docMk/>
          <pc:sldMk cId="0" sldId="261"/>
        </pc:sldMkLst>
        <pc:spChg chg="del">
          <ac:chgData name="Kevin Worrall" userId="e21a6e1f-6189-4284-9649-bf7c66c7a38c" providerId="ADAL" clId="{23E9725F-B64B-4A39-B23D-8C93363AF44F}" dt="2025-02-24T20:44:44.098" v="46" actId="478"/>
          <ac:spMkLst>
            <pc:docMk/>
            <pc:sldMk cId="0" sldId="261"/>
            <ac:spMk id="106" creationId="{00000000-0000-0000-0000-000000000000}"/>
          </ac:spMkLst>
        </pc:spChg>
      </pc:sldChg>
      <pc:sldChg chg="delSp mod">
        <pc:chgData name="Kevin Worrall" userId="e21a6e1f-6189-4284-9649-bf7c66c7a38c" providerId="ADAL" clId="{23E9725F-B64B-4A39-B23D-8C93363AF44F}" dt="2025-02-24T20:44:46.998" v="47" actId="478"/>
        <pc:sldMkLst>
          <pc:docMk/>
          <pc:sldMk cId="0" sldId="262"/>
        </pc:sldMkLst>
        <pc:spChg chg="del">
          <ac:chgData name="Kevin Worrall" userId="e21a6e1f-6189-4284-9649-bf7c66c7a38c" providerId="ADAL" clId="{23E9725F-B64B-4A39-B23D-8C93363AF44F}" dt="2025-02-24T20:44:46.998" v="47" actId="478"/>
          <ac:spMkLst>
            <pc:docMk/>
            <pc:sldMk cId="0" sldId="262"/>
            <ac:spMk id="113" creationId="{00000000-0000-0000-0000-000000000000}"/>
          </ac:spMkLst>
        </pc:spChg>
      </pc:sldChg>
      <pc:sldChg chg="delSp mod">
        <pc:chgData name="Kevin Worrall" userId="e21a6e1f-6189-4284-9649-bf7c66c7a38c" providerId="ADAL" clId="{23E9725F-B64B-4A39-B23D-8C93363AF44F}" dt="2025-02-24T20:44:49.873" v="48" actId="478"/>
        <pc:sldMkLst>
          <pc:docMk/>
          <pc:sldMk cId="0" sldId="263"/>
        </pc:sldMkLst>
        <pc:spChg chg="del">
          <ac:chgData name="Kevin Worrall" userId="e21a6e1f-6189-4284-9649-bf7c66c7a38c" providerId="ADAL" clId="{23E9725F-B64B-4A39-B23D-8C93363AF44F}" dt="2025-02-24T20:44:49.873" v="48" actId="478"/>
          <ac:spMkLst>
            <pc:docMk/>
            <pc:sldMk cId="0" sldId="263"/>
            <ac:spMk id="119" creationId="{00000000-0000-0000-0000-000000000000}"/>
          </ac:spMkLst>
        </pc:spChg>
      </pc:sldChg>
      <pc:sldChg chg="delSp mod">
        <pc:chgData name="Kevin Worrall" userId="e21a6e1f-6189-4284-9649-bf7c66c7a38c" providerId="ADAL" clId="{23E9725F-B64B-4A39-B23D-8C93363AF44F}" dt="2025-02-24T20:44:53.421" v="49" actId="478"/>
        <pc:sldMkLst>
          <pc:docMk/>
          <pc:sldMk cId="0" sldId="264"/>
        </pc:sldMkLst>
        <pc:spChg chg="del">
          <ac:chgData name="Kevin Worrall" userId="e21a6e1f-6189-4284-9649-bf7c66c7a38c" providerId="ADAL" clId="{23E9725F-B64B-4A39-B23D-8C93363AF44F}" dt="2025-02-24T20:44:53.421" v="49" actId="478"/>
          <ac:spMkLst>
            <pc:docMk/>
            <pc:sldMk cId="0" sldId="264"/>
            <ac:spMk id="123" creationId="{00000000-0000-0000-0000-000000000000}"/>
          </ac:spMkLst>
        </pc:spChg>
      </pc:sldChg>
      <pc:sldChg chg="delSp modSp mod">
        <pc:chgData name="Kevin Worrall" userId="e21a6e1f-6189-4284-9649-bf7c66c7a38c" providerId="ADAL" clId="{23E9725F-B64B-4A39-B23D-8C93363AF44F}" dt="2025-02-24T20:45:14.105" v="53" actId="14100"/>
        <pc:sldMkLst>
          <pc:docMk/>
          <pc:sldMk cId="0" sldId="265"/>
        </pc:sldMkLst>
        <pc:spChg chg="del">
          <ac:chgData name="Kevin Worrall" userId="e21a6e1f-6189-4284-9649-bf7c66c7a38c" providerId="ADAL" clId="{23E9725F-B64B-4A39-B23D-8C93363AF44F}" dt="2025-02-24T20:44:57.121" v="50" actId="478"/>
          <ac:spMkLst>
            <pc:docMk/>
            <pc:sldMk cId="0" sldId="265"/>
            <ac:spMk id="128" creationId="{00000000-0000-0000-0000-000000000000}"/>
          </ac:spMkLst>
        </pc:spChg>
        <pc:spChg chg="mod">
          <ac:chgData name="Kevin Worrall" userId="e21a6e1f-6189-4284-9649-bf7c66c7a38c" providerId="ADAL" clId="{23E9725F-B64B-4A39-B23D-8C93363AF44F}" dt="2025-02-24T20:45:14.105" v="53" actId="14100"/>
          <ac:spMkLst>
            <pc:docMk/>
            <pc:sldMk cId="0" sldId="265"/>
            <ac:spMk id="129" creationId="{00000000-0000-0000-0000-000000000000}"/>
          </ac:spMkLst>
        </pc:spChg>
      </pc:sldChg>
      <pc:sldChg chg="delSp modSp mod">
        <pc:chgData name="Kevin Worrall" userId="e21a6e1f-6189-4284-9649-bf7c66c7a38c" providerId="ADAL" clId="{23E9725F-B64B-4A39-B23D-8C93363AF44F}" dt="2025-02-24T20:45:08.740" v="52" actId="14100"/>
        <pc:sldMkLst>
          <pc:docMk/>
          <pc:sldMk cId="0" sldId="266"/>
        </pc:sldMkLst>
        <pc:spChg chg="del">
          <ac:chgData name="Kevin Worrall" userId="e21a6e1f-6189-4284-9649-bf7c66c7a38c" providerId="ADAL" clId="{23E9725F-B64B-4A39-B23D-8C93363AF44F}" dt="2025-02-24T20:45:01.177" v="51" actId="478"/>
          <ac:spMkLst>
            <pc:docMk/>
            <pc:sldMk cId="0" sldId="266"/>
            <ac:spMk id="134" creationId="{00000000-0000-0000-0000-000000000000}"/>
          </ac:spMkLst>
        </pc:spChg>
        <pc:spChg chg="mod">
          <ac:chgData name="Kevin Worrall" userId="e21a6e1f-6189-4284-9649-bf7c66c7a38c" providerId="ADAL" clId="{23E9725F-B64B-4A39-B23D-8C93363AF44F}" dt="2025-02-24T20:45:08.740" v="52" actId="14100"/>
          <ac:spMkLst>
            <pc:docMk/>
            <pc:sldMk cId="0" sldId="266"/>
            <ac:spMk id="135" creationId="{00000000-0000-0000-0000-000000000000}"/>
          </ac:spMkLst>
        </pc:spChg>
      </pc:sldChg>
      <pc:sldChg chg="delSp modSp mod">
        <pc:chgData name="Kevin Worrall" userId="e21a6e1f-6189-4284-9649-bf7c66c7a38c" providerId="ADAL" clId="{23E9725F-B64B-4A39-B23D-8C93363AF44F}" dt="2025-02-24T20:45:24.428" v="55" actId="14100"/>
        <pc:sldMkLst>
          <pc:docMk/>
          <pc:sldMk cId="0" sldId="267"/>
        </pc:sldMkLst>
        <pc:spChg chg="del">
          <ac:chgData name="Kevin Worrall" userId="e21a6e1f-6189-4284-9649-bf7c66c7a38c" providerId="ADAL" clId="{23E9725F-B64B-4A39-B23D-8C93363AF44F}" dt="2025-02-24T20:45:20.802" v="54" actId="478"/>
          <ac:spMkLst>
            <pc:docMk/>
            <pc:sldMk cId="0" sldId="267"/>
            <ac:spMk id="139" creationId="{00000000-0000-0000-0000-000000000000}"/>
          </ac:spMkLst>
        </pc:spChg>
        <pc:spChg chg="mod">
          <ac:chgData name="Kevin Worrall" userId="e21a6e1f-6189-4284-9649-bf7c66c7a38c" providerId="ADAL" clId="{23E9725F-B64B-4A39-B23D-8C93363AF44F}" dt="2025-02-24T20:45:24.428" v="55" actId="14100"/>
          <ac:spMkLst>
            <pc:docMk/>
            <pc:sldMk cId="0" sldId="267"/>
            <ac:spMk id="140" creationId="{00000000-0000-0000-0000-000000000000}"/>
          </ac:spMkLst>
        </pc:spChg>
      </pc:sldChg>
      <pc:sldChg chg="delSp modSp mod">
        <pc:chgData name="Kevin Worrall" userId="e21a6e1f-6189-4284-9649-bf7c66c7a38c" providerId="ADAL" clId="{23E9725F-B64B-4A39-B23D-8C93363AF44F}" dt="2025-02-24T20:46:24.798" v="69" actId="27636"/>
        <pc:sldMkLst>
          <pc:docMk/>
          <pc:sldMk cId="0" sldId="269"/>
        </pc:sldMkLst>
        <pc:spChg chg="del">
          <ac:chgData name="Kevin Worrall" userId="e21a6e1f-6189-4284-9649-bf7c66c7a38c" providerId="ADAL" clId="{23E9725F-B64B-4A39-B23D-8C93363AF44F}" dt="2025-02-24T20:46:21.483" v="67" actId="478"/>
          <ac:spMkLst>
            <pc:docMk/>
            <pc:sldMk cId="0" sldId="269"/>
            <ac:spMk id="149" creationId="{00000000-0000-0000-0000-000000000000}"/>
          </ac:spMkLst>
        </pc:spChg>
        <pc:spChg chg="mod">
          <ac:chgData name="Kevin Worrall" userId="e21a6e1f-6189-4284-9649-bf7c66c7a38c" providerId="ADAL" clId="{23E9725F-B64B-4A39-B23D-8C93363AF44F}" dt="2025-02-24T20:45:46.511" v="58" actId="14100"/>
          <ac:spMkLst>
            <pc:docMk/>
            <pc:sldMk cId="0" sldId="269"/>
            <ac:spMk id="150" creationId="{00000000-0000-0000-0000-000000000000}"/>
          </ac:spMkLst>
        </pc:spChg>
        <pc:spChg chg="mod">
          <ac:chgData name="Kevin Worrall" userId="e21a6e1f-6189-4284-9649-bf7c66c7a38c" providerId="ADAL" clId="{23E9725F-B64B-4A39-B23D-8C93363AF44F}" dt="2025-02-24T20:46:24.798" v="69" actId="27636"/>
          <ac:spMkLst>
            <pc:docMk/>
            <pc:sldMk cId="0" sldId="269"/>
            <ac:spMk id="152" creationId="{00000000-0000-0000-0000-000000000000}"/>
          </ac:spMkLst>
        </pc:spChg>
      </pc:sldChg>
      <pc:sldChg chg="delSp modSp mod">
        <pc:chgData name="Kevin Worrall" userId="e21a6e1f-6189-4284-9649-bf7c66c7a38c" providerId="ADAL" clId="{23E9725F-B64B-4A39-B23D-8C93363AF44F}" dt="2025-02-24T20:45:57.283" v="60" actId="14100"/>
        <pc:sldMkLst>
          <pc:docMk/>
          <pc:sldMk cId="0" sldId="270"/>
        </pc:sldMkLst>
        <pc:spChg chg="del">
          <ac:chgData name="Kevin Worrall" userId="e21a6e1f-6189-4284-9649-bf7c66c7a38c" providerId="ADAL" clId="{23E9725F-B64B-4A39-B23D-8C93363AF44F}" dt="2025-02-24T20:45:53.068" v="59" actId="478"/>
          <ac:spMkLst>
            <pc:docMk/>
            <pc:sldMk cId="0" sldId="270"/>
            <ac:spMk id="155" creationId="{00000000-0000-0000-0000-000000000000}"/>
          </ac:spMkLst>
        </pc:spChg>
        <pc:spChg chg="mod">
          <ac:chgData name="Kevin Worrall" userId="e21a6e1f-6189-4284-9649-bf7c66c7a38c" providerId="ADAL" clId="{23E9725F-B64B-4A39-B23D-8C93363AF44F}" dt="2025-02-24T20:45:57.283" v="60" actId="14100"/>
          <ac:spMkLst>
            <pc:docMk/>
            <pc:sldMk cId="0" sldId="270"/>
            <ac:spMk id="156" creationId="{00000000-0000-0000-0000-000000000000}"/>
          </ac:spMkLst>
        </pc:spChg>
      </pc:sldChg>
      <pc:sldChg chg="delSp modSp mod">
        <pc:chgData name="Kevin Worrall" userId="e21a6e1f-6189-4284-9649-bf7c66c7a38c" providerId="ADAL" clId="{23E9725F-B64B-4A39-B23D-8C93363AF44F}" dt="2025-02-24T20:46:04.788" v="62" actId="14100"/>
        <pc:sldMkLst>
          <pc:docMk/>
          <pc:sldMk cId="0" sldId="271"/>
        </pc:sldMkLst>
        <pc:spChg chg="del">
          <ac:chgData name="Kevin Worrall" userId="e21a6e1f-6189-4284-9649-bf7c66c7a38c" providerId="ADAL" clId="{23E9725F-B64B-4A39-B23D-8C93363AF44F}" dt="2025-02-24T20:46:01.889" v="61" actId="478"/>
          <ac:spMkLst>
            <pc:docMk/>
            <pc:sldMk cId="0" sldId="271"/>
            <ac:spMk id="160" creationId="{00000000-0000-0000-0000-000000000000}"/>
          </ac:spMkLst>
        </pc:spChg>
        <pc:spChg chg="mod">
          <ac:chgData name="Kevin Worrall" userId="e21a6e1f-6189-4284-9649-bf7c66c7a38c" providerId="ADAL" clId="{23E9725F-B64B-4A39-B23D-8C93363AF44F}" dt="2025-02-24T20:46:04.788" v="62" actId="14100"/>
          <ac:spMkLst>
            <pc:docMk/>
            <pc:sldMk cId="0" sldId="271"/>
            <ac:spMk id="161" creationId="{00000000-0000-0000-0000-000000000000}"/>
          </ac:spMkLst>
        </pc:spChg>
      </pc:sldChg>
      <pc:sldChg chg="modSp mod">
        <pc:chgData name="Kevin Worrall" userId="e21a6e1f-6189-4284-9649-bf7c66c7a38c" providerId="ADAL" clId="{23E9725F-B64B-4A39-B23D-8C93363AF44F}" dt="2025-02-24T20:44:07.078" v="42" actId="20577"/>
        <pc:sldMkLst>
          <pc:docMk/>
          <pc:sldMk cId="1122386126" sldId="312"/>
        </pc:sldMkLst>
        <pc:spChg chg="mod">
          <ac:chgData name="Kevin Worrall" userId="e21a6e1f-6189-4284-9649-bf7c66c7a38c" providerId="ADAL" clId="{23E9725F-B64B-4A39-B23D-8C93363AF44F}" dt="2025-02-24T20:44:07.078" v="42" actId="20577"/>
          <ac:spMkLst>
            <pc:docMk/>
            <pc:sldMk cId="1122386126" sldId="312"/>
            <ac:spMk id="3" creationId="{0EC2D61B-0204-42F3-52E6-931A9496968D}"/>
          </ac:spMkLst>
        </pc:spChg>
      </pc:sldChg>
      <pc:sldChg chg="del">
        <pc:chgData name="Kevin Worrall" userId="e21a6e1f-6189-4284-9649-bf7c66c7a38c" providerId="ADAL" clId="{23E9725F-B64B-4A39-B23D-8C93363AF44F}" dt="2025-02-24T20:43:28.997" v="0" actId="47"/>
        <pc:sldMkLst>
          <pc:docMk/>
          <pc:sldMk cId="276696665" sldId="315"/>
        </pc:sldMkLst>
      </pc:sldChg>
      <pc:sldChg chg="del">
        <pc:chgData name="Kevin Worrall" userId="e21a6e1f-6189-4284-9649-bf7c66c7a38c" providerId="ADAL" clId="{23E9725F-B64B-4A39-B23D-8C93363AF44F}" dt="2025-02-24T20:43:30.189" v="1" actId="47"/>
        <pc:sldMkLst>
          <pc:docMk/>
          <pc:sldMk cId="223515128" sldId="367"/>
        </pc:sldMkLst>
      </pc:sldChg>
      <pc:sldChg chg="del">
        <pc:chgData name="Kevin Worrall" userId="e21a6e1f-6189-4284-9649-bf7c66c7a38c" providerId="ADAL" clId="{23E9725F-B64B-4A39-B23D-8C93363AF44F}" dt="2025-02-24T20:43:31.284" v="2" actId="47"/>
        <pc:sldMkLst>
          <pc:docMk/>
          <pc:sldMk cId="3709543019" sldId="368"/>
        </pc:sldMkLst>
      </pc:sldChg>
      <pc:sldChg chg="del">
        <pc:chgData name="Kevin Worrall" userId="e21a6e1f-6189-4284-9649-bf7c66c7a38c" providerId="ADAL" clId="{23E9725F-B64B-4A39-B23D-8C93363AF44F}" dt="2025-02-24T20:43:32.082" v="3" actId="47"/>
        <pc:sldMkLst>
          <pc:docMk/>
          <pc:sldMk cId="4074219657" sldId="369"/>
        </pc:sldMkLst>
      </pc:sldChg>
      <pc:sldChg chg="del">
        <pc:chgData name="Kevin Worrall" userId="e21a6e1f-6189-4284-9649-bf7c66c7a38c" providerId="ADAL" clId="{23E9725F-B64B-4A39-B23D-8C93363AF44F}" dt="2025-02-24T20:43:33.339" v="4" actId="47"/>
        <pc:sldMkLst>
          <pc:docMk/>
          <pc:sldMk cId="4178745922" sldId="370"/>
        </pc:sldMkLst>
      </pc:sldChg>
      <pc:sldChg chg="del">
        <pc:chgData name="Kevin Worrall" userId="e21a6e1f-6189-4284-9649-bf7c66c7a38c" providerId="ADAL" clId="{23E9725F-B64B-4A39-B23D-8C93363AF44F}" dt="2025-02-24T20:43:34.062" v="5" actId="47"/>
        <pc:sldMkLst>
          <pc:docMk/>
          <pc:sldMk cId="2542197381" sldId="371"/>
        </pc:sldMkLst>
      </pc:sldChg>
      <pc:sldChg chg="del">
        <pc:chgData name="Kevin Worrall" userId="e21a6e1f-6189-4284-9649-bf7c66c7a38c" providerId="ADAL" clId="{23E9725F-B64B-4A39-B23D-8C93363AF44F}" dt="2025-02-24T20:43:34.722" v="6" actId="47"/>
        <pc:sldMkLst>
          <pc:docMk/>
          <pc:sldMk cId="2903324715" sldId="372"/>
        </pc:sldMkLst>
      </pc:sldChg>
      <pc:sldChg chg="del">
        <pc:chgData name="Kevin Worrall" userId="e21a6e1f-6189-4284-9649-bf7c66c7a38c" providerId="ADAL" clId="{23E9725F-B64B-4A39-B23D-8C93363AF44F}" dt="2025-02-24T20:43:35.488" v="7" actId="47"/>
        <pc:sldMkLst>
          <pc:docMk/>
          <pc:sldMk cId="399795416" sldId="373"/>
        </pc:sldMkLst>
      </pc:sldChg>
      <pc:sldChg chg="del">
        <pc:chgData name="Kevin Worrall" userId="e21a6e1f-6189-4284-9649-bf7c66c7a38c" providerId="ADAL" clId="{23E9725F-B64B-4A39-B23D-8C93363AF44F}" dt="2025-02-24T20:43:36.104" v="8" actId="47"/>
        <pc:sldMkLst>
          <pc:docMk/>
          <pc:sldMk cId="1356301246" sldId="374"/>
        </pc:sldMkLst>
      </pc:sldChg>
      <pc:sldChg chg="del">
        <pc:chgData name="Kevin Worrall" userId="e21a6e1f-6189-4284-9649-bf7c66c7a38c" providerId="ADAL" clId="{23E9725F-B64B-4A39-B23D-8C93363AF44F}" dt="2025-02-24T20:43:36.796" v="9" actId="47"/>
        <pc:sldMkLst>
          <pc:docMk/>
          <pc:sldMk cId="1900108175" sldId="375"/>
        </pc:sldMkLst>
      </pc:sldChg>
      <pc:sldChg chg="del">
        <pc:chgData name="Kevin Worrall" userId="e21a6e1f-6189-4284-9649-bf7c66c7a38c" providerId="ADAL" clId="{23E9725F-B64B-4A39-B23D-8C93363AF44F}" dt="2025-02-24T20:43:37.537" v="10" actId="47"/>
        <pc:sldMkLst>
          <pc:docMk/>
          <pc:sldMk cId="1150357784" sldId="376"/>
        </pc:sldMkLst>
      </pc:sldChg>
      <pc:sldChg chg="del">
        <pc:chgData name="Kevin Worrall" userId="e21a6e1f-6189-4284-9649-bf7c66c7a38c" providerId="ADAL" clId="{23E9725F-B64B-4A39-B23D-8C93363AF44F}" dt="2025-02-24T20:43:38.220" v="11" actId="47"/>
        <pc:sldMkLst>
          <pc:docMk/>
          <pc:sldMk cId="719947529" sldId="377"/>
        </pc:sldMkLst>
      </pc:sldChg>
      <pc:sldChg chg="del">
        <pc:chgData name="Kevin Worrall" userId="e21a6e1f-6189-4284-9649-bf7c66c7a38c" providerId="ADAL" clId="{23E9725F-B64B-4A39-B23D-8C93363AF44F}" dt="2025-02-24T20:43:39.003" v="12" actId="47"/>
        <pc:sldMkLst>
          <pc:docMk/>
          <pc:sldMk cId="2511051997" sldId="380"/>
        </pc:sldMkLst>
      </pc:sldChg>
      <pc:sldChg chg="del">
        <pc:chgData name="Kevin Worrall" userId="e21a6e1f-6189-4284-9649-bf7c66c7a38c" providerId="ADAL" clId="{23E9725F-B64B-4A39-B23D-8C93363AF44F}" dt="2025-02-24T20:43:39.720" v="13" actId="47"/>
        <pc:sldMkLst>
          <pc:docMk/>
          <pc:sldMk cId="2316134435" sldId="381"/>
        </pc:sldMkLst>
      </pc:sldChg>
      <pc:sldChg chg="del">
        <pc:chgData name="Kevin Worrall" userId="e21a6e1f-6189-4284-9649-bf7c66c7a38c" providerId="ADAL" clId="{23E9725F-B64B-4A39-B23D-8C93363AF44F}" dt="2025-02-24T20:43:40.453" v="14" actId="47"/>
        <pc:sldMkLst>
          <pc:docMk/>
          <pc:sldMk cId="3226688505" sldId="382"/>
        </pc:sldMkLst>
      </pc:sldChg>
      <pc:sldChg chg="del">
        <pc:chgData name="Kevin Worrall" userId="e21a6e1f-6189-4284-9649-bf7c66c7a38c" providerId="ADAL" clId="{23E9725F-B64B-4A39-B23D-8C93363AF44F}" dt="2025-02-24T20:43:41.229" v="15" actId="47"/>
        <pc:sldMkLst>
          <pc:docMk/>
          <pc:sldMk cId="3012889299" sldId="383"/>
        </pc:sldMkLst>
      </pc:sldChg>
      <pc:sldChg chg="del">
        <pc:chgData name="Kevin Worrall" userId="e21a6e1f-6189-4284-9649-bf7c66c7a38c" providerId="ADAL" clId="{23E9725F-B64B-4A39-B23D-8C93363AF44F}" dt="2025-02-24T20:43:41.926" v="16" actId="47"/>
        <pc:sldMkLst>
          <pc:docMk/>
          <pc:sldMk cId="1523611756" sldId="384"/>
        </pc:sldMkLst>
      </pc:sldChg>
      <pc:sldChg chg="del">
        <pc:chgData name="Kevin Worrall" userId="e21a6e1f-6189-4284-9649-bf7c66c7a38c" providerId="ADAL" clId="{23E9725F-B64B-4A39-B23D-8C93363AF44F}" dt="2025-02-24T20:43:42.824" v="17" actId="47"/>
        <pc:sldMkLst>
          <pc:docMk/>
          <pc:sldMk cId="727720437" sldId="385"/>
        </pc:sldMkLst>
      </pc:sldChg>
      <pc:sldChg chg="del">
        <pc:chgData name="Kevin Worrall" userId="e21a6e1f-6189-4284-9649-bf7c66c7a38c" providerId="ADAL" clId="{23E9725F-B64B-4A39-B23D-8C93363AF44F}" dt="2025-02-24T20:43:43.601" v="18" actId="47"/>
        <pc:sldMkLst>
          <pc:docMk/>
          <pc:sldMk cId="2695869252" sldId="386"/>
        </pc:sldMkLst>
      </pc:sldChg>
      <pc:sldChg chg="del">
        <pc:chgData name="Kevin Worrall" userId="e21a6e1f-6189-4284-9649-bf7c66c7a38c" providerId="ADAL" clId="{23E9725F-B64B-4A39-B23D-8C93363AF44F}" dt="2025-02-24T20:43:44.435" v="19" actId="47"/>
        <pc:sldMkLst>
          <pc:docMk/>
          <pc:sldMk cId="1549247466" sldId="387"/>
        </pc:sldMkLst>
      </pc:sldChg>
      <pc:sldChg chg="del">
        <pc:chgData name="Kevin Worrall" userId="e21a6e1f-6189-4284-9649-bf7c66c7a38c" providerId="ADAL" clId="{23E9725F-B64B-4A39-B23D-8C93363AF44F}" dt="2025-02-24T20:43:45.153" v="20" actId="47"/>
        <pc:sldMkLst>
          <pc:docMk/>
          <pc:sldMk cId="1340346510" sldId="388"/>
        </pc:sldMkLst>
      </pc:sldChg>
      <pc:sldChg chg="del">
        <pc:chgData name="Kevin Worrall" userId="e21a6e1f-6189-4284-9649-bf7c66c7a38c" providerId="ADAL" clId="{23E9725F-B64B-4A39-B23D-8C93363AF44F}" dt="2025-02-24T20:43:45.985" v="21" actId="47"/>
        <pc:sldMkLst>
          <pc:docMk/>
          <pc:sldMk cId="837420465" sldId="389"/>
        </pc:sldMkLst>
      </pc:sldChg>
      <pc:sldChg chg="del">
        <pc:chgData name="Kevin Worrall" userId="e21a6e1f-6189-4284-9649-bf7c66c7a38c" providerId="ADAL" clId="{23E9725F-B64B-4A39-B23D-8C93363AF44F}" dt="2025-02-24T20:43:46.777" v="22" actId="47"/>
        <pc:sldMkLst>
          <pc:docMk/>
          <pc:sldMk cId="2116803622" sldId="390"/>
        </pc:sldMkLst>
      </pc:sldChg>
      <pc:sldChg chg="del">
        <pc:chgData name="Kevin Worrall" userId="e21a6e1f-6189-4284-9649-bf7c66c7a38c" providerId="ADAL" clId="{23E9725F-B64B-4A39-B23D-8C93363AF44F}" dt="2025-02-24T20:43:47.684" v="23" actId="47"/>
        <pc:sldMkLst>
          <pc:docMk/>
          <pc:sldMk cId="1797276124" sldId="391"/>
        </pc:sldMkLst>
      </pc:sldChg>
      <pc:sldChg chg="del">
        <pc:chgData name="Kevin Worrall" userId="e21a6e1f-6189-4284-9649-bf7c66c7a38c" providerId="ADAL" clId="{23E9725F-B64B-4A39-B23D-8C93363AF44F}" dt="2025-02-24T20:43:48.376" v="24" actId="47"/>
        <pc:sldMkLst>
          <pc:docMk/>
          <pc:sldMk cId="3595941098" sldId="392"/>
        </pc:sldMkLst>
      </pc:sldChg>
      <pc:sldChg chg="del">
        <pc:chgData name="Kevin Worrall" userId="e21a6e1f-6189-4284-9649-bf7c66c7a38c" providerId="ADAL" clId="{23E9725F-B64B-4A39-B23D-8C93363AF44F}" dt="2025-02-24T20:43:49.227" v="25" actId="47"/>
        <pc:sldMkLst>
          <pc:docMk/>
          <pc:sldMk cId="3464930188" sldId="393"/>
        </pc:sldMkLst>
      </pc:sldChg>
      <pc:sldChg chg="del">
        <pc:chgData name="Kevin Worrall" userId="e21a6e1f-6189-4284-9649-bf7c66c7a38c" providerId="ADAL" clId="{23E9725F-B64B-4A39-B23D-8C93363AF44F}" dt="2025-02-24T20:43:49.884" v="26" actId="47"/>
        <pc:sldMkLst>
          <pc:docMk/>
          <pc:sldMk cId="2835200978" sldId="394"/>
        </pc:sldMkLst>
      </pc:sldChg>
      <pc:sldChg chg="del">
        <pc:chgData name="Kevin Worrall" userId="e21a6e1f-6189-4284-9649-bf7c66c7a38c" providerId="ADAL" clId="{23E9725F-B64B-4A39-B23D-8C93363AF44F}" dt="2025-02-24T20:43:50.539" v="27" actId="47"/>
        <pc:sldMkLst>
          <pc:docMk/>
          <pc:sldMk cId="2147923981" sldId="395"/>
        </pc:sldMkLst>
      </pc:sldChg>
      <pc:sldChg chg="del">
        <pc:chgData name="Kevin Worrall" userId="e21a6e1f-6189-4284-9649-bf7c66c7a38c" providerId="ADAL" clId="{23E9725F-B64B-4A39-B23D-8C93363AF44F}" dt="2025-02-24T20:43:51.249" v="28" actId="47"/>
        <pc:sldMkLst>
          <pc:docMk/>
          <pc:sldMk cId="773573272" sldId="396"/>
        </pc:sldMkLst>
      </pc:sldChg>
      <pc:sldChg chg="del">
        <pc:chgData name="Kevin Worrall" userId="e21a6e1f-6189-4284-9649-bf7c66c7a38c" providerId="ADAL" clId="{23E9725F-B64B-4A39-B23D-8C93363AF44F}" dt="2025-02-24T20:43:51.835" v="29" actId="47"/>
        <pc:sldMkLst>
          <pc:docMk/>
          <pc:sldMk cId="4121648832" sldId="397"/>
        </pc:sldMkLst>
      </pc:sldChg>
      <pc:sldChg chg="del">
        <pc:chgData name="Kevin Worrall" userId="e21a6e1f-6189-4284-9649-bf7c66c7a38c" providerId="ADAL" clId="{23E9725F-B64B-4A39-B23D-8C93363AF44F}" dt="2025-02-24T20:43:52.482" v="30" actId="47"/>
        <pc:sldMkLst>
          <pc:docMk/>
          <pc:sldMk cId="2789133454" sldId="398"/>
        </pc:sldMkLst>
      </pc:sldChg>
      <pc:sldChg chg="del">
        <pc:chgData name="Kevin Worrall" userId="e21a6e1f-6189-4284-9649-bf7c66c7a38c" providerId="ADAL" clId="{23E9725F-B64B-4A39-B23D-8C93363AF44F}" dt="2025-02-24T20:43:53.132" v="31" actId="47"/>
        <pc:sldMkLst>
          <pc:docMk/>
          <pc:sldMk cId="3720350992" sldId="399"/>
        </pc:sldMkLst>
      </pc:sldChg>
      <pc:sldChg chg="del">
        <pc:chgData name="Kevin Worrall" userId="e21a6e1f-6189-4284-9649-bf7c66c7a38c" providerId="ADAL" clId="{23E9725F-B64B-4A39-B23D-8C93363AF44F}" dt="2025-02-24T20:43:53.815" v="32" actId="47"/>
        <pc:sldMkLst>
          <pc:docMk/>
          <pc:sldMk cId="2451378723" sldId="400"/>
        </pc:sldMkLst>
      </pc:sldChg>
      <pc:sldChg chg="del">
        <pc:chgData name="Kevin Worrall" userId="e21a6e1f-6189-4284-9649-bf7c66c7a38c" providerId="ADAL" clId="{23E9725F-B64B-4A39-B23D-8C93363AF44F}" dt="2025-02-24T20:43:54.719" v="33" actId="47"/>
        <pc:sldMkLst>
          <pc:docMk/>
          <pc:sldMk cId="2462666926" sldId="402"/>
        </pc:sldMkLst>
      </pc:sldChg>
      <pc:sldChg chg="del">
        <pc:chgData name="Kevin Worrall" userId="e21a6e1f-6189-4284-9649-bf7c66c7a38c" providerId="ADAL" clId="{23E9725F-B64B-4A39-B23D-8C93363AF44F}" dt="2025-02-24T20:43:55.415" v="34" actId="47"/>
        <pc:sldMkLst>
          <pc:docMk/>
          <pc:sldMk cId="2256030845" sldId="403"/>
        </pc:sldMkLst>
      </pc:sldChg>
      <pc:sldChg chg="del">
        <pc:chgData name="Kevin Worrall" userId="e21a6e1f-6189-4284-9649-bf7c66c7a38c" providerId="ADAL" clId="{23E9725F-B64B-4A39-B23D-8C93363AF44F}" dt="2025-02-24T20:43:56.131" v="35" actId="47"/>
        <pc:sldMkLst>
          <pc:docMk/>
          <pc:sldMk cId="3491514623" sldId="404"/>
        </pc:sldMkLst>
      </pc:sldChg>
      <pc:sldChg chg="del">
        <pc:chgData name="Kevin Worrall" userId="e21a6e1f-6189-4284-9649-bf7c66c7a38c" providerId="ADAL" clId="{23E9725F-B64B-4A39-B23D-8C93363AF44F}" dt="2025-02-24T20:43:56.823" v="36" actId="47"/>
        <pc:sldMkLst>
          <pc:docMk/>
          <pc:sldMk cId="781392038" sldId="405"/>
        </pc:sldMkLst>
      </pc:sldChg>
      <pc:sldChg chg="del">
        <pc:chgData name="Kevin Worrall" userId="e21a6e1f-6189-4284-9649-bf7c66c7a38c" providerId="ADAL" clId="{23E9725F-B64B-4A39-B23D-8C93363AF44F}" dt="2025-02-24T20:43:57.568" v="37" actId="47"/>
        <pc:sldMkLst>
          <pc:docMk/>
          <pc:sldMk cId="605539146" sldId="406"/>
        </pc:sldMkLst>
      </pc:sldChg>
      <pc:sldChg chg="del">
        <pc:chgData name="Kevin Worrall" userId="e21a6e1f-6189-4284-9649-bf7c66c7a38c" providerId="ADAL" clId="{23E9725F-B64B-4A39-B23D-8C93363AF44F}" dt="2025-02-24T20:43:58.280" v="38" actId="47"/>
        <pc:sldMkLst>
          <pc:docMk/>
          <pc:sldMk cId="1172246968" sldId="407"/>
        </pc:sldMkLst>
      </pc:sldChg>
      <pc:sldChg chg="delSp mod">
        <pc:chgData name="Kevin Worrall" userId="e21a6e1f-6189-4284-9649-bf7c66c7a38c" providerId="ADAL" clId="{23E9725F-B64B-4A39-B23D-8C93363AF44F}" dt="2025-02-24T20:44:34.485" v="43" actId="478"/>
        <pc:sldMkLst>
          <pc:docMk/>
          <pc:sldMk cId="0" sldId="409"/>
        </pc:sldMkLst>
        <pc:spChg chg="del">
          <ac:chgData name="Kevin Worrall" userId="e21a6e1f-6189-4284-9649-bf7c66c7a38c" providerId="ADAL" clId="{23E9725F-B64B-4A39-B23D-8C93363AF44F}" dt="2025-02-24T20:44:34.485" v="43" actId="478"/>
          <ac:spMkLst>
            <pc:docMk/>
            <pc:sldMk cId="0" sldId="409"/>
            <ac:spMk id="92" creationId="{00000000-0000-0000-0000-000000000000}"/>
          </ac:spMkLst>
        </pc:spChg>
      </pc:sldChg>
      <pc:sldChg chg="delSp mod">
        <pc:chgData name="Kevin Worrall" userId="e21a6e1f-6189-4284-9649-bf7c66c7a38c" providerId="ADAL" clId="{23E9725F-B64B-4A39-B23D-8C93363AF44F}" dt="2025-02-24T20:44:39.883" v="45" actId="478"/>
        <pc:sldMkLst>
          <pc:docMk/>
          <pc:sldMk cId="0" sldId="410"/>
        </pc:sldMkLst>
        <pc:spChg chg="del">
          <ac:chgData name="Kevin Worrall" userId="e21a6e1f-6189-4284-9649-bf7c66c7a38c" providerId="ADAL" clId="{23E9725F-B64B-4A39-B23D-8C93363AF44F}" dt="2025-02-24T20:44:39.883" v="45" actId="478"/>
          <ac:spMkLst>
            <pc:docMk/>
            <pc:sldMk cId="0" sldId="410"/>
            <ac:spMk id="101" creationId="{00000000-0000-0000-0000-000000000000}"/>
          </ac:spMkLst>
        </pc:spChg>
      </pc:sldChg>
      <pc:sldChg chg="delSp modSp mod">
        <pc:chgData name="Kevin Worrall" userId="e21a6e1f-6189-4284-9649-bf7c66c7a38c" providerId="ADAL" clId="{23E9725F-B64B-4A39-B23D-8C93363AF44F}" dt="2025-02-24T20:45:32.282" v="57" actId="14100"/>
        <pc:sldMkLst>
          <pc:docMk/>
          <pc:sldMk cId="0" sldId="411"/>
        </pc:sldMkLst>
        <pc:spChg chg="del">
          <ac:chgData name="Kevin Worrall" userId="e21a6e1f-6189-4284-9649-bf7c66c7a38c" providerId="ADAL" clId="{23E9725F-B64B-4A39-B23D-8C93363AF44F}" dt="2025-02-24T20:45:29.133" v="56" actId="478"/>
          <ac:spMkLst>
            <pc:docMk/>
            <pc:sldMk cId="0" sldId="411"/>
            <ac:spMk id="143" creationId="{00000000-0000-0000-0000-000000000000}"/>
          </ac:spMkLst>
        </pc:spChg>
        <pc:spChg chg="mod">
          <ac:chgData name="Kevin Worrall" userId="e21a6e1f-6189-4284-9649-bf7c66c7a38c" providerId="ADAL" clId="{23E9725F-B64B-4A39-B23D-8C93363AF44F}" dt="2025-02-24T20:45:32.282" v="57" actId="14100"/>
          <ac:spMkLst>
            <pc:docMk/>
            <pc:sldMk cId="0" sldId="411"/>
            <ac:spMk id="144" creationId="{00000000-0000-0000-0000-000000000000}"/>
          </ac:spMkLst>
        </pc:spChg>
      </pc:sldChg>
    </pc:docChg>
  </pc:docChgLst>
  <pc:docChgLst>
    <pc:chgData name="Kevin Worrall" userId="e21a6e1f-6189-4284-9649-bf7c66c7a38c" providerId="ADAL" clId="{05DD625D-B0D5-41D7-95E9-E02EB59599BF}"/>
    <pc:docChg chg="custSel addSld delSld modSld sldOrd">
      <pc:chgData name="Kevin Worrall" userId="e21a6e1f-6189-4284-9649-bf7c66c7a38c" providerId="ADAL" clId="{05DD625D-B0D5-41D7-95E9-E02EB59599BF}" dt="2025-02-24T20:34:30.252" v="47" actId="20577"/>
      <pc:docMkLst>
        <pc:docMk/>
      </pc:docMkLst>
      <pc:sldChg chg="modSp mod ord">
        <pc:chgData name="Kevin Worrall" userId="e21a6e1f-6189-4284-9649-bf7c66c7a38c" providerId="ADAL" clId="{05DD625D-B0D5-41D7-95E9-E02EB59599BF}" dt="2025-02-24T20:34:30.252" v="47" actId="20577"/>
        <pc:sldMkLst>
          <pc:docMk/>
          <pc:sldMk cId="4242011844" sldId="256"/>
        </pc:sldMkLst>
        <pc:spChg chg="mod">
          <ac:chgData name="Kevin Worrall" userId="e21a6e1f-6189-4284-9649-bf7c66c7a38c" providerId="ADAL" clId="{05DD625D-B0D5-41D7-95E9-E02EB59599BF}" dt="2025-02-24T20:34:30.252" v="47" actId="20577"/>
          <ac:spMkLst>
            <pc:docMk/>
            <pc:sldMk cId="4242011844" sldId="256"/>
            <ac:spMk id="3" creationId="{0EC2D61B-0204-42F3-52E6-931A9496968D}"/>
          </ac:spMkLst>
        </pc:spChg>
      </pc:sldChg>
      <pc:sldChg chg="add del setBg modNotes">
        <pc:chgData name="Kevin Worrall" userId="e21a6e1f-6189-4284-9649-bf7c66c7a38c" providerId="ADAL" clId="{05DD625D-B0D5-41D7-95E9-E02EB59599BF}" dt="2025-02-24T20:20:58.860" v="10" actId="47"/>
        <pc:sldMkLst>
          <pc:docMk/>
          <pc:sldMk cId="0" sldId="257"/>
        </pc:sldMkLst>
      </pc:sldChg>
      <pc:sldChg chg="modSp mod ord">
        <pc:chgData name="Kevin Worrall" userId="e21a6e1f-6189-4284-9649-bf7c66c7a38c" providerId="ADAL" clId="{05DD625D-B0D5-41D7-95E9-E02EB59599BF}" dt="2025-02-24T20:20:53.737" v="9"/>
        <pc:sldMkLst>
          <pc:docMk/>
          <pc:sldMk cId="654745962" sldId="258"/>
        </pc:sldMkLst>
        <pc:spChg chg="mod">
          <ac:chgData name="Kevin Worrall" userId="e21a6e1f-6189-4284-9649-bf7c66c7a38c" providerId="ADAL" clId="{05DD625D-B0D5-41D7-95E9-E02EB59599BF}" dt="2025-02-24T20:20:47.764" v="7" actId="27636"/>
          <ac:spMkLst>
            <pc:docMk/>
            <pc:sldMk cId="654745962" sldId="258"/>
            <ac:spMk id="3" creationId="{0EC2D61B-0204-42F3-52E6-931A9496968D}"/>
          </ac:spMkLst>
        </pc:spChg>
      </pc:sldChg>
      <pc:sldChg chg="modSp add mod setBg modNotes">
        <pc:chgData name="Kevin Worrall" userId="e21a6e1f-6189-4284-9649-bf7c66c7a38c" providerId="ADAL" clId="{05DD625D-B0D5-41D7-95E9-E02EB59599BF}" dt="2025-02-24T20:22:08.473" v="19" actId="207"/>
        <pc:sldMkLst>
          <pc:docMk/>
          <pc:sldMk cId="0" sldId="259"/>
        </pc:sldMkLst>
        <pc:spChg chg="mod">
          <ac:chgData name="Kevin Worrall" userId="e21a6e1f-6189-4284-9649-bf7c66c7a38c" providerId="ADAL" clId="{05DD625D-B0D5-41D7-95E9-E02EB59599BF}" dt="2025-02-24T20:22:03.492" v="18" actId="207"/>
          <ac:spMkLst>
            <pc:docMk/>
            <pc:sldMk cId="0" sldId="259"/>
            <ac:spMk id="99" creationId="{00000000-0000-0000-0000-000000000000}"/>
          </ac:spMkLst>
        </pc:spChg>
        <pc:spChg chg="mod">
          <ac:chgData name="Kevin Worrall" userId="e21a6e1f-6189-4284-9649-bf7c66c7a38c" providerId="ADAL" clId="{05DD625D-B0D5-41D7-95E9-E02EB59599BF}" dt="2025-02-24T20:22:08.473" v="19" actId="207"/>
          <ac:spMkLst>
            <pc:docMk/>
            <pc:sldMk cId="0" sldId="259"/>
            <ac:spMk id="100" creationId="{00000000-0000-0000-0000-000000000000}"/>
          </ac:spMkLst>
        </pc:spChg>
      </pc:sldChg>
      <pc:sldChg chg="modSp add setBg modNotes">
        <pc:chgData name="Kevin Worrall" userId="e21a6e1f-6189-4284-9649-bf7c66c7a38c" providerId="ADAL" clId="{05DD625D-B0D5-41D7-95E9-E02EB59599BF}" dt="2025-02-24T20:22:41.180" v="21" actId="5793"/>
        <pc:sldMkLst>
          <pc:docMk/>
          <pc:sldMk cId="0" sldId="261"/>
        </pc:sldMkLst>
        <pc:spChg chg="mod">
          <ac:chgData name="Kevin Worrall" userId="e21a6e1f-6189-4284-9649-bf7c66c7a38c" providerId="ADAL" clId="{05DD625D-B0D5-41D7-95E9-E02EB59599BF}" dt="2025-02-24T20:22:41.180" v="21" actId="5793"/>
          <ac:spMkLst>
            <pc:docMk/>
            <pc:sldMk cId="0" sldId="261"/>
            <ac:spMk id="109" creationId="{00000000-0000-0000-0000-000000000000}"/>
          </ac:spMkLst>
        </pc:spChg>
      </pc:sldChg>
      <pc:sldChg chg="modSp add setBg modNotes">
        <pc:chgData name="Kevin Worrall" userId="e21a6e1f-6189-4284-9649-bf7c66c7a38c" providerId="ADAL" clId="{05DD625D-B0D5-41D7-95E9-E02EB59599BF}" dt="2025-02-24T20:22:54.309" v="23" actId="5793"/>
        <pc:sldMkLst>
          <pc:docMk/>
          <pc:sldMk cId="0" sldId="262"/>
        </pc:sldMkLst>
        <pc:spChg chg="mod">
          <ac:chgData name="Kevin Worrall" userId="e21a6e1f-6189-4284-9649-bf7c66c7a38c" providerId="ADAL" clId="{05DD625D-B0D5-41D7-95E9-E02EB59599BF}" dt="2025-02-24T20:22:54.309" v="23" actId="5793"/>
          <ac:spMkLst>
            <pc:docMk/>
            <pc:sldMk cId="0" sldId="262"/>
            <ac:spMk id="116" creationId="{00000000-0000-0000-0000-000000000000}"/>
          </ac:spMkLst>
        </pc:spChg>
      </pc:sldChg>
      <pc:sldChg chg="add setBg modNotes">
        <pc:chgData name="Kevin Worrall" userId="e21a6e1f-6189-4284-9649-bf7c66c7a38c" providerId="ADAL" clId="{05DD625D-B0D5-41D7-95E9-E02EB59599BF}" dt="2025-02-24T20:20:18.271" v="0"/>
        <pc:sldMkLst>
          <pc:docMk/>
          <pc:sldMk cId="0" sldId="263"/>
        </pc:sldMkLst>
      </pc:sldChg>
      <pc:sldChg chg="add setBg modNotes">
        <pc:chgData name="Kevin Worrall" userId="e21a6e1f-6189-4284-9649-bf7c66c7a38c" providerId="ADAL" clId="{05DD625D-B0D5-41D7-95E9-E02EB59599BF}" dt="2025-02-24T20:20:18.271" v="0"/>
        <pc:sldMkLst>
          <pc:docMk/>
          <pc:sldMk cId="0" sldId="264"/>
        </pc:sldMkLst>
      </pc:sldChg>
      <pc:sldChg chg="add setBg modNotes">
        <pc:chgData name="Kevin Worrall" userId="e21a6e1f-6189-4284-9649-bf7c66c7a38c" providerId="ADAL" clId="{05DD625D-B0D5-41D7-95E9-E02EB59599BF}" dt="2025-02-24T20:20:18.271" v="0"/>
        <pc:sldMkLst>
          <pc:docMk/>
          <pc:sldMk cId="0" sldId="265"/>
        </pc:sldMkLst>
      </pc:sldChg>
      <pc:sldChg chg="add setBg modNotes">
        <pc:chgData name="Kevin Worrall" userId="e21a6e1f-6189-4284-9649-bf7c66c7a38c" providerId="ADAL" clId="{05DD625D-B0D5-41D7-95E9-E02EB59599BF}" dt="2025-02-24T20:20:18.271" v="0"/>
        <pc:sldMkLst>
          <pc:docMk/>
          <pc:sldMk cId="0" sldId="266"/>
        </pc:sldMkLst>
      </pc:sldChg>
      <pc:sldChg chg="modSp add mod setBg modNotes">
        <pc:chgData name="Kevin Worrall" userId="e21a6e1f-6189-4284-9649-bf7c66c7a38c" providerId="ADAL" clId="{05DD625D-B0D5-41D7-95E9-E02EB59599BF}" dt="2025-02-24T20:24:11.232" v="25" actId="27636"/>
        <pc:sldMkLst>
          <pc:docMk/>
          <pc:sldMk cId="0" sldId="267"/>
        </pc:sldMkLst>
        <pc:spChg chg="mod">
          <ac:chgData name="Kevin Worrall" userId="e21a6e1f-6189-4284-9649-bf7c66c7a38c" providerId="ADAL" clId="{05DD625D-B0D5-41D7-95E9-E02EB59599BF}" dt="2025-02-24T20:24:11.232" v="25" actId="27636"/>
          <ac:spMkLst>
            <pc:docMk/>
            <pc:sldMk cId="0" sldId="267"/>
            <ac:spMk id="142" creationId="{00000000-0000-0000-0000-000000000000}"/>
          </ac:spMkLst>
        </pc:spChg>
      </pc:sldChg>
      <pc:sldChg chg="modSp add setBg modNotes">
        <pc:chgData name="Kevin Worrall" userId="e21a6e1f-6189-4284-9649-bf7c66c7a38c" providerId="ADAL" clId="{05DD625D-B0D5-41D7-95E9-E02EB59599BF}" dt="2025-02-24T20:30:30.070" v="32" actId="5793"/>
        <pc:sldMkLst>
          <pc:docMk/>
          <pc:sldMk cId="0" sldId="269"/>
        </pc:sldMkLst>
        <pc:spChg chg="mod">
          <ac:chgData name="Kevin Worrall" userId="e21a6e1f-6189-4284-9649-bf7c66c7a38c" providerId="ADAL" clId="{05DD625D-B0D5-41D7-95E9-E02EB59599BF}" dt="2025-02-24T20:30:30.070" v="32" actId="5793"/>
          <ac:spMkLst>
            <pc:docMk/>
            <pc:sldMk cId="0" sldId="269"/>
            <ac:spMk id="152" creationId="{00000000-0000-0000-0000-000000000000}"/>
          </ac:spMkLst>
        </pc:spChg>
      </pc:sldChg>
      <pc:sldChg chg="add setBg modNotes">
        <pc:chgData name="Kevin Worrall" userId="e21a6e1f-6189-4284-9649-bf7c66c7a38c" providerId="ADAL" clId="{05DD625D-B0D5-41D7-95E9-E02EB59599BF}" dt="2025-02-24T20:20:18.271" v="0"/>
        <pc:sldMkLst>
          <pc:docMk/>
          <pc:sldMk cId="0" sldId="270"/>
        </pc:sldMkLst>
      </pc:sldChg>
      <pc:sldChg chg="modSp add mod setBg modAnim modNotes">
        <pc:chgData name="Kevin Worrall" userId="e21a6e1f-6189-4284-9649-bf7c66c7a38c" providerId="ADAL" clId="{05DD625D-B0D5-41D7-95E9-E02EB59599BF}" dt="2025-02-24T20:34:10.049" v="43" actId="27636"/>
        <pc:sldMkLst>
          <pc:docMk/>
          <pc:sldMk cId="0" sldId="271"/>
        </pc:sldMkLst>
        <pc:spChg chg="mod">
          <ac:chgData name="Kevin Worrall" userId="e21a6e1f-6189-4284-9649-bf7c66c7a38c" providerId="ADAL" clId="{05DD625D-B0D5-41D7-95E9-E02EB59599BF}" dt="2025-02-24T20:34:10.049" v="43" actId="27636"/>
          <ac:spMkLst>
            <pc:docMk/>
            <pc:sldMk cId="0" sldId="271"/>
            <ac:spMk id="163" creationId="{00000000-0000-0000-0000-000000000000}"/>
          </ac:spMkLst>
        </pc:spChg>
      </pc:sldChg>
      <pc:sldChg chg="add del setBg modNotes">
        <pc:chgData name="Kevin Worrall" userId="e21a6e1f-6189-4284-9649-bf7c66c7a38c" providerId="ADAL" clId="{05DD625D-B0D5-41D7-95E9-E02EB59599BF}" dt="2025-02-24T20:34:14.083" v="44" actId="47"/>
        <pc:sldMkLst>
          <pc:docMk/>
          <pc:sldMk cId="0" sldId="272"/>
        </pc:sldMkLst>
      </pc:sldChg>
      <pc:sldChg chg="add del">
        <pc:chgData name="Kevin Worrall" userId="e21a6e1f-6189-4284-9649-bf7c66c7a38c" providerId="ADAL" clId="{05DD625D-B0D5-41D7-95E9-E02EB59599BF}" dt="2025-02-24T20:20:22.745" v="5" actId="47"/>
        <pc:sldMkLst>
          <pc:docMk/>
          <pc:sldMk cId="0" sldId="408"/>
        </pc:sldMkLst>
      </pc:sldChg>
      <pc:sldChg chg="modSp add mod setBg modNotes">
        <pc:chgData name="Kevin Worrall" userId="e21a6e1f-6189-4284-9649-bf7c66c7a38c" providerId="ADAL" clId="{05DD625D-B0D5-41D7-95E9-E02EB59599BF}" dt="2025-02-24T20:21:42.192" v="17" actId="20577"/>
        <pc:sldMkLst>
          <pc:docMk/>
          <pc:sldMk cId="0" sldId="409"/>
        </pc:sldMkLst>
        <pc:spChg chg="mod">
          <ac:chgData name="Kevin Worrall" userId="e21a6e1f-6189-4284-9649-bf7c66c7a38c" providerId="ADAL" clId="{05DD625D-B0D5-41D7-95E9-E02EB59599BF}" dt="2025-02-24T20:21:09.109" v="11" actId="207"/>
          <ac:spMkLst>
            <pc:docMk/>
            <pc:sldMk cId="0" sldId="409"/>
            <ac:spMk id="94" creationId="{00000000-0000-0000-0000-000000000000}"/>
          </ac:spMkLst>
        </pc:spChg>
        <pc:spChg chg="mod">
          <ac:chgData name="Kevin Worrall" userId="e21a6e1f-6189-4284-9649-bf7c66c7a38c" providerId="ADAL" clId="{05DD625D-B0D5-41D7-95E9-E02EB59599BF}" dt="2025-02-24T20:21:42.192" v="17" actId="20577"/>
          <ac:spMkLst>
            <pc:docMk/>
            <pc:sldMk cId="0" sldId="409"/>
            <ac:spMk id="95" creationId="{00000000-0000-0000-0000-000000000000}"/>
          </ac:spMkLst>
        </pc:spChg>
      </pc:sldChg>
      <pc:sldChg chg="add setBg modNotes">
        <pc:chgData name="Kevin Worrall" userId="e21a6e1f-6189-4284-9649-bf7c66c7a38c" providerId="ADAL" clId="{05DD625D-B0D5-41D7-95E9-E02EB59599BF}" dt="2025-02-24T20:20:18.271" v="0"/>
        <pc:sldMkLst>
          <pc:docMk/>
          <pc:sldMk cId="0" sldId="410"/>
        </pc:sldMkLst>
      </pc:sldChg>
      <pc:sldChg chg="addSp delSp modSp add mod setBg delAnim modNotes">
        <pc:chgData name="Kevin Worrall" userId="e21a6e1f-6189-4284-9649-bf7c66c7a38c" providerId="ADAL" clId="{05DD625D-B0D5-41D7-95E9-E02EB59599BF}" dt="2025-02-24T20:30:22.018" v="31" actId="1076"/>
        <pc:sldMkLst>
          <pc:docMk/>
          <pc:sldMk cId="0" sldId="411"/>
        </pc:sldMkLst>
        <pc:spChg chg="mod">
          <ac:chgData name="Kevin Worrall" userId="e21a6e1f-6189-4284-9649-bf7c66c7a38c" providerId="ADAL" clId="{05DD625D-B0D5-41D7-95E9-E02EB59599BF}" dt="2025-02-24T20:24:11.184" v="24" actId="5793"/>
          <ac:spMkLst>
            <pc:docMk/>
            <pc:sldMk cId="0" sldId="411"/>
            <ac:spMk id="146" creationId="{00000000-0000-0000-0000-000000000000}"/>
          </ac:spMkLst>
        </pc:spChg>
        <pc:picChg chg="add mod">
          <ac:chgData name="Kevin Worrall" userId="e21a6e1f-6189-4284-9649-bf7c66c7a38c" providerId="ADAL" clId="{05DD625D-B0D5-41D7-95E9-E02EB59599BF}" dt="2025-02-24T20:30:17.682" v="30" actId="1076"/>
          <ac:picMkLst>
            <pc:docMk/>
            <pc:sldMk cId="0" sldId="411"/>
            <ac:picMk id="2" creationId="{B4AD75C7-97DC-83D8-C930-BA0E130E2BBE}"/>
          </ac:picMkLst>
        </pc:picChg>
        <pc:picChg chg="del">
          <ac:chgData name="Kevin Worrall" userId="e21a6e1f-6189-4284-9649-bf7c66c7a38c" providerId="ADAL" clId="{05DD625D-B0D5-41D7-95E9-E02EB59599BF}" dt="2025-02-24T20:30:03.716" v="26" actId="478"/>
          <ac:picMkLst>
            <pc:docMk/>
            <pc:sldMk cId="0" sldId="411"/>
            <ac:picMk id="147" creationId="{00000000-0000-0000-0000-000000000000}"/>
          </ac:picMkLst>
        </pc:picChg>
        <pc:picChg chg="mod">
          <ac:chgData name="Kevin Worrall" userId="e21a6e1f-6189-4284-9649-bf7c66c7a38c" providerId="ADAL" clId="{05DD625D-B0D5-41D7-95E9-E02EB59599BF}" dt="2025-02-24T20:30:22.018" v="31" actId="1076"/>
          <ac:picMkLst>
            <pc:docMk/>
            <pc:sldMk cId="0" sldId="411"/>
            <ac:picMk id="148" creationId="{00000000-0000-0000-0000-000000000000}"/>
          </ac:picMkLst>
        </pc:picChg>
      </pc:sldChg>
    </pc:docChg>
  </pc:docChgLst>
  <pc:docChgLst>
    <pc:chgData name="Kevin Worrall" userId="e21a6e1f-6189-4284-9649-bf7c66c7a38c" providerId="ADAL" clId="{E3C22218-32A8-40A7-8F64-944765250D20}"/>
    <pc:docChg chg="undo custSel addSld delSld modSld sldOrd">
      <pc:chgData name="Kevin Worrall" userId="e21a6e1f-6189-4284-9649-bf7c66c7a38c" providerId="ADAL" clId="{E3C22218-32A8-40A7-8F64-944765250D20}" dt="2024-02-20T21:58:25.412" v="1071" actId="20577"/>
      <pc:docMkLst>
        <pc:docMk/>
      </pc:docMkLst>
      <pc:sldChg chg="modSp mod">
        <pc:chgData name="Kevin Worrall" userId="e21a6e1f-6189-4284-9649-bf7c66c7a38c" providerId="ADAL" clId="{E3C22218-32A8-40A7-8F64-944765250D20}" dt="2024-02-20T20:43:43.617" v="291" actId="20577"/>
        <pc:sldMkLst>
          <pc:docMk/>
          <pc:sldMk cId="4242011844" sldId="256"/>
        </pc:sldMkLst>
      </pc:sldChg>
      <pc:sldChg chg="modSp mod">
        <pc:chgData name="Kevin Worrall" userId="e21a6e1f-6189-4284-9649-bf7c66c7a38c" providerId="ADAL" clId="{E3C22218-32A8-40A7-8F64-944765250D20}" dt="2024-02-20T21:40:30.783" v="816" actId="5793"/>
        <pc:sldMkLst>
          <pc:docMk/>
          <pc:sldMk cId="654745962" sldId="258"/>
        </pc:sldMkLst>
      </pc:sldChg>
      <pc:sldChg chg="modSp mod">
        <pc:chgData name="Kevin Worrall" userId="e21a6e1f-6189-4284-9649-bf7c66c7a38c" providerId="ADAL" clId="{E3C22218-32A8-40A7-8F64-944765250D20}" dt="2024-02-20T17:52:13.613" v="2"/>
        <pc:sldMkLst>
          <pc:docMk/>
          <pc:sldMk cId="1779676731" sldId="260"/>
        </pc:sldMkLst>
      </pc:sldChg>
      <pc:sldChg chg="modSp mod ord modAnim">
        <pc:chgData name="Kevin Worrall" userId="e21a6e1f-6189-4284-9649-bf7c66c7a38c" providerId="ADAL" clId="{E3C22218-32A8-40A7-8F64-944765250D20}" dt="2024-02-20T17:53:52.575" v="38"/>
        <pc:sldMkLst>
          <pc:docMk/>
          <pc:sldMk cId="604304990" sldId="268"/>
        </pc:sldMkLst>
      </pc:sldChg>
      <pc:sldChg chg="modSp mod">
        <pc:chgData name="Kevin Worrall" userId="e21a6e1f-6189-4284-9649-bf7c66c7a38c" providerId="ADAL" clId="{E3C22218-32A8-40A7-8F64-944765250D20}" dt="2024-02-20T21:05:39.983" v="506" actId="5793"/>
        <pc:sldMkLst>
          <pc:docMk/>
          <pc:sldMk cId="1122386126" sldId="312"/>
        </pc:sldMkLst>
      </pc:sldChg>
      <pc:sldChg chg="modSp mod modAnim">
        <pc:chgData name="Kevin Worrall" userId="e21a6e1f-6189-4284-9649-bf7c66c7a38c" providerId="ADAL" clId="{E3C22218-32A8-40A7-8F64-944765250D20}" dt="2024-02-20T17:54:22.596" v="45" actId="20577"/>
        <pc:sldMkLst>
          <pc:docMk/>
          <pc:sldMk cId="484374878" sldId="314"/>
        </pc:sldMkLst>
      </pc:sldChg>
      <pc:sldChg chg="modSp mod">
        <pc:chgData name="Kevin Worrall" userId="e21a6e1f-6189-4284-9649-bf7c66c7a38c" providerId="ADAL" clId="{E3C22218-32A8-40A7-8F64-944765250D20}" dt="2024-02-20T17:52:26.992" v="3"/>
        <pc:sldMkLst>
          <pc:docMk/>
          <pc:sldMk cId="276696665" sldId="315"/>
        </pc:sldMkLst>
      </pc:sldChg>
      <pc:sldChg chg="del">
        <pc:chgData name="Kevin Worrall" userId="e21a6e1f-6189-4284-9649-bf7c66c7a38c" providerId="ADAL" clId="{E3C22218-32A8-40A7-8F64-944765250D20}" dt="2024-02-20T17:55:36.047" v="59" actId="47"/>
        <pc:sldMkLst>
          <pc:docMk/>
          <pc:sldMk cId="3085753727" sldId="316"/>
        </pc:sldMkLst>
      </pc:sldChg>
      <pc:sldChg chg="del">
        <pc:chgData name="Kevin Worrall" userId="e21a6e1f-6189-4284-9649-bf7c66c7a38c" providerId="ADAL" clId="{E3C22218-32A8-40A7-8F64-944765250D20}" dt="2024-02-20T17:55:33.648" v="55" actId="47"/>
        <pc:sldMkLst>
          <pc:docMk/>
          <pc:sldMk cId="287346324" sldId="317"/>
        </pc:sldMkLst>
      </pc:sldChg>
      <pc:sldChg chg="del">
        <pc:chgData name="Kevin Worrall" userId="e21a6e1f-6189-4284-9649-bf7c66c7a38c" providerId="ADAL" clId="{E3C22218-32A8-40A7-8F64-944765250D20}" dt="2024-02-20T17:55:38.500" v="63" actId="47"/>
        <pc:sldMkLst>
          <pc:docMk/>
          <pc:sldMk cId="403649707" sldId="318"/>
        </pc:sldMkLst>
      </pc:sldChg>
      <pc:sldChg chg="del">
        <pc:chgData name="Kevin Worrall" userId="e21a6e1f-6189-4284-9649-bf7c66c7a38c" providerId="ADAL" clId="{E3C22218-32A8-40A7-8F64-944765250D20}" dt="2024-02-20T17:55:41.603" v="68" actId="47"/>
        <pc:sldMkLst>
          <pc:docMk/>
          <pc:sldMk cId="4118851685" sldId="319"/>
        </pc:sldMkLst>
      </pc:sldChg>
      <pc:sldChg chg="del">
        <pc:chgData name="Kevin Worrall" userId="e21a6e1f-6189-4284-9649-bf7c66c7a38c" providerId="ADAL" clId="{E3C22218-32A8-40A7-8F64-944765250D20}" dt="2024-02-20T17:55:32.291" v="53" actId="47"/>
        <pc:sldMkLst>
          <pc:docMk/>
          <pc:sldMk cId="222950817" sldId="320"/>
        </pc:sldMkLst>
      </pc:sldChg>
      <pc:sldChg chg="del">
        <pc:chgData name="Kevin Worrall" userId="e21a6e1f-6189-4284-9649-bf7c66c7a38c" providerId="ADAL" clId="{E3C22218-32A8-40A7-8F64-944765250D20}" dt="2024-02-20T17:55:36.611" v="60" actId="47"/>
        <pc:sldMkLst>
          <pc:docMk/>
          <pc:sldMk cId="1017295923" sldId="324"/>
        </pc:sldMkLst>
      </pc:sldChg>
      <pc:sldChg chg="del">
        <pc:chgData name="Kevin Worrall" userId="e21a6e1f-6189-4284-9649-bf7c66c7a38c" providerId="ADAL" clId="{E3C22218-32A8-40A7-8F64-944765250D20}" dt="2024-02-20T17:55:37.736" v="62" actId="47"/>
        <pc:sldMkLst>
          <pc:docMk/>
          <pc:sldMk cId="248026053" sldId="325"/>
        </pc:sldMkLst>
      </pc:sldChg>
      <pc:sldChg chg="del">
        <pc:chgData name="Kevin Worrall" userId="e21a6e1f-6189-4284-9649-bf7c66c7a38c" providerId="ADAL" clId="{E3C22218-32A8-40A7-8F64-944765250D20}" dt="2024-02-20T17:55:34.018" v="56" actId="47"/>
        <pc:sldMkLst>
          <pc:docMk/>
          <pc:sldMk cId="58899526" sldId="328"/>
        </pc:sldMkLst>
      </pc:sldChg>
      <pc:sldChg chg="del">
        <pc:chgData name="Kevin Worrall" userId="e21a6e1f-6189-4284-9649-bf7c66c7a38c" providerId="ADAL" clId="{E3C22218-32A8-40A7-8F64-944765250D20}" dt="2024-02-20T17:55:39.101" v="64" actId="47"/>
        <pc:sldMkLst>
          <pc:docMk/>
          <pc:sldMk cId="1660839360" sldId="332"/>
        </pc:sldMkLst>
      </pc:sldChg>
      <pc:sldChg chg="del">
        <pc:chgData name="Kevin Worrall" userId="e21a6e1f-6189-4284-9649-bf7c66c7a38c" providerId="ADAL" clId="{E3C22218-32A8-40A7-8F64-944765250D20}" dt="2024-02-20T17:55:42.204" v="69" actId="47"/>
        <pc:sldMkLst>
          <pc:docMk/>
          <pc:sldMk cId="448416188" sldId="336"/>
        </pc:sldMkLst>
      </pc:sldChg>
      <pc:sldChg chg="del">
        <pc:chgData name="Kevin Worrall" userId="e21a6e1f-6189-4284-9649-bf7c66c7a38c" providerId="ADAL" clId="{E3C22218-32A8-40A7-8F64-944765250D20}" dt="2024-02-20T17:55:45.333" v="72" actId="47"/>
        <pc:sldMkLst>
          <pc:docMk/>
          <pc:sldMk cId="3784548774" sldId="340"/>
        </pc:sldMkLst>
      </pc:sldChg>
      <pc:sldChg chg="del">
        <pc:chgData name="Kevin Worrall" userId="e21a6e1f-6189-4284-9649-bf7c66c7a38c" providerId="ADAL" clId="{E3C22218-32A8-40A7-8F64-944765250D20}" dt="2024-02-20T17:55:42.827" v="70" actId="47"/>
        <pc:sldMkLst>
          <pc:docMk/>
          <pc:sldMk cId="3969615698" sldId="341"/>
        </pc:sldMkLst>
      </pc:sldChg>
      <pc:sldChg chg="del">
        <pc:chgData name="Kevin Worrall" userId="e21a6e1f-6189-4284-9649-bf7c66c7a38c" providerId="ADAL" clId="{E3C22218-32A8-40A7-8F64-944765250D20}" dt="2024-02-20T17:55:29.209" v="50" actId="47"/>
        <pc:sldMkLst>
          <pc:docMk/>
          <pc:sldMk cId="2150994582" sldId="344"/>
        </pc:sldMkLst>
      </pc:sldChg>
      <pc:sldChg chg="del">
        <pc:chgData name="Kevin Worrall" userId="e21a6e1f-6189-4284-9649-bf7c66c7a38c" providerId="ADAL" clId="{E3C22218-32A8-40A7-8F64-944765250D20}" dt="2024-02-20T17:55:32.814" v="54" actId="47"/>
        <pc:sldMkLst>
          <pc:docMk/>
          <pc:sldMk cId="2731939444" sldId="346"/>
        </pc:sldMkLst>
      </pc:sldChg>
      <pc:sldChg chg="del">
        <pc:chgData name="Kevin Worrall" userId="e21a6e1f-6189-4284-9649-bf7c66c7a38c" providerId="ADAL" clId="{E3C22218-32A8-40A7-8F64-944765250D20}" dt="2024-02-20T17:55:31.089" v="51" actId="47"/>
        <pc:sldMkLst>
          <pc:docMk/>
          <pc:sldMk cId="1464502883" sldId="347"/>
        </pc:sldMkLst>
      </pc:sldChg>
      <pc:sldChg chg="del">
        <pc:chgData name="Kevin Worrall" userId="e21a6e1f-6189-4284-9649-bf7c66c7a38c" providerId="ADAL" clId="{E3C22218-32A8-40A7-8F64-944765250D20}" dt="2024-02-20T17:55:31.767" v="52" actId="47"/>
        <pc:sldMkLst>
          <pc:docMk/>
          <pc:sldMk cId="1412575594" sldId="348"/>
        </pc:sldMkLst>
      </pc:sldChg>
      <pc:sldChg chg="del">
        <pc:chgData name="Kevin Worrall" userId="e21a6e1f-6189-4284-9649-bf7c66c7a38c" providerId="ADAL" clId="{E3C22218-32A8-40A7-8F64-944765250D20}" dt="2024-02-20T17:55:34.697" v="57" actId="47"/>
        <pc:sldMkLst>
          <pc:docMk/>
          <pc:sldMk cId="778961711" sldId="349"/>
        </pc:sldMkLst>
      </pc:sldChg>
      <pc:sldChg chg="del">
        <pc:chgData name="Kevin Worrall" userId="e21a6e1f-6189-4284-9649-bf7c66c7a38c" providerId="ADAL" clId="{E3C22218-32A8-40A7-8F64-944765250D20}" dt="2024-02-20T17:55:35.229" v="58" actId="47"/>
        <pc:sldMkLst>
          <pc:docMk/>
          <pc:sldMk cId="692058269" sldId="350"/>
        </pc:sldMkLst>
      </pc:sldChg>
      <pc:sldChg chg="del">
        <pc:chgData name="Kevin Worrall" userId="e21a6e1f-6189-4284-9649-bf7c66c7a38c" providerId="ADAL" clId="{E3C22218-32A8-40A7-8F64-944765250D20}" dt="2024-02-20T17:55:37.206" v="61" actId="47"/>
        <pc:sldMkLst>
          <pc:docMk/>
          <pc:sldMk cId="1039937878" sldId="351"/>
        </pc:sldMkLst>
      </pc:sldChg>
      <pc:sldChg chg="del">
        <pc:chgData name="Kevin Worrall" userId="e21a6e1f-6189-4284-9649-bf7c66c7a38c" providerId="ADAL" clId="{E3C22218-32A8-40A7-8F64-944765250D20}" dt="2024-02-20T17:55:39.755" v="65" actId="47"/>
        <pc:sldMkLst>
          <pc:docMk/>
          <pc:sldMk cId="1578930466" sldId="352"/>
        </pc:sldMkLst>
      </pc:sldChg>
      <pc:sldChg chg="del">
        <pc:chgData name="Kevin Worrall" userId="e21a6e1f-6189-4284-9649-bf7c66c7a38c" providerId="ADAL" clId="{E3C22218-32A8-40A7-8F64-944765250D20}" dt="2024-02-20T17:55:40.271" v="66" actId="47"/>
        <pc:sldMkLst>
          <pc:docMk/>
          <pc:sldMk cId="4285555750" sldId="353"/>
        </pc:sldMkLst>
      </pc:sldChg>
      <pc:sldChg chg="del">
        <pc:chgData name="Kevin Worrall" userId="e21a6e1f-6189-4284-9649-bf7c66c7a38c" providerId="ADAL" clId="{E3C22218-32A8-40A7-8F64-944765250D20}" dt="2024-02-20T17:55:40.902" v="67" actId="47"/>
        <pc:sldMkLst>
          <pc:docMk/>
          <pc:sldMk cId="640484389" sldId="354"/>
        </pc:sldMkLst>
      </pc:sldChg>
      <pc:sldChg chg="del">
        <pc:chgData name="Kevin Worrall" userId="e21a6e1f-6189-4284-9649-bf7c66c7a38c" providerId="ADAL" clId="{E3C22218-32A8-40A7-8F64-944765250D20}" dt="2024-02-20T17:55:43.460" v="71" actId="47"/>
        <pc:sldMkLst>
          <pc:docMk/>
          <pc:sldMk cId="974331519" sldId="355"/>
        </pc:sldMkLst>
      </pc:sldChg>
      <pc:sldChg chg="modSp add mod ord setBg modAnim">
        <pc:chgData name="Kevin Worrall" userId="e21a6e1f-6189-4284-9649-bf7c66c7a38c" providerId="ADAL" clId="{E3C22218-32A8-40A7-8F64-944765250D20}" dt="2024-02-20T17:53:53.976" v="40"/>
        <pc:sldMkLst>
          <pc:docMk/>
          <pc:sldMk cId="645991673" sldId="356"/>
        </pc:sldMkLst>
      </pc:sldChg>
      <pc:sldChg chg="modSp add mod ord modAnim">
        <pc:chgData name="Kevin Worrall" userId="e21a6e1f-6189-4284-9649-bf7c66c7a38c" providerId="ADAL" clId="{E3C22218-32A8-40A7-8F64-944765250D20}" dt="2024-02-20T20:22:26.802" v="92"/>
        <pc:sldMkLst>
          <pc:docMk/>
          <pc:sldMk cId="3171953710" sldId="357"/>
        </pc:sldMkLst>
      </pc:sldChg>
      <pc:sldChg chg="addSp delSp modSp add mod ord modAnim">
        <pc:chgData name="Kevin Worrall" userId="e21a6e1f-6189-4284-9649-bf7c66c7a38c" providerId="ADAL" clId="{E3C22218-32A8-40A7-8F64-944765250D20}" dt="2024-02-20T20:22:28.872" v="94"/>
        <pc:sldMkLst>
          <pc:docMk/>
          <pc:sldMk cId="172212165" sldId="358"/>
        </pc:sldMkLst>
      </pc:sldChg>
      <pc:sldChg chg="addSp delSp modSp add mod modAnim">
        <pc:chgData name="Kevin Worrall" userId="e21a6e1f-6189-4284-9649-bf7c66c7a38c" providerId="ADAL" clId="{E3C22218-32A8-40A7-8F64-944765250D20}" dt="2024-02-20T20:22:10.326" v="90" actId="1076"/>
        <pc:sldMkLst>
          <pc:docMk/>
          <pc:sldMk cId="4196671338" sldId="359"/>
        </pc:sldMkLst>
      </pc:sldChg>
      <pc:sldChg chg="addSp delSp modSp add mod modAnim">
        <pc:chgData name="Kevin Worrall" userId="e21a6e1f-6189-4284-9649-bf7c66c7a38c" providerId="ADAL" clId="{E3C22218-32A8-40A7-8F64-944765250D20}" dt="2024-02-20T20:24:04.336" v="109" actId="478"/>
        <pc:sldMkLst>
          <pc:docMk/>
          <pc:sldMk cId="3246731307" sldId="360"/>
        </pc:sldMkLst>
      </pc:sldChg>
      <pc:sldChg chg="addSp delSp modSp add mod delAnim modAnim">
        <pc:chgData name="Kevin Worrall" userId="e21a6e1f-6189-4284-9649-bf7c66c7a38c" providerId="ADAL" clId="{E3C22218-32A8-40A7-8F64-944765250D20}" dt="2024-02-20T20:24:59.484" v="122" actId="478"/>
        <pc:sldMkLst>
          <pc:docMk/>
          <pc:sldMk cId="3767765376" sldId="361"/>
        </pc:sldMkLst>
      </pc:sldChg>
      <pc:sldChg chg="addSp delSp modSp add mod delAnim modAnim">
        <pc:chgData name="Kevin Worrall" userId="e21a6e1f-6189-4284-9649-bf7c66c7a38c" providerId="ADAL" clId="{E3C22218-32A8-40A7-8F64-944765250D20}" dt="2024-02-20T20:25:29.187" v="142" actId="5793"/>
        <pc:sldMkLst>
          <pc:docMk/>
          <pc:sldMk cId="734367254" sldId="362"/>
        </pc:sldMkLst>
      </pc:sldChg>
      <pc:sldChg chg="addSp delSp modSp add mod delAnim modAnim">
        <pc:chgData name="Kevin Worrall" userId="e21a6e1f-6189-4284-9649-bf7c66c7a38c" providerId="ADAL" clId="{E3C22218-32A8-40A7-8F64-944765250D20}" dt="2024-02-20T20:31:32.345" v="152" actId="478"/>
        <pc:sldMkLst>
          <pc:docMk/>
          <pc:sldMk cId="1234456036" sldId="363"/>
        </pc:sldMkLst>
      </pc:sldChg>
      <pc:sldChg chg="addSp delSp modSp add mod modAnim">
        <pc:chgData name="Kevin Worrall" userId="e21a6e1f-6189-4284-9649-bf7c66c7a38c" providerId="ADAL" clId="{E3C22218-32A8-40A7-8F64-944765250D20}" dt="2024-02-20T20:32:24.495" v="172" actId="5793"/>
        <pc:sldMkLst>
          <pc:docMk/>
          <pc:sldMk cId="1098106084" sldId="364"/>
        </pc:sldMkLst>
      </pc:sldChg>
      <pc:sldChg chg="addSp delSp modSp add mod delAnim modAnim">
        <pc:chgData name="Kevin Worrall" userId="e21a6e1f-6189-4284-9649-bf7c66c7a38c" providerId="ADAL" clId="{E3C22218-32A8-40A7-8F64-944765250D20}" dt="2024-02-20T20:35:26.314" v="185" actId="478"/>
        <pc:sldMkLst>
          <pc:docMk/>
          <pc:sldMk cId="2037682921" sldId="365"/>
        </pc:sldMkLst>
      </pc:sldChg>
      <pc:sldChg chg="addSp delSp modSp add mod modClrScheme chgLayout">
        <pc:chgData name="Kevin Worrall" userId="e21a6e1f-6189-4284-9649-bf7c66c7a38c" providerId="ADAL" clId="{E3C22218-32A8-40A7-8F64-944765250D20}" dt="2024-02-20T20:39:24.138" v="280" actId="20577"/>
        <pc:sldMkLst>
          <pc:docMk/>
          <pc:sldMk cId="1722016085" sldId="366"/>
        </pc:sldMkLst>
      </pc:sldChg>
      <pc:sldChg chg="modSp add mod modAnim">
        <pc:chgData name="Kevin Worrall" userId="e21a6e1f-6189-4284-9649-bf7c66c7a38c" providerId="ADAL" clId="{E3C22218-32A8-40A7-8F64-944765250D20}" dt="2024-02-20T20:45:07.160" v="303"/>
        <pc:sldMkLst>
          <pc:docMk/>
          <pc:sldMk cId="223515128" sldId="367"/>
        </pc:sldMkLst>
      </pc:sldChg>
      <pc:sldChg chg="modSp add mod modAnim">
        <pc:chgData name="Kevin Worrall" userId="e21a6e1f-6189-4284-9649-bf7c66c7a38c" providerId="ADAL" clId="{E3C22218-32A8-40A7-8F64-944765250D20}" dt="2024-02-20T20:48:30.665" v="445" actId="20577"/>
        <pc:sldMkLst>
          <pc:docMk/>
          <pc:sldMk cId="3709543019" sldId="368"/>
        </pc:sldMkLst>
      </pc:sldChg>
      <pc:sldChg chg="add">
        <pc:chgData name="Kevin Worrall" userId="e21a6e1f-6189-4284-9649-bf7c66c7a38c" providerId="ADAL" clId="{E3C22218-32A8-40A7-8F64-944765250D20}" dt="2024-02-20T20:48:40.616" v="446"/>
        <pc:sldMkLst>
          <pc:docMk/>
          <pc:sldMk cId="4074219657" sldId="369"/>
        </pc:sldMkLst>
      </pc:sldChg>
      <pc:sldChg chg="addSp delSp modSp add mod modAnim">
        <pc:chgData name="Kevin Worrall" userId="e21a6e1f-6189-4284-9649-bf7c66c7a38c" providerId="ADAL" clId="{E3C22218-32A8-40A7-8F64-944765250D20}" dt="2024-02-20T20:53:15.785" v="451" actId="1076"/>
        <pc:sldMkLst>
          <pc:docMk/>
          <pc:sldMk cId="4178745922" sldId="370"/>
        </pc:sldMkLst>
      </pc:sldChg>
      <pc:sldChg chg="addSp delSp modSp add mod">
        <pc:chgData name="Kevin Worrall" userId="e21a6e1f-6189-4284-9649-bf7c66c7a38c" providerId="ADAL" clId="{E3C22218-32A8-40A7-8F64-944765250D20}" dt="2024-02-20T21:02:53.348" v="454"/>
        <pc:sldMkLst>
          <pc:docMk/>
          <pc:sldMk cId="2542197381" sldId="371"/>
        </pc:sldMkLst>
      </pc:sldChg>
      <pc:sldChg chg="add del">
        <pc:chgData name="Kevin Worrall" userId="e21a6e1f-6189-4284-9649-bf7c66c7a38c" providerId="ADAL" clId="{E3C22218-32A8-40A7-8F64-944765250D20}" dt="2024-02-20T21:03:38.598" v="456" actId="47"/>
        <pc:sldMkLst>
          <pc:docMk/>
          <pc:sldMk cId="2392771920" sldId="372"/>
        </pc:sldMkLst>
      </pc:sldChg>
      <pc:sldChg chg="modSp add mod">
        <pc:chgData name="Kevin Worrall" userId="e21a6e1f-6189-4284-9649-bf7c66c7a38c" providerId="ADAL" clId="{E3C22218-32A8-40A7-8F64-944765250D20}" dt="2024-02-20T21:04:35.529" v="503" actId="27636"/>
        <pc:sldMkLst>
          <pc:docMk/>
          <pc:sldMk cId="2903324715" sldId="372"/>
        </pc:sldMkLst>
      </pc:sldChg>
      <pc:sldChg chg="modSp add mod setBg">
        <pc:chgData name="Kevin Worrall" userId="e21a6e1f-6189-4284-9649-bf7c66c7a38c" providerId="ADAL" clId="{E3C22218-32A8-40A7-8F64-944765250D20}" dt="2024-02-20T21:06:45.164" v="514"/>
        <pc:sldMkLst>
          <pc:docMk/>
          <pc:sldMk cId="399795416" sldId="373"/>
        </pc:sldMkLst>
      </pc:sldChg>
      <pc:sldChg chg="add del setBg">
        <pc:chgData name="Kevin Worrall" userId="e21a6e1f-6189-4284-9649-bf7c66c7a38c" providerId="ADAL" clId="{E3C22218-32A8-40A7-8F64-944765250D20}" dt="2024-02-20T21:06:35.705" v="512" actId="47"/>
        <pc:sldMkLst>
          <pc:docMk/>
          <pc:sldMk cId="1840699478" sldId="373"/>
        </pc:sldMkLst>
      </pc:sldChg>
      <pc:sldChg chg="addSp delSp modSp add mod modAnim">
        <pc:chgData name="Kevin Worrall" userId="e21a6e1f-6189-4284-9649-bf7c66c7a38c" providerId="ADAL" clId="{E3C22218-32A8-40A7-8F64-944765250D20}" dt="2024-02-20T21:07:34.373" v="524" actId="478"/>
        <pc:sldMkLst>
          <pc:docMk/>
          <pc:sldMk cId="1356301246" sldId="374"/>
        </pc:sldMkLst>
      </pc:sldChg>
      <pc:sldChg chg="addSp delSp modSp add mod modClrScheme delAnim modAnim chgLayout">
        <pc:chgData name="Kevin Worrall" userId="e21a6e1f-6189-4284-9649-bf7c66c7a38c" providerId="ADAL" clId="{E3C22218-32A8-40A7-8F64-944765250D20}" dt="2024-02-20T21:08:49.409" v="539" actId="478"/>
        <pc:sldMkLst>
          <pc:docMk/>
          <pc:sldMk cId="1900108175" sldId="375"/>
        </pc:sldMkLst>
      </pc:sldChg>
      <pc:sldChg chg="addSp delSp modSp add mod modClrScheme delAnim modAnim chgLayout">
        <pc:chgData name="Kevin Worrall" userId="e21a6e1f-6189-4284-9649-bf7c66c7a38c" providerId="ADAL" clId="{E3C22218-32A8-40A7-8F64-944765250D20}" dt="2024-02-20T21:12:30.735" v="555" actId="478"/>
        <pc:sldMkLst>
          <pc:docMk/>
          <pc:sldMk cId="1150357784" sldId="376"/>
        </pc:sldMkLst>
      </pc:sldChg>
      <pc:sldChg chg="addSp delSp modSp add mod modClrScheme modAnim chgLayout">
        <pc:chgData name="Kevin Worrall" userId="e21a6e1f-6189-4284-9649-bf7c66c7a38c" providerId="ADAL" clId="{E3C22218-32A8-40A7-8F64-944765250D20}" dt="2024-02-20T21:14:19.290" v="580" actId="700"/>
        <pc:sldMkLst>
          <pc:docMk/>
          <pc:sldMk cId="719947529" sldId="377"/>
        </pc:sldMkLst>
      </pc:sldChg>
      <pc:sldChg chg="addSp delSp modSp add del mod">
        <pc:chgData name="Kevin Worrall" userId="e21a6e1f-6189-4284-9649-bf7c66c7a38c" providerId="ADAL" clId="{E3C22218-32A8-40A7-8F64-944765250D20}" dt="2024-02-20T21:17:22.033" v="587" actId="47"/>
        <pc:sldMkLst>
          <pc:docMk/>
          <pc:sldMk cId="2670346128" sldId="378"/>
        </pc:sldMkLst>
      </pc:sldChg>
      <pc:sldChg chg="add del">
        <pc:chgData name="Kevin Worrall" userId="e21a6e1f-6189-4284-9649-bf7c66c7a38c" providerId="ADAL" clId="{E3C22218-32A8-40A7-8F64-944765250D20}" dt="2024-02-20T21:17:23.034" v="588" actId="47"/>
        <pc:sldMkLst>
          <pc:docMk/>
          <pc:sldMk cId="3792445373" sldId="379"/>
        </pc:sldMkLst>
      </pc:sldChg>
      <pc:sldChg chg="add">
        <pc:chgData name="Kevin Worrall" userId="e21a6e1f-6189-4284-9649-bf7c66c7a38c" providerId="ADAL" clId="{E3C22218-32A8-40A7-8F64-944765250D20}" dt="2024-02-20T21:17:14.250" v="585"/>
        <pc:sldMkLst>
          <pc:docMk/>
          <pc:sldMk cId="2511051997" sldId="380"/>
        </pc:sldMkLst>
      </pc:sldChg>
      <pc:sldChg chg="modSp add mod">
        <pc:chgData name="Kevin Worrall" userId="e21a6e1f-6189-4284-9649-bf7c66c7a38c" providerId="ADAL" clId="{E3C22218-32A8-40A7-8F64-944765250D20}" dt="2024-02-20T21:17:30.802" v="605" actId="20577"/>
        <pc:sldMkLst>
          <pc:docMk/>
          <pc:sldMk cId="2316134435" sldId="381"/>
        </pc:sldMkLst>
      </pc:sldChg>
      <pc:sldChg chg="modSp add mod modAnim">
        <pc:chgData name="Kevin Worrall" userId="e21a6e1f-6189-4284-9649-bf7c66c7a38c" providerId="ADAL" clId="{E3C22218-32A8-40A7-8F64-944765250D20}" dt="2024-02-20T21:18:19.288" v="608"/>
        <pc:sldMkLst>
          <pc:docMk/>
          <pc:sldMk cId="3226688505" sldId="382"/>
        </pc:sldMkLst>
      </pc:sldChg>
      <pc:sldChg chg="addSp modSp add mod modAnim">
        <pc:chgData name="Kevin Worrall" userId="e21a6e1f-6189-4284-9649-bf7c66c7a38c" providerId="ADAL" clId="{E3C22218-32A8-40A7-8F64-944765250D20}" dt="2024-02-20T21:18:53.834" v="613" actId="33524"/>
        <pc:sldMkLst>
          <pc:docMk/>
          <pc:sldMk cId="3012889299" sldId="383"/>
        </pc:sldMkLst>
      </pc:sldChg>
      <pc:sldChg chg="addSp modSp add mod modAnim">
        <pc:chgData name="Kevin Worrall" userId="e21a6e1f-6189-4284-9649-bf7c66c7a38c" providerId="ADAL" clId="{E3C22218-32A8-40A7-8F64-944765250D20}" dt="2024-02-20T21:20:50.790" v="630" actId="1076"/>
        <pc:sldMkLst>
          <pc:docMk/>
          <pc:sldMk cId="1523611756" sldId="384"/>
        </pc:sldMkLst>
      </pc:sldChg>
      <pc:sldChg chg="addSp delSp modSp add mod delAnim modAnim">
        <pc:chgData name="Kevin Worrall" userId="e21a6e1f-6189-4284-9649-bf7c66c7a38c" providerId="ADAL" clId="{E3C22218-32A8-40A7-8F64-944765250D20}" dt="2024-02-20T21:21:47.211" v="647" actId="1076"/>
        <pc:sldMkLst>
          <pc:docMk/>
          <pc:sldMk cId="727720437" sldId="385"/>
        </pc:sldMkLst>
      </pc:sldChg>
      <pc:sldChg chg="addSp delSp modSp add mod modClrScheme delAnim modAnim chgLayout">
        <pc:chgData name="Kevin Worrall" userId="e21a6e1f-6189-4284-9649-bf7c66c7a38c" providerId="ADAL" clId="{E3C22218-32A8-40A7-8F64-944765250D20}" dt="2024-02-20T21:25:47.653" v="697"/>
        <pc:sldMkLst>
          <pc:docMk/>
          <pc:sldMk cId="2695869252" sldId="386"/>
        </pc:sldMkLst>
      </pc:sldChg>
      <pc:sldChg chg="addSp delSp modSp add mod delAnim modAnim">
        <pc:chgData name="Kevin Worrall" userId="e21a6e1f-6189-4284-9649-bf7c66c7a38c" providerId="ADAL" clId="{E3C22218-32A8-40A7-8F64-944765250D20}" dt="2024-02-20T21:26:55.770" v="723" actId="1076"/>
        <pc:sldMkLst>
          <pc:docMk/>
          <pc:sldMk cId="1549247466" sldId="387"/>
        </pc:sldMkLst>
      </pc:sldChg>
      <pc:sldChg chg="addSp delSp modSp add mod modClrScheme delAnim modAnim chgLayout">
        <pc:chgData name="Kevin Worrall" userId="e21a6e1f-6189-4284-9649-bf7c66c7a38c" providerId="ADAL" clId="{E3C22218-32A8-40A7-8F64-944765250D20}" dt="2024-02-20T21:29:42.087" v="733" actId="1076"/>
        <pc:sldMkLst>
          <pc:docMk/>
          <pc:sldMk cId="1340346510" sldId="388"/>
        </pc:sldMkLst>
      </pc:sldChg>
      <pc:sldChg chg="addSp delSp modSp add mod delAnim modAnim">
        <pc:chgData name="Kevin Worrall" userId="e21a6e1f-6189-4284-9649-bf7c66c7a38c" providerId="ADAL" clId="{E3C22218-32A8-40A7-8F64-944765250D20}" dt="2024-02-20T21:31:16.681" v="763" actId="27636"/>
        <pc:sldMkLst>
          <pc:docMk/>
          <pc:sldMk cId="837420465" sldId="389"/>
        </pc:sldMkLst>
      </pc:sldChg>
      <pc:sldChg chg="addSp delSp modSp add mod modAnim">
        <pc:chgData name="Kevin Worrall" userId="e21a6e1f-6189-4284-9649-bf7c66c7a38c" providerId="ADAL" clId="{E3C22218-32A8-40A7-8F64-944765250D20}" dt="2024-02-20T21:31:53.914" v="767" actId="478"/>
        <pc:sldMkLst>
          <pc:docMk/>
          <pc:sldMk cId="2116803622" sldId="390"/>
        </pc:sldMkLst>
      </pc:sldChg>
      <pc:sldChg chg="addSp delSp modSp add mod modAnim">
        <pc:chgData name="Kevin Worrall" userId="e21a6e1f-6189-4284-9649-bf7c66c7a38c" providerId="ADAL" clId="{E3C22218-32A8-40A7-8F64-944765250D20}" dt="2024-02-20T21:34:53.881" v="785" actId="20577"/>
        <pc:sldMkLst>
          <pc:docMk/>
          <pc:sldMk cId="1797276124" sldId="391"/>
        </pc:sldMkLst>
      </pc:sldChg>
      <pc:sldChg chg="addSp modSp add mod modAnim">
        <pc:chgData name="Kevin Worrall" userId="e21a6e1f-6189-4284-9649-bf7c66c7a38c" providerId="ADAL" clId="{E3C22218-32A8-40A7-8F64-944765250D20}" dt="2024-02-20T21:35:09.596" v="791" actId="20577"/>
        <pc:sldMkLst>
          <pc:docMk/>
          <pc:sldMk cId="3595941098" sldId="392"/>
        </pc:sldMkLst>
      </pc:sldChg>
      <pc:sldChg chg="addSp delSp modSp add mod delAnim modAnim">
        <pc:chgData name="Kevin Worrall" userId="e21a6e1f-6189-4284-9649-bf7c66c7a38c" providerId="ADAL" clId="{E3C22218-32A8-40A7-8F64-944765250D20}" dt="2024-02-20T21:36:27.059" v="797" actId="478"/>
        <pc:sldMkLst>
          <pc:docMk/>
          <pc:sldMk cId="3464930188" sldId="393"/>
        </pc:sldMkLst>
      </pc:sldChg>
      <pc:sldChg chg="addSp delSp modSp add mod modClrScheme modAnim chgLayout">
        <pc:chgData name="Kevin Worrall" userId="e21a6e1f-6189-4284-9649-bf7c66c7a38c" providerId="ADAL" clId="{E3C22218-32A8-40A7-8F64-944765250D20}" dt="2024-02-20T21:37:35.705" v="808" actId="478"/>
        <pc:sldMkLst>
          <pc:docMk/>
          <pc:sldMk cId="2835200978" sldId="394"/>
        </pc:sldMkLst>
      </pc:sldChg>
      <pc:sldChg chg="addSp delSp modSp add modAnim">
        <pc:chgData name="Kevin Worrall" userId="e21a6e1f-6189-4284-9649-bf7c66c7a38c" providerId="ADAL" clId="{E3C22218-32A8-40A7-8F64-944765250D20}" dt="2024-02-20T21:37:46.466" v="812"/>
        <pc:sldMkLst>
          <pc:docMk/>
          <pc:sldMk cId="2147923981" sldId="395"/>
        </pc:sldMkLst>
      </pc:sldChg>
      <pc:sldChg chg="modSp add mod setBg">
        <pc:chgData name="Kevin Worrall" userId="e21a6e1f-6189-4284-9649-bf7c66c7a38c" providerId="ADAL" clId="{E3C22218-32A8-40A7-8F64-944765250D20}" dt="2024-02-20T21:41:00.673" v="830" actId="20577"/>
        <pc:sldMkLst>
          <pc:docMk/>
          <pc:sldMk cId="773573272" sldId="396"/>
        </pc:sldMkLst>
      </pc:sldChg>
      <pc:sldChg chg="modSp add mod modAnim">
        <pc:chgData name="Kevin Worrall" userId="e21a6e1f-6189-4284-9649-bf7c66c7a38c" providerId="ADAL" clId="{E3C22218-32A8-40A7-8F64-944765250D20}" dt="2024-02-20T21:41:41.044" v="834" actId="27636"/>
        <pc:sldMkLst>
          <pc:docMk/>
          <pc:sldMk cId="4121648832" sldId="397"/>
        </pc:sldMkLst>
      </pc:sldChg>
      <pc:sldChg chg="modSp add mod modAnim">
        <pc:chgData name="Kevin Worrall" userId="e21a6e1f-6189-4284-9649-bf7c66c7a38c" providerId="ADAL" clId="{E3C22218-32A8-40A7-8F64-944765250D20}" dt="2024-02-20T21:44:02.770" v="869" actId="20577"/>
        <pc:sldMkLst>
          <pc:docMk/>
          <pc:sldMk cId="2789133454" sldId="398"/>
        </pc:sldMkLst>
      </pc:sldChg>
      <pc:sldChg chg="addSp delSp modSp add mod modClrScheme modAnim chgLayout">
        <pc:chgData name="Kevin Worrall" userId="e21a6e1f-6189-4284-9649-bf7c66c7a38c" providerId="ADAL" clId="{E3C22218-32A8-40A7-8F64-944765250D20}" dt="2024-02-20T21:46:23.889" v="900" actId="27636"/>
        <pc:sldMkLst>
          <pc:docMk/>
          <pc:sldMk cId="3720350992" sldId="399"/>
        </pc:sldMkLst>
      </pc:sldChg>
      <pc:sldChg chg="addSp delSp modSp add mod setBg modClrScheme modAnim chgLayout">
        <pc:chgData name="Kevin Worrall" userId="e21a6e1f-6189-4284-9649-bf7c66c7a38c" providerId="ADAL" clId="{E3C22218-32A8-40A7-8F64-944765250D20}" dt="2024-02-20T21:49:59.529" v="937" actId="404"/>
        <pc:sldMkLst>
          <pc:docMk/>
          <pc:sldMk cId="2451378723" sldId="400"/>
        </pc:sldMkLst>
      </pc:sldChg>
      <pc:sldChg chg="addSp delSp modSp add del mod modAnim chgLayout">
        <pc:chgData name="Kevin Worrall" userId="e21a6e1f-6189-4284-9649-bf7c66c7a38c" providerId="ADAL" clId="{E3C22218-32A8-40A7-8F64-944765250D20}" dt="2024-02-20T21:49:44.071" v="933" actId="47"/>
        <pc:sldMkLst>
          <pc:docMk/>
          <pc:sldMk cId="440580997" sldId="401"/>
        </pc:sldMkLst>
      </pc:sldChg>
      <pc:sldChg chg="addSp delSp modSp add mod modAnim chgLayout">
        <pc:chgData name="Kevin Worrall" userId="e21a6e1f-6189-4284-9649-bf7c66c7a38c" providerId="ADAL" clId="{E3C22218-32A8-40A7-8F64-944765250D20}" dt="2024-02-20T21:49:15.778" v="926" actId="6264"/>
        <pc:sldMkLst>
          <pc:docMk/>
          <pc:sldMk cId="2462666926" sldId="402"/>
        </pc:sldMkLst>
      </pc:sldChg>
      <pc:sldChg chg="addSp delSp modSp add mod modClrScheme modAnim chgLayout">
        <pc:chgData name="Kevin Worrall" userId="e21a6e1f-6189-4284-9649-bf7c66c7a38c" providerId="ADAL" clId="{E3C22218-32A8-40A7-8F64-944765250D20}" dt="2024-02-20T21:51:46.029" v="946" actId="478"/>
        <pc:sldMkLst>
          <pc:docMk/>
          <pc:sldMk cId="2256030845" sldId="403"/>
        </pc:sldMkLst>
      </pc:sldChg>
      <pc:sldChg chg="addSp delSp modSp add mod modClrScheme delAnim modAnim chgLayout">
        <pc:chgData name="Kevin Worrall" userId="e21a6e1f-6189-4284-9649-bf7c66c7a38c" providerId="ADAL" clId="{E3C22218-32A8-40A7-8F64-944765250D20}" dt="2024-02-20T21:52:15.799" v="954" actId="1076"/>
        <pc:sldMkLst>
          <pc:docMk/>
          <pc:sldMk cId="3491514623" sldId="404"/>
        </pc:sldMkLst>
      </pc:sldChg>
      <pc:sldChg chg="modSp add mod modAnim">
        <pc:chgData name="Kevin Worrall" userId="e21a6e1f-6189-4284-9649-bf7c66c7a38c" providerId="ADAL" clId="{E3C22218-32A8-40A7-8F64-944765250D20}" dt="2024-02-20T21:54:47.855" v="1011" actId="20577"/>
        <pc:sldMkLst>
          <pc:docMk/>
          <pc:sldMk cId="781392038" sldId="405"/>
        </pc:sldMkLst>
      </pc:sldChg>
      <pc:sldChg chg="modSp add mod modAnim">
        <pc:chgData name="Kevin Worrall" userId="e21a6e1f-6189-4284-9649-bf7c66c7a38c" providerId="ADAL" clId="{E3C22218-32A8-40A7-8F64-944765250D20}" dt="2024-02-20T21:55:47.575" v="1032" actId="20577"/>
        <pc:sldMkLst>
          <pc:docMk/>
          <pc:sldMk cId="605539146" sldId="406"/>
        </pc:sldMkLst>
      </pc:sldChg>
      <pc:sldChg chg="addSp delSp modSp add mod modAnim chgLayout">
        <pc:chgData name="Kevin Worrall" userId="e21a6e1f-6189-4284-9649-bf7c66c7a38c" providerId="ADAL" clId="{E3C22218-32A8-40A7-8F64-944765250D20}" dt="2024-02-20T21:58:25.412" v="1071" actId="20577"/>
        <pc:sldMkLst>
          <pc:docMk/>
          <pc:sldMk cId="1172246968" sldId="4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185B6B-ECE2-4879-A9A5-03850BAAFBB0}" type="datetimeFigureOut">
              <a:rPr lang="en-GB" smtClean="0"/>
              <a:t>24/02/2025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A1267-AA76-4E48-81A7-ED6197690896}" type="slidenum">
              <a:rPr lang="en-GB" smtClean="0"/>
              <a:t>‹#›</a:t>
            </a:fld>
            <a:endParaRPr lang="en-GB"/>
          </a:p>
        </p:txBody>
      </p:sp>
    </p:spTree>
    <p:extLst>
      <p:ext uri="{BB962C8B-B14F-4D97-AF65-F5344CB8AC3E}">
        <p14:creationId xmlns:p14="http://schemas.microsoft.com/office/powerpoint/2010/main" val="2568971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C40587F4-4A0C-46FB-97AE-1929B2E2DBEA}"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175"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C49752D6-AEED-4FF2-9C17-8FCDA7BFEAC6}" type="slidenum">
              <a:rPr lang="en-GB" sz="1300" b="0" strike="noStrike" spc="-1">
                <a:solidFill>
                  <a:srgbClr val="000000"/>
                </a:solidFill>
                <a:latin typeface="Calibri"/>
                <a:ea typeface="DejaVu Sans"/>
              </a:rPr>
              <a:t>3</a:t>
            </a:fld>
            <a:endParaRPr lang="en-GB" sz="1300" b="0" strike="noStrike" spc="-1">
              <a:solidFill>
                <a:srgbClr val="000000"/>
              </a:solidFill>
              <a:latin typeface="Arial"/>
            </a:endParaRPr>
          </a:p>
        </p:txBody>
      </p:sp>
      <p:sp>
        <p:nvSpPr>
          <p:cNvPr id="176" name="PlaceHolder 1"/>
          <p:cNvSpPr>
            <a:spLocks noGrp="1" noRot="1" noChangeAspect="1"/>
          </p:cNvSpPr>
          <p:nvPr>
            <p:ph type="sldImg"/>
          </p:nvPr>
        </p:nvSpPr>
        <p:spPr>
          <a:xfrm>
            <a:off x="573088" y="1336675"/>
            <a:ext cx="6413500" cy="3606800"/>
          </a:xfrm>
          <a:prstGeom prst="rect">
            <a:avLst/>
          </a:prstGeom>
          <a:ln w="0">
            <a:noFill/>
          </a:ln>
        </p:spPr>
      </p:sp>
      <p:sp>
        <p:nvSpPr>
          <p:cNvPr id="177"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9A3EC695-91D8-4298-8939-942BA7EA3C13}"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179"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16B32412-E684-47D7-8457-11CD3A36E730}" type="slidenum">
              <a:rPr lang="en-GB" sz="1300" b="0" strike="noStrike" spc="-1">
                <a:solidFill>
                  <a:srgbClr val="000000"/>
                </a:solidFill>
                <a:latin typeface="Calibri"/>
                <a:ea typeface="DejaVu Sans"/>
              </a:rPr>
              <a:t>4</a:t>
            </a:fld>
            <a:endParaRPr lang="en-GB" sz="1300" b="0" strike="noStrike" spc="-1">
              <a:solidFill>
                <a:srgbClr val="000000"/>
              </a:solidFill>
              <a:latin typeface="Arial"/>
            </a:endParaRPr>
          </a:p>
        </p:txBody>
      </p:sp>
      <p:sp>
        <p:nvSpPr>
          <p:cNvPr id="180" name="PlaceHolder 1"/>
          <p:cNvSpPr>
            <a:spLocks noGrp="1" noRot="1" noChangeAspect="1"/>
          </p:cNvSpPr>
          <p:nvPr>
            <p:ph type="sldImg"/>
          </p:nvPr>
        </p:nvSpPr>
        <p:spPr>
          <a:xfrm>
            <a:off x="573088" y="1336675"/>
            <a:ext cx="6413500" cy="3606800"/>
          </a:xfrm>
          <a:prstGeom prst="rect">
            <a:avLst/>
          </a:prstGeom>
          <a:ln w="0">
            <a:noFill/>
          </a:ln>
        </p:spPr>
      </p:sp>
      <p:sp>
        <p:nvSpPr>
          <p:cNvPr id="181"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8FDB1FD4-53BD-4A6A-A63A-86D45CF03942}"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183"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0EDC7FB0-9D8F-45FA-9CA1-67C6F7532EF3}" type="slidenum">
              <a:rPr lang="en-GB" sz="1300" b="0" strike="noStrike" spc="-1">
                <a:solidFill>
                  <a:srgbClr val="000000"/>
                </a:solidFill>
                <a:latin typeface="Calibri"/>
                <a:ea typeface="DejaVu Sans"/>
              </a:rPr>
              <a:t>5</a:t>
            </a:fld>
            <a:endParaRPr lang="en-GB" sz="1300" b="0" strike="noStrike" spc="-1">
              <a:solidFill>
                <a:srgbClr val="000000"/>
              </a:solidFill>
              <a:latin typeface="Arial"/>
            </a:endParaRPr>
          </a:p>
        </p:txBody>
      </p:sp>
      <p:sp>
        <p:nvSpPr>
          <p:cNvPr id="184" name="PlaceHolder 1"/>
          <p:cNvSpPr>
            <a:spLocks noGrp="1" noRot="1" noChangeAspect="1"/>
          </p:cNvSpPr>
          <p:nvPr>
            <p:ph type="sldImg"/>
          </p:nvPr>
        </p:nvSpPr>
        <p:spPr>
          <a:xfrm>
            <a:off x="573088" y="1336675"/>
            <a:ext cx="6413500" cy="3606800"/>
          </a:xfrm>
          <a:prstGeom prst="rect">
            <a:avLst/>
          </a:prstGeom>
          <a:ln w="0">
            <a:noFill/>
          </a:ln>
        </p:spPr>
      </p:sp>
      <p:sp>
        <p:nvSpPr>
          <p:cNvPr id="185"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76F9786D-249E-4187-B625-ADEBE0B83FD9}"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187"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20650F13-FF8D-4BFD-A2FE-D4C3CA5DD19E}" type="slidenum">
              <a:rPr lang="en-GB" sz="1300" b="0" strike="noStrike" spc="-1">
                <a:solidFill>
                  <a:srgbClr val="000000"/>
                </a:solidFill>
                <a:latin typeface="Calibri"/>
                <a:ea typeface="DejaVu Sans"/>
              </a:rPr>
              <a:t>6</a:t>
            </a:fld>
            <a:endParaRPr lang="en-GB" sz="1300" b="0" strike="noStrike" spc="-1">
              <a:solidFill>
                <a:srgbClr val="000000"/>
              </a:solidFill>
              <a:latin typeface="Arial"/>
            </a:endParaRPr>
          </a:p>
        </p:txBody>
      </p:sp>
      <p:sp>
        <p:nvSpPr>
          <p:cNvPr id="188" name="PlaceHolder 1"/>
          <p:cNvSpPr>
            <a:spLocks noGrp="1" noRot="1" noChangeAspect="1"/>
          </p:cNvSpPr>
          <p:nvPr>
            <p:ph type="sldImg"/>
          </p:nvPr>
        </p:nvSpPr>
        <p:spPr>
          <a:xfrm>
            <a:off x="573088" y="1336675"/>
            <a:ext cx="6413500" cy="3606800"/>
          </a:xfrm>
          <a:prstGeom prst="rect">
            <a:avLst/>
          </a:prstGeom>
          <a:ln w="0">
            <a:noFill/>
          </a:ln>
        </p:spPr>
      </p:sp>
      <p:sp>
        <p:nvSpPr>
          <p:cNvPr id="189"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98E4C8F4-ACC5-45FB-81DB-CA35939BE3FC}"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191"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EA64FA12-E34F-417A-98F0-0BF258834D28}" type="slidenum">
              <a:rPr lang="en-GB" sz="1300" b="0" strike="noStrike" spc="-1">
                <a:solidFill>
                  <a:srgbClr val="000000"/>
                </a:solidFill>
                <a:latin typeface="Calibri"/>
                <a:ea typeface="DejaVu Sans"/>
              </a:rPr>
              <a:t>7</a:t>
            </a:fld>
            <a:endParaRPr lang="en-GB" sz="1300" b="0" strike="noStrike" spc="-1">
              <a:solidFill>
                <a:srgbClr val="000000"/>
              </a:solidFill>
              <a:latin typeface="Arial"/>
            </a:endParaRPr>
          </a:p>
        </p:txBody>
      </p:sp>
      <p:sp>
        <p:nvSpPr>
          <p:cNvPr id="192" name="PlaceHolder 1"/>
          <p:cNvSpPr>
            <a:spLocks noGrp="1" noRot="1" noChangeAspect="1"/>
          </p:cNvSpPr>
          <p:nvPr>
            <p:ph type="sldImg"/>
          </p:nvPr>
        </p:nvSpPr>
        <p:spPr>
          <a:xfrm>
            <a:off x="573088" y="1336675"/>
            <a:ext cx="6413500" cy="3606800"/>
          </a:xfrm>
          <a:prstGeom prst="rect">
            <a:avLst/>
          </a:prstGeom>
          <a:ln w="0">
            <a:noFill/>
          </a:ln>
        </p:spPr>
      </p:sp>
      <p:sp>
        <p:nvSpPr>
          <p:cNvPr id="193"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BE277C93-4C66-4386-A4AD-89F1DAFEFFDD}"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195"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CCA81686-607C-4CF1-BFE6-120D7BA3BAE8}" type="slidenum">
              <a:rPr lang="en-GB" sz="1300" b="0" strike="noStrike" spc="-1">
                <a:solidFill>
                  <a:srgbClr val="000000"/>
                </a:solidFill>
                <a:latin typeface="Calibri"/>
                <a:ea typeface="DejaVu Sans"/>
              </a:rPr>
              <a:t>8</a:t>
            </a:fld>
            <a:endParaRPr lang="en-GB" sz="1300" b="0" strike="noStrike" spc="-1">
              <a:solidFill>
                <a:srgbClr val="000000"/>
              </a:solidFill>
              <a:latin typeface="Arial"/>
            </a:endParaRPr>
          </a:p>
        </p:txBody>
      </p:sp>
      <p:sp>
        <p:nvSpPr>
          <p:cNvPr id="196" name="PlaceHolder 1"/>
          <p:cNvSpPr>
            <a:spLocks noGrp="1" noRot="1" noChangeAspect="1"/>
          </p:cNvSpPr>
          <p:nvPr>
            <p:ph type="sldImg"/>
          </p:nvPr>
        </p:nvSpPr>
        <p:spPr>
          <a:xfrm>
            <a:off x="573088" y="1336675"/>
            <a:ext cx="6413500" cy="3606800"/>
          </a:xfrm>
          <a:prstGeom prst="rect">
            <a:avLst/>
          </a:prstGeom>
          <a:ln w="0">
            <a:noFill/>
          </a:ln>
        </p:spPr>
      </p:sp>
      <p:sp>
        <p:nvSpPr>
          <p:cNvPr id="197"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19E203F1-0084-4673-A5F4-49CDF68D3654}"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199"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2B5B19C4-A990-4ABF-A278-FEEEC0DB4BC5}" type="slidenum">
              <a:rPr lang="en-GB" sz="1300" b="0" strike="noStrike" spc="-1">
                <a:solidFill>
                  <a:srgbClr val="000000"/>
                </a:solidFill>
                <a:latin typeface="Calibri"/>
                <a:ea typeface="DejaVu Sans"/>
              </a:rPr>
              <a:t>9</a:t>
            </a:fld>
            <a:endParaRPr lang="en-GB" sz="1300" b="0" strike="noStrike" spc="-1">
              <a:solidFill>
                <a:srgbClr val="000000"/>
              </a:solidFill>
              <a:latin typeface="Arial"/>
            </a:endParaRPr>
          </a:p>
        </p:txBody>
      </p:sp>
      <p:sp>
        <p:nvSpPr>
          <p:cNvPr id="200" name="PlaceHolder 1"/>
          <p:cNvSpPr>
            <a:spLocks noGrp="1" noRot="1" noChangeAspect="1"/>
          </p:cNvSpPr>
          <p:nvPr>
            <p:ph type="sldImg"/>
          </p:nvPr>
        </p:nvSpPr>
        <p:spPr>
          <a:xfrm>
            <a:off x="573088" y="1336675"/>
            <a:ext cx="6413500" cy="3606800"/>
          </a:xfrm>
          <a:prstGeom prst="rect">
            <a:avLst/>
          </a:prstGeom>
          <a:ln w="0">
            <a:noFill/>
          </a:ln>
        </p:spPr>
      </p:sp>
      <p:sp>
        <p:nvSpPr>
          <p:cNvPr id="201"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829FCA69-6C34-4896-BA71-88A38204A04A}"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03"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EEF66059-F98B-44BB-8469-F96CBAE82B0D}" type="slidenum">
              <a:rPr lang="en-GB" sz="1300" b="0" strike="noStrike" spc="-1">
                <a:solidFill>
                  <a:srgbClr val="000000"/>
                </a:solidFill>
                <a:latin typeface="Calibri"/>
                <a:ea typeface="DejaVu Sans"/>
              </a:rPr>
              <a:t>10</a:t>
            </a:fld>
            <a:endParaRPr lang="en-GB" sz="1300" b="0" strike="noStrike" spc="-1">
              <a:solidFill>
                <a:srgbClr val="000000"/>
              </a:solidFill>
              <a:latin typeface="Arial"/>
            </a:endParaRPr>
          </a:p>
        </p:txBody>
      </p:sp>
      <p:sp>
        <p:nvSpPr>
          <p:cNvPr id="204" name="PlaceHolder 1"/>
          <p:cNvSpPr>
            <a:spLocks noGrp="1" noRot="1" noChangeAspect="1"/>
          </p:cNvSpPr>
          <p:nvPr>
            <p:ph type="sldImg"/>
          </p:nvPr>
        </p:nvSpPr>
        <p:spPr>
          <a:xfrm>
            <a:off x="573088" y="1336675"/>
            <a:ext cx="6413500" cy="3606800"/>
          </a:xfrm>
          <a:prstGeom prst="rect">
            <a:avLst/>
          </a:prstGeom>
          <a:ln w="0">
            <a:noFill/>
          </a:ln>
        </p:spPr>
      </p:sp>
      <p:sp>
        <p:nvSpPr>
          <p:cNvPr id="205"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E18E41FC-9048-4A5B-9D3F-F4737AD49D16}"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07"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B147EA8C-08BD-4080-AAB5-EC510ED1C823}" type="slidenum">
              <a:rPr lang="en-GB" sz="1300" b="0" strike="noStrike" spc="-1">
                <a:solidFill>
                  <a:srgbClr val="000000"/>
                </a:solidFill>
                <a:latin typeface="Calibri"/>
                <a:ea typeface="DejaVu Sans"/>
              </a:rPr>
              <a:t>11</a:t>
            </a:fld>
            <a:endParaRPr lang="en-GB" sz="1300" b="0" strike="noStrike" spc="-1">
              <a:solidFill>
                <a:srgbClr val="000000"/>
              </a:solidFill>
              <a:latin typeface="Arial"/>
            </a:endParaRPr>
          </a:p>
        </p:txBody>
      </p:sp>
      <p:sp>
        <p:nvSpPr>
          <p:cNvPr id="208" name="PlaceHolder 1"/>
          <p:cNvSpPr>
            <a:spLocks noGrp="1" noRot="1" noChangeAspect="1"/>
          </p:cNvSpPr>
          <p:nvPr>
            <p:ph type="sldImg"/>
          </p:nvPr>
        </p:nvSpPr>
        <p:spPr>
          <a:xfrm>
            <a:off x="573088" y="1336675"/>
            <a:ext cx="6413500" cy="3606800"/>
          </a:xfrm>
          <a:prstGeom prst="rect">
            <a:avLst/>
          </a:prstGeom>
          <a:ln w="0">
            <a:noFill/>
          </a:ln>
        </p:spPr>
      </p:sp>
      <p:sp>
        <p:nvSpPr>
          <p:cNvPr id="209"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5ECF7634-87FA-42C7-B869-3BE84A291AB4}"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11"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ED250B88-C69B-4732-B95C-4E4786C9BC21}" type="slidenum">
              <a:rPr lang="en-GB" sz="1300" b="0" strike="noStrike" spc="-1">
                <a:solidFill>
                  <a:srgbClr val="000000"/>
                </a:solidFill>
                <a:latin typeface="Calibri"/>
                <a:ea typeface="DejaVu Sans"/>
              </a:rPr>
              <a:t>12</a:t>
            </a:fld>
            <a:endParaRPr lang="en-GB" sz="1300" b="0" strike="noStrike" spc="-1">
              <a:solidFill>
                <a:srgbClr val="000000"/>
              </a:solidFill>
              <a:latin typeface="Arial"/>
            </a:endParaRPr>
          </a:p>
        </p:txBody>
      </p:sp>
      <p:sp>
        <p:nvSpPr>
          <p:cNvPr id="212" name="PlaceHolder 1"/>
          <p:cNvSpPr>
            <a:spLocks noGrp="1" noRot="1" noChangeAspect="1"/>
          </p:cNvSpPr>
          <p:nvPr>
            <p:ph type="sldImg"/>
          </p:nvPr>
        </p:nvSpPr>
        <p:spPr>
          <a:xfrm>
            <a:off x="573088" y="1336675"/>
            <a:ext cx="6413500" cy="3606800"/>
          </a:xfrm>
          <a:prstGeom prst="rect">
            <a:avLst/>
          </a:prstGeom>
          <a:ln w="0">
            <a:noFill/>
          </a:ln>
        </p:spPr>
      </p:sp>
      <p:sp>
        <p:nvSpPr>
          <p:cNvPr id="213"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C15A00F9-46D9-4B9B-AC62-377C51B889EC}"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15"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EEA53EF2-FA93-4486-9BB4-316CED3805E1}" type="slidenum">
              <a:rPr lang="en-GB" sz="1300" b="0" strike="noStrike" spc="-1">
                <a:solidFill>
                  <a:srgbClr val="000000"/>
                </a:solidFill>
                <a:latin typeface="Calibri"/>
                <a:ea typeface="DejaVu Sans"/>
              </a:rPr>
              <a:t>13</a:t>
            </a:fld>
            <a:endParaRPr lang="en-GB" sz="1300" b="0" strike="noStrike" spc="-1">
              <a:solidFill>
                <a:srgbClr val="000000"/>
              </a:solidFill>
              <a:latin typeface="Arial"/>
            </a:endParaRPr>
          </a:p>
        </p:txBody>
      </p:sp>
      <p:sp>
        <p:nvSpPr>
          <p:cNvPr id="216" name="PlaceHolder 1"/>
          <p:cNvSpPr>
            <a:spLocks noGrp="1" noRot="1" noChangeAspect="1"/>
          </p:cNvSpPr>
          <p:nvPr>
            <p:ph type="sldImg"/>
          </p:nvPr>
        </p:nvSpPr>
        <p:spPr>
          <a:xfrm>
            <a:off x="573088" y="1336675"/>
            <a:ext cx="6413500" cy="3606800"/>
          </a:xfrm>
          <a:prstGeom prst="rect">
            <a:avLst/>
          </a:prstGeom>
          <a:ln w="0">
            <a:noFill/>
          </a:ln>
        </p:spPr>
      </p:sp>
      <p:sp>
        <p:nvSpPr>
          <p:cNvPr id="217"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3522341B-9D71-4E98-A3AD-0605C17A4820}"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19"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4EE3B64A-1125-45C9-B356-F3F47485C3B6}" type="slidenum">
              <a:rPr lang="en-GB" sz="1300" b="0" strike="noStrike" spc="-1">
                <a:solidFill>
                  <a:srgbClr val="000000"/>
                </a:solidFill>
                <a:latin typeface="Calibri"/>
                <a:ea typeface="DejaVu Sans"/>
              </a:rPr>
              <a:t>14</a:t>
            </a:fld>
            <a:endParaRPr lang="en-GB" sz="1300" b="0" strike="noStrike" spc="-1">
              <a:solidFill>
                <a:srgbClr val="000000"/>
              </a:solidFill>
              <a:latin typeface="Arial"/>
            </a:endParaRPr>
          </a:p>
        </p:txBody>
      </p:sp>
      <p:sp>
        <p:nvSpPr>
          <p:cNvPr id="220" name="PlaceHolder 1"/>
          <p:cNvSpPr>
            <a:spLocks noGrp="1" noRot="1" noChangeAspect="1"/>
          </p:cNvSpPr>
          <p:nvPr>
            <p:ph type="sldImg"/>
          </p:nvPr>
        </p:nvSpPr>
        <p:spPr>
          <a:xfrm>
            <a:off x="573088" y="1336675"/>
            <a:ext cx="6413500" cy="3606800"/>
          </a:xfrm>
          <a:prstGeom prst="rect">
            <a:avLst/>
          </a:prstGeom>
          <a:ln w="0">
            <a:noFill/>
          </a:ln>
        </p:spPr>
      </p:sp>
      <p:sp>
        <p:nvSpPr>
          <p:cNvPr id="221"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B92C277A-4AAA-4144-A416-8EDADA000C24}"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23"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0BD43E62-66CE-4082-8542-66A077D0BAE1}" type="slidenum">
              <a:rPr lang="en-GB" sz="1300" b="0" strike="noStrike" spc="-1">
                <a:solidFill>
                  <a:srgbClr val="000000"/>
                </a:solidFill>
                <a:latin typeface="Calibri"/>
                <a:ea typeface="DejaVu Sans"/>
              </a:rPr>
              <a:t>15</a:t>
            </a:fld>
            <a:endParaRPr lang="en-GB" sz="1300" b="0" strike="noStrike" spc="-1">
              <a:solidFill>
                <a:srgbClr val="000000"/>
              </a:solidFill>
              <a:latin typeface="Arial"/>
            </a:endParaRPr>
          </a:p>
        </p:txBody>
      </p:sp>
      <p:sp>
        <p:nvSpPr>
          <p:cNvPr id="224" name="PlaceHolder 1"/>
          <p:cNvSpPr>
            <a:spLocks noGrp="1" noRot="1" noChangeAspect="1"/>
          </p:cNvSpPr>
          <p:nvPr>
            <p:ph type="sldImg"/>
          </p:nvPr>
        </p:nvSpPr>
        <p:spPr>
          <a:xfrm>
            <a:off x="573088" y="1336675"/>
            <a:ext cx="6413500" cy="3606800"/>
          </a:xfrm>
          <a:prstGeom prst="rect">
            <a:avLst/>
          </a:prstGeom>
          <a:ln w="0">
            <a:noFill/>
          </a:ln>
        </p:spPr>
      </p:sp>
      <p:sp>
        <p:nvSpPr>
          <p:cNvPr id="225"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5C2152D7-D8C6-48C5-8F30-75B2AA45DC3B}"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27"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33168C05-BCB0-474A-A82E-19B747867ADF}" type="slidenum">
              <a:rPr lang="en-GB" sz="1300" b="0" strike="noStrike" spc="-1">
                <a:solidFill>
                  <a:srgbClr val="000000"/>
                </a:solidFill>
                <a:latin typeface="Calibri"/>
                <a:ea typeface="DejaVu Sans"/>
              </a:rPr>
              <a:t>16</a:t>
            </a:fld>
            <a:endParaRPr lang="en-GB" sz="1300" b="0" strike="noStrike" spc="-1">
              <a:solidFill>
                <a:srgbClr val="000000"/>
              </a:solidFill>
              <a:latin typeface="Arial"/>
            </a:endParaRPr>
          </a:p>
        </p:txBody>
      </p:sp>
      <p:sp>
        <p:nvSpPr>
          <p:cNvPr id="228" name="PlaceHolder 1"/>
          <p:cNvSpPr>
            <a:spLocks noGrp="1" noRot="1" noChangeAspect="1"/>
          </p:cNvSpPr>
          <p:nvPr>
            <p:ph type="sldImg"/>
          </p:nvPr>
        </p:nvSpPr>
        <p:spPr>
          <a:xfrm>
            <a:off x="573088" y="1336675"/>
            <a:ext cx="6413500" cy="3606800"/>
          </a:xfrm>
          <a:prstGeom prst="rect">
            <a:avLst/>
          </a:prstGeom>
          <a:ln w="0">
            <a:noFill/>
          </a:ln>
        </p:spPr>
      </p:sp>
      <p:sp>
        <p:nvSpPr>
          <p:cNvPr id="229"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0F99-1FA6-312D-AD10-9FDFE7E09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11C6D-4993-34D8-399B-09A81FF78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8BE90-D310-3511-7918-0153FF3BECB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8CB5B18-9797-2DC2-1F0B-84F02BEC8282}"/>
              </a:ext>
            </a:extLst>
          </p:cNvPr>
          <p:cNvSpPr>
            <a:spLocks noGrp="1"/>
          </p:cNvSpPr>
          <p:nvPr>
            <p:ph type="sldNum" sz="quarter" idx="5"/>
          </p:nvPr>
        </p:nvSpPr>
        <p:spPr/>
        <p:txBody>
          <a:bodyPr/>
          <a:lstStyle/>
          <a:p>
            <a:fld id="{18AA1267-AA76-4E48-81A7-ED6197690896}" type="slidenum">
              <a:rPr lang="en-GB" smtClean="0"/>
              <a:t>24</a:t>
            </a:fld>
            <a:endParaRPr lang="en-GB"/>
          </a:p>
        </p:txBody>
      </p:sp>
    </p:spTree>
    <p:extLst>
      <p:ext uri="{BB962C8B-B14F-4D97-AF65-F5344CB8AC3E}">
        <p14:creationId xmlns:p14="http://schemas.microsoft.com/office/powerpoint/2010/main" val="2666500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8AA1267-AA76-4E48-81A7-ED6197690896}" type="slidenum">
              <a:rPr lang="en-GB" smtClean="0"/>
              <a:t>25</a:t>
            </a:fld>
            <a:endParaRPr lang="en-GB"/>
          </a:p>
        </p:txBody>
      </p:sp>
    </p:spTree>
    <p:extLst>
      <p:ext uri="{BB962C8B-B14F-4D97-AF65-F5344CB8AC3E}">
        <p14:creationId xmlns:p14="http://schemas.microsoft.com/office/powerpoint/2010/main" val="4199951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4AC9B-5AF2-63A5-3298-4F078FC77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8C878-C6B0-4786-29E5-284BE2D48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CC753-3AF2-9877-1C60-92AF2133FD5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6F8AC8E-4954-AD1B-1BFE-598794CBF344}"/>
              </a:ext>
            </a:extLst>
          </p:cNvPr>
          <p:cNvSpPr>
            <a:spLocks noGrp="1"/>
          </p:cNvSpPr>
          <p:nvPr>
            <p:ph type="sldNum" sz="quarter" idx="5"/>
          </p:nvPr>
        </p:nvSpPr>
        <p:spPr/>
        <p:txBody>
          <a:bodyPr/>
          <a:lstStyle/>
          <a:p>
            <a:fld id="{18AA1267-AA76-4E48-81A7-ED6197690896}" type="slidenum">
              <a:rPr lang="en-GB" smtClean="0"/>
              <a:t>26</a:t>
            </a:fld>
            <a:endParaRPr lang="en-GB"/>
          </a:p>
        </p:txBody>
      </p:sp>
    </p:spTree>
    <p:extLst>
      <p:ext uri="{BB962C8B-B14F-4D97-AF65-F5344CB8AC3E}">
        <p14:creationId xmlns:p14="http://schemas.microsoft.com/office/powerpoint/2010/main" val="2469396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2A4B1-8F1A-BBC8-602D-A796A2CD8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42C9D-9EE6-732B-626B-BC964633B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44022-59C5-96E0-FE28-7220B0E384D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CEB8BCB-7C4D-24D7-756C-6CBC2226A02F}"/>
              </a:ext>
            </a:extLst>
          </p:cNvPr>
          <p:cNvSpPr>
            <a:spLocks noGrp="1"/>
          </p:cNvSpPr>
          <p:nvPr>
            <p:ph type="sldNum" sz="quarter" idx="5"/>
          </p:nvPr>
        </p:nvSpPr>
        <p:spPr/>
        <p:txBody>
          <a:bodyPr/>
          <a:lstStyle/>
          <a:p>
            <a:fld id="{18AA1267-AA76-4E48-81A7-ED6197690896}" type="slidenum">
              <a:rPr lang="en-GB" smtClean="0"/>
              <a:t>27</a:t>
            </a:fld>
            <a:endParaRPr lang="en-GB"/>
          </a:p>
        </p:txBody>
      </p:sp>
    </p:spTree>
    <p:extLst>
      <p:ext uri="{BB962C8B-B14F-4D97-AF65-F5344CB8AC3E}">
        <p14:creationId xmlns:p14="http://schemas.microsoft.com/office/powerpoint/2010/main" val="14690673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790BB-E952-E696-BB34-35DA23718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F1A3B-6DD9-3455-DAAA-7C2D14A6E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DA236-9177-BC17-A4A3-46153BE7BCD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C60DBDA-FF1E-631C-0CA5-7CBE24980070}"/>
              </a:ext>
            </a:extLst>
          </p:cNvPr>
          <p:cNvSpPr>
            <a:spLocks noGrp="1"/>
          </p:cNvSpPr>
          <p:nvPr>
            <p:ph type="sldNum" sz="quarter" idx="5"/>
          </p:nvPr>
        </p:nvSpPr>
        <p:spPr/>
        <p:txBody>
          <a:bodyPr/>
          <a:lstStyle/>
          <a:p>
            <a:fld id="{18AA1267-AA76-4E48-81A7-ED6197690896}" type="slidenum">
              <a:rPr lang="en-GB" smtClean="0"/>
              <a:t>28</a:t>
            </a:fld>
            <a:endParaRPr lang="en-GB"/>
          </a:p>
        </p:txBody>
      </p:sp>
    </p:spTree>
    <p:extLst>
      <p:ext uri="{BB962C8B-B14F-4D97-AF65-F5344CB8AC3E}">
        <p14:creationId xmlns:p14="http://schemas.microsoft.com/office/powerpoint/2010/main" val="3604252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EE8B5-B296-745C-7D15-DC18BBBB6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E23C7-D161-7F02-9CC3-7F3B29D42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9E0FD-5C8B-03CF-8330-3AF1D841228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64EA9CF-9D82-7D44-6D80-95F1A68518C3}"/>
              </a:ext>
            </a:extLst>
          </p:cNvPr>
          <p:cNvSpPr>
            <a:spLocks noGrp="1"/>
          </p:cNvSpPr>
          <p:nvPr>
            <p:ph type="sldNum" sz="quarter" idx="5"/>
          </p:nvPr>
        </p:nvSpPr>
        <p:spPr/>
        <p:txBody>
          <a:bodyPr/>
          <a:lstStyle/>
          <a:p>
            <a:fld id="{18AA1267-AA76-4E48-81A7-ED6197690896}" type="slidenum">
              <a:rPr lang="en-GB" smtClean="0"/>
              <a:t>29</a:t>
            </a:fld>
            <a:endParaRPr lang="en-GB"/>
          </a:p>
        </p:txBody>
      </p:sp>
    </p:spTree>
    <p:extLst>
      <p:ext uri="{BB962C8B-B14F-4D97-AF65-F5344CB8AC3E}">
        <p14:creationId xmlns:p14="http://schemas.microsoft.com/office/powerpoint/2010/main" val="241460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CB2C6-7779-F895-735A-E4EE302DF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9BDFF-E4C1-D4B5-26D9-727D5C34D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FABAC-EDE5-5B32-C353-5D9A6FAD5C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795A5DD-E244-FBA0-E551-920B881B4D68}"/>
              </a:ext>
            </a:extLst>
          </p:cNvPr>
          <p:cNvSpPr>
            <a:spLocks noGrp="1"/>
          </p:cNvSpPr>
          <p:nvPr>
            <p:ph type="sldNum" sz="quarter" idx="5"/>
          </p:nvPr>
        </p:nvSpPr>
        <p:spPr/>
        <p:txBody>
          <a:bodyPr/>
          <a:lstStyle/>
          <a:p>
            <a:fld id="{18AA1267-AA76-4E48-81A7-ED6197690896}" type="slidenum">
              <a:rPr lang="en-GB" smtClean="0"/>
              <a:t>30</a:t>
            </a:fld>
            <a:endParaRPr lang="en-GB"/>
          </a:p>
        </p:txBody>
      </p:sp>
    </p:spTree>
    <p:extLst>
      <p:ext uri="{BB962C8B-B14F-4D97-AF65-F5344CB8AC3E}">
        <p14:creationId xmlns:p14="http://schemas.microsoft.com/office/powerpoint/2010/main" val="55005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72ECCC76-C4AE-4B26-A169-B504EF2FEA67}" type="datetime1">
              <a:rPr lang="en-GB" smtClean="0"/>
              <a:t>24/02/2025</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23590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96A1C347-D333-4772-8BBB-97D1519B978F}" type="datetime1">
              <a:rPr lang="en-GB" smtClean="0"/>
              <a:t>24/02/2025</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43503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9F23329E-57E4-4B3F-8988-77C63A75B884}" type="datetime1">
              <a:rPr lang="en-GB" smtClean="0"/>
              <a:t>24/02/2025</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07035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5A98CBF2-F699-452C-AFF8-797997FDB794}" type="datetime1">
              <a:rPr lang="en-GB" smtClean="0"/>
              <a:t>24/02/2025</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0666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09ACF2AD-4956-4A53-AFF5-1B4F5D45EAF2}" type="datetime1">
              <a:rPr lang="en-GB" smtClean="0"/>
              <a:t>24/02/2025</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854379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E8A177BF-F63D-4E30-BD42-E3449C11D41D}" type="datetime1">
              <a:rPr lang="en-GB" smtClean="0"/>
              <a:t>24/02/2025</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033516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14C573B2-2AE0-4192-8280-C1600F28AEE9}" type="datetime1">
              <a:rPr lang="en-GB" smtClean="0"/>
              <a:t>24/02/2025</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15388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B4A15260-07F2-476B-9C6F-C4D22041CE08}" type="datetime1">
              <a:rPr lang="en-GB" smtClean="0"/>
              <a:t>24/02/2025</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98588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BB4E5123-108F-4342-94A0-5859029BE154}" type="datetime1">
              <a:rPr lang="en-GB" smtClean="0"/>
              <a:t>24/02/2025</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3062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60E4F266-503D-4864-9DE2-FA0A7EE85118}" type="datetime1">
              <a:rPr lang="en-GB" smtClean="0"/>
              <a:t>24/02/2025</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53311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6E707F4A-1EE2-49D9-97EC-717DDE976EFD}" type="datetime1">
              <a:rPr lang="en-GB" smtClean="0"/>
              <a:t>24/02/2025</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291223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C7B41495-F5D4-4BAE-846E-C1BA39B38C3E}" type="datetime1">
              <a:rPr lang="en-GB" smtClean="0"/>
              <a:t>24/02/2025</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lvl1pPr>
              <a:defRPr sz="2000" b="1"/>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189718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F1F00E1F-D883-4734-8D17-FAFD2FE3F82B}" type="datetime1">
              <a:rPr lang="en-GB" smtClean="0"/>
              <a:t>24/02/2025</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52622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FAF03C43-999F-4677-8B7B-A143626357DE}" type="datetime1">
              <a:rPr lang="en-GB" smtClean="0"/>
              <a:t>24/02/2025</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068374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AD62E2D2-7D84-4F62-AB79-04DD5D6E2A83}" type="datetime1">
              <a:rPr lang="en-GB" smtClean="0"/>
              <a:t>24/02/2025</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46784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3C542E2F-086F-40AD-AE37-0FE3516ECA88}" type="datetime1">
              <a:rPr lang="en-GB" smtClean="0"/>
              <a:t>24/02/2025</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801709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28BB7FCF-08A1-4FE4-9E9D-DC420D650C18}" type="datetime1">
              <a:rPr lang="en-GB" smtClean="0"/>
              <a:t>24/02/2025</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91028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EDD1B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EDDDA0C7-BAEE-4F35-8A3B-93DC0CEF01B4}" type="datetime1">
              <a:rPr lang="en-GB" smtClean="0"/>
              <a:t>24/02/2025</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4345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E92368E4-9C31-482F-B818-B582CFCA3920}" type="datetime1">
              <a:rPr lang="en-GB" smtClean="0"/>
              <a:t>24/02/2025</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778120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CFA87033-DBE3-47C4-85A3-06E175F67215}" type="datetime1">
              <a:rPr lang="en-GB" smtClean="0"/>
              <a:t>24/02/2025</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6493050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5188CAA1-DC3A-4AD5-88F3-EBC71BAF0E08}" type="datetime1">
              <a:rPr lang="en-GB" smtClean="0"/>
              <a:t>24/02/2025</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2738702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EDD1B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FED66873-85DD-4CDB-895B-8ED6F6A7367F}" type="datetime1">
              <a:rPr lang="en-GB" smtClean="0"/>
              <a:t>24/02/2025</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40322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CCD45-486D-4FE6-B311-4355809C78D3}" type="datetime1">
              <a:rPr lang="en-GB" smtClean="0"/>
              <a:t>24/02/2025</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847458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EB35A-6C1C-44EB-A894-5CBC41E755B3}" type="datetime1">
              <a:rPr lang="en-GB" smtClean="0"/>
              <a:t>24/02/2025</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43958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ctrTitle"/>
          </p:nvPr>
        </p:nvSpPr>
        <p:spPr/>
        <p:txBody>
          <a:bodyPr>
            <a:normAutofit fontScale="90000"/>
          </a:bodyPr>
          <a:lstStyle/>
          <a:p>
            <a:r>
              <a:rPr lang="en-GB" b="1" dirty="0"/>
              <a:t>ENG4118/5326 - Robotics 4/M</a:t>
            </a:r>
            <a:br>
              <a:rPr lang="en-GB" b="1" dirty="0"/>
            </a:br>
            <a:r>
              <a:rPr lang="en-GB" b="1" dirty="0"/>
              <a:t>Sensors, Actuators and Image capture, processing and analysis</a:t>
            </a:r>
          </a:p>
        </p:txBody>
      </p:sp>
      <p:sp>
        <p:nvSpPr>
          <p:cNvPr id="3" name="Subtitle 2">
            <a:extLst>
              <a:ext uri="{FF2B5EF4-FFF2-40B4-BE49-F238E27FC236}">
                <a16:creationId xmlns:a16="http://schemas.microsoft.com/office/drawing/2014/main" id="{0EC2D61B-0204-42F3-52E6-931A9496968D}"/>
              </a:ext>
            </a:extLst>
          </p:cNvPr>
          <p:cNvSpPr>
            <a:spLocks noGrp="1"/>
          </p:cNvSpPr>
          <p:nvPr>
            <p:ph type="subTitle" idx="1"/>
          </p:nvPr>
        </p:nvSpPr>
        <p:spPr/>
        <p:txBody>
          <a:bodyPr>
            <a:normAutofit/>
          </a:bodyPr>
          <a:lstStyle/>
          <a:p>
            <a:r>
              <a:rPr lang="en-GB" sz="3600" dirty="0"/>
              <a:t>Lectures 10</a:t>
            </a:r>
          </a:p>
          <a:p>
            <a:r>
              <a:rPr lang="en-GB" sz="3600" dirty="0"/>
              <a:t>Kevin Worrall</a:t>
            </a:r>
          </a:p>
        </p:txBody>
      </p:sp>
      <p:sp>
        <p:nvSpPr>
          <p:cNvPr id="5" name="Slide Number Placeholder 4">
            <a:extLst>
              <a:ext uri="{FF2B5EF4-FFF2-40B4-BE49-F238E27FC236}">
                <a16:creationId xmlns:a16="http://schemas.microsoft.com/office/drawing/2014/main" id="{AE42FB52-67A8-E2C7-2462-FB99CD1C6398}"/>
              </a:ext>
            </a:extLst>
          </p:cNvPr>
          <p:cNvSpPr>
            <a:spLocks noGrp="1"/>
          </p:cNvSpPr>
          <p:nvPr>
            <p:ph type="sldNum" sz="quarter" idx="12"/>
          </p:nvPr>
        </p:nvSpPr>
        <p:spPr/>
        <p:txBody>
          <a:bodyPr/>
          <a:lstStyle/>
          <a:p>
            <a:fld id="{1ED87AFC-F3F3-4E09-A9D9-1873FFB55ECB}" type="slidenum">
              <a:rPr lang="en-GB" smtClean="0"/>
              <a:t>1</a:t>
            </a:fld>
            <a:endParaRPr lang="en-GB"/>
          </a:p>
        </p:txBody>
      </p:sp>
    </p:spTree>
    <p:extLst>
      <p:ext uri="{BB962C8B-B14F-4D97-AF65-F5344CB8AC3E}">
        <p14:creationId xmlns:p14="http://schemas.microsoft.com/office/powerpoint/2010/main" val="424201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Lecture Overview</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Gears</a:t>
            </a:r>
          </a:p>
          <a:p>
            <a:r>
              <a:rPr lang="en-GB" sz="3600" dirty="0"/>
              <a:t>Rack and Pinion</a:t>
            </a:r>
          </a:p>
          <a:p>
            <a:r>
              <a:rPr lang="en-GB" sz="3600" dirty="0"/>
              <a:t>Ratchet and Pawl</a:t>
            </a:r>
          </a:p>
          <a:p>
            <a:r>
              <a:rPr lang="en-GB" sz="3600"/>
              <a:t>Hydraulic System</a:t>
            </a:r>
            <a:endParaRPr lang="en-GB" sz="3600" dirty="0"/>
          </a:p>
        </p:txBody>
      </p:sp>
      <p:sp>
        <p:nvSpPr>
          <p:cNvPr id="4" name="Slide Number Placeholder 3">
            <a:extLst>
              <a:ext uri="{FF2B5EF4-FFF2-40B4-BE49-F238E27FC236}">
                <a16:creationId xmlns:a16="http://schemas.microsoft.com/office/drawing/2014/main" id="{8B50761D-BFB0-57EF-E43B-6C4AC298B0C1}"/>
              </a:ext>
            </a:extLst>
          </p:cNvPr>
          <p:cNvSpPr>
            <a:spLocks noGrp="1"/>
          </p:cNvSpPr>
          <p:nvPr>
            <p:ph type="sldNum" sz="quarter" idx="12"/>
          </p:nvPr>
        </p:nvSpPr>
        <p:spPr/>
        <p:txBody>
          <a:bodyPr/>
          <a:lstStyle/>
          <a:p>
            <a:fld id="{1ED87AFC-F3F3-4E09-A9D9-1873FFB55ECB}" type="slidenum">
              <a:rPr lang="en-GB" smtClean="0"/>
              <a:t>2</a:t>
            </a:fld>
            <a:endParaRPr lang="en-GB"/>
          </a:p>
        </p:txBody>
      </p:sp>
      <p:pic>
        <p:nvPicPr>
          <p:cNvPr id="5" name="Picture 4">
            <a:extLst>
              <a:ext uri="{FF2B5EF4-FFF2-40B4-BE49-F238E27FC236}">
                <a16:creationId xmlns:a16="http://schemas.microsoft.com/office/drawing/2014/main" id="{50F57451-DC0D-84D4-4468-91BA2BD39266}"/>
              </a:ext>
            </a:extLst>
          </p:cNvPr>
          <p:cNvPicPr>
            <a:picLocks noChangeAspect="1"/>
          </p:cNvPicPr>
          <p:nvPr/>
        </p:nvPicPr>
        <p:blipFill>
          <a:blip r:embed="rId2"/>
          <a:stretch>
            <a:fillRect/>
          </a:stretch>
        </p:blipFill>
        <p:spPr>
          <a:xfrm>
            <a:off x="6370117" y="1330770"/>
            <a:ext cx="4480965" cy="4196459"/>
          </a:xfrm>
          <a:prstGeom prst="rect">
            <a:avLst/>
          </a:prstGeom>
        </p:spPr>
      </p:pic>
    </p:spTree>
    <p:extLst>
      <p:ext uri="{BB962C8B-B14F-4D97-AF65-F5344CB8AC3E}">
        <p14:creationId xmlns:p14="http://schemas.microsoft.com/office/powerpoint/2010/main" val="654745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CustomShape 2"/>
          <p:cNvSpPr/>
          <p:nvPr/>
        </p:nvSpPr>
        <p:spPr>
          <a:xfrm>
            <a:off x="10983705" y="6299170"/>
            <a:ext cx="36790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A0657E0E-3292-40D2-83CE-6E99A2676566}" type="slidenum">
              <a:rPr lang="en-GB" sz="1451" spc="-1">
                <a:solidFill>
                  <a:srgbClr val="898989"/>
                </a:solidFill>
                <a:latin typeface="Calibri"/>
                <a:ea typeface="DejaVu Sans"/>
              </a:rPr>
              <a:t>3</a:t>
            </a:fld>
            <a:endParaRPr lang="en-GB" sz="1451" spc="-1">
              <a:solidFill>
                <a:srgbClr val="000000"/>
              </a:solidFill>
              <a:latin typeface="Arial"/>
            </a:endParaRPr>
          </a:p>
        </p:txBody>
      </p:sp>
      <p:sp>
        <p:nvSpPr>
          <p:cNvPr id="94"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dirty="0">
                <a:latin typeface="Arial"/>
                <a:ea typeface="DejaVu Sans"/>
              </a:rPr>
              <a:t>Reduction Gears</a:t>
            </a:r>
            <a:endParaRPr lang="en-GB" sz="5321" spc="-1" dirty="0">
              <a:latin typeface="Arial"/>
            </a:endParaRPr>
          </a:p>
        </p:txBody>
      </p:sp>
      <p:sp>
        <p:nvSpPr>
          <p:cNvPr id="95"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1500" lnSpcReduction="20000"/>
          </a:bodyPr>
          <a:lstStyle/>
          <a:p>
            <a:pPr marL="276469" indent="-275598">
              <a:lnSpc>
                <a:spcPct val="90000"/>
              </a:lnSpc>
              <a:spcAft>
                <a:spcPts val="1710"/>
              </a:spcAft>
              <a:buClr>
                <a:srgbClr val="000000"/>
              </a:buClr>
              <a:buSzPct val="45000"/>
              <a:buFont typeface="Wingdings" charset="2"/>
              <a:buChar char=""/>
            </a:pPr>
            <a:r>
              <a:rPr lang="en-GB" sz="2903" spc="-1" dirty="0">
                <a:latin typeface="Arial"/>
                <a:ea typeface="DejaVu Sans"/>
              </a:rPr>
              <a:t>Electric motors rotate at high speeds (up to thousands of rpm) and must be used with reduction gears to increase their torque and reduce their speed.</a:t>
            </a:r>
            <a:endParaRPr lang="en-GB" sz="2903" spc="-1" dirty="0">
              <a:latin typeface="Arial"/>
            </a:endParaRPr>
          </a:p>
          <a:p>
            <a:pPr marL="276469" indent="-275598">
              <a:lnSpc>
                <a:spcPct val="90000"/>
              </a:lnSpc>
              <a:spcAft>
                <a:spcPts val="1710"/>
              </a:spcAft>
              <a:buClr>
                <a:srgbClr val="000000"/>
              </a:buClr>
              <a:buSzPct val="45000"/>
              <a:buFont typeface="Wingdings" charset="2"/>
              <a:buChar char=""/>
            </a:pPr>
            <a:r>
              <a:rPr lang="en-GB" sz="2903" spc="-1" dirty="0">
                <a:latin typeface="Arial"/>
                <a:ea typeface="DejaVu Sans"/>
              </a:rPr>
              <a:t>This increases the resolution of the system allowing small angle rotations of the system to be achieved but also has several drawbacks:</a:t>
            </a:r>
            <a:endParaRPr lang="en-GB" sz="2903" spc="-1" dirty="0">
              <a:latin typeface="Arial"/>
            </a:endParaRPr>
          </a:p>
          <a:p>
            <a:pPr marL="829407" lvl="1" indent="-275598">
              <a:lnSpc>
                <a:spcPct val="90000"/>
              </a:lnSpc>
              <a:spcAft>
                <a:spcPts val="1710"/>
              </a:spcAft>
              <a:buClr>
                <a:srgbClr val="000000"/>
              </a:buClr>
              <a:buSzPct val="75000"/>
              <a:buFont typeface="Symbol"/>
              <a:buChar char=""/>
            </a:pPr>
            <a:r>
              <a:rPr lang="en-GB" sz="2903" spc="-1" dirty="0">
                <a:latin typeface="Arial"/>
                <a:ea typeface="DejaVu Sans"/>
              </a:rPr>
              <a:t>Increased cost and number of parts</a:t>
            </a:r>
            <a:endParaRPr lang="en-GB" sz="2903" spc="-1" dirty="0">
              <a:latin typeface="Arial"/>
            </a:endParaRPr>
          </a:p>
          <a:p>
            <a:pPr marL="829407" lvl="1" indent="-275598">
              <a:lnSpc>
                <a:spcPct val="90000"/>
              </a:lnSpc>
              <a:spcAft>
                <a:spcPts val="1710"/>
              </a:spcAft>
              <a:buClr>
                <a:srgbClr val="000000"/>
              </a:buClr>
              <a:buSzPct val="75000"/>
              <a:buFont typeface="Symbol"/>
              <a:buChar char=""/>
            </a:pPr>
            <a:r>
              <a:rPr lang="en-GB" sz="2903" spc="-1" dirty="0">
                <a:latin typeface="Arial"/>
                <a:ea typeface="DejaVu Sans"/>
              </a:rPr>
              <a:t>Decreased reliability due to more parts</a:t>
            </a:r>
            <a:endParaRPr lang="en-GB" sz="2903" spc="-1" dirty="0">
              <a:latin typeface="Arial"/>
            </a:endParaRPr>
          </a:p>
          <a:p>
            <a:pPr marL="829407" lvl="1" indent="-275598">
              <a:lnSpc>
                <a:spcPct val="90000"/>
              </a:lnSpc>
              <a:spcAft>
                <a:spcPts val="1710"/>
              </a:spcAft>
              <a:buClr>
                <a:srgbClr val="000000"/>
              </a:buClr>
              <a:buSzPct val="75000"/>
              <a:buFont typeface="Symbol"/>
              <a:buChar char=""/>
            </a:pPr>
            <a:r>
              <a:rPr lang="en-GB" sz="2903" spc="-1" dirty="0">
                <a:latin typeface="Arial"/>
                <a:ea typeface="DejaVu Sans"/>
              </a:rPr>
              <a:t>Increased weight and moments of inertia</a:t>
            </a:r>
            <a:endParaRPr lang="en-GB" sz="2903" spc="-1" dirty="0">
              <a:latin typeface="Arial"/>
            </a:endParaRPr>
          </a:p>
          <a:p>
            <a:pPr marL="829407" lvl="1" indent="-275598">
              <a:lnSpc>
                <a:spcPct val="90000"/>
              </a:lnSpc>
              <a:spcAft>
                <a:spcPts val="1710"/>
              </a:spcAft>
              <a:buClr>
                <a:srgbClr val="000000"/>
              </a:buClr>
              <a:buSzPct val="75000"/>
              <a:buFont typeface="Symbol"/>
              <a:buChar char=""/>
            </a:pPr>
            <a:r>
              <a:rPr lang="en-GB" sz="2903" spc="-1" dirty="0">
                <a:latin typeface="Arial"/>
                <a:ea typeface="DejaVu Sans"/>
              </a:rPr>
              <a:t>Increased risk of backlash: the striking back of connected wheels in a mechanism when pressure is applied</a:t>
            </a:r>
            <a:endParaRPr lang="en-GB" sz="2903"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stomShape 2"/>
          <p:cNvSpPr/>
          <p:nvPr/>
        </p:nvSpPr>
        <p:spPr>
          <a:xfrm>
            <a:off x="10983705" y="6299170"/>
            <a:ext cx="36790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384BC3A9-0624-48FB-BAF4-168CEA78FC01}" type="slidenum">
              <a:rPr lang="en-GB" sz="1451" spc="-1">
                <a:solidFill>
                  <a:srgbClr val="898989"/>
                </a:solidFill>
                <a:latin typeface="Calibri"/>
                <a:ea typeface="DejaVu Sans"/>
              </a:rPr>
              <a:t>4</a:t>
            </a:fld>
            <a:endParaRPr lang="en-GB" sz="1451" spc="-1">
              <a:solidFill>
                <a:srgbClr val="000000"/>
              </a:solidFill>
              <a:latin typeface="Arial"/>
            </a:endParaRPr>
          </a:p>
        </p:txBody>
      </p:sp>
      <p:pic>
        <p:nvPicPr>
          <p:cNvPr id="98" name="Picture 97"/>
          <p:cNvPicPr/>
          <p:nvPr/>
        </p:nvPicPr>
        <p:blipFill>
          <a:blip r:embed="rId3"/>
          <a:stretch/>
        </p:blipFill>
        <p:spPr>
          <a:xfrm>
            <a:off x="2819776" y="3265397"/>
            <a:ext cx="6551258" cy="3434763"/>
          </a:xfrm>
          <a:prstGeom prst="rect">
            <a:avLst/>
          </a:prstGeom>
          <a:ln w="0">
            <a:noFill/>
          </a:ln>
        </p:spPr>
      </p:pic>
      <p:sp>
        <p:nvSpPr>
          <p:cNvPr id="99"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dirty="0">
                <a:latin typeface="Arial"/>
                <a:ea typeface="DejaVu Sans"/>
              </a:rPr>
              <a:t>Reduction Gears</a:t>
            </a:r>
            <a:endParaRPr lang="en-GB" sz="5321" spc="-1" dirty="0">
              <a:latin typeface="Arial"/>
            </a:endParaRPr>
          </a:p>
        </p:txBody>
      </p:sp>
      <p:sp>
        <p:nvSpPr>
          <p:cNvPr id="100"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buClr>
                <a:srgbClr val="000000"/>
              </a:buClr>
              <a:buSzPct val="45000"/>
              <a:buFont typeface="Wingdings" charset="2"/>
              <a:buChar char=""/>
            </a:pPr>
            <a:r>
              <a:rPr lang="en-GB" sz="2903" spc="-1" dirty="0">
                <a:latin typeface="Arial"/>
                <a:ea typeface="DejaVu Sans"/>
              </a:rPr>
              <a:t>Suppose a load, with inertia I</a:t>
            </a:r>
            <a:r>
              <a:rPr lang="en-GB" sz="3348" spc="-1" baseline="-25000" dirty="0">
                <a:latin typeface="Arial"/>
                <a:ea typeface="DejaVu Sans"/>
              </a:rPr>
              <a:t>l</a:t>
            </a:r>
            <a:r>
              <a:rPr lang="en-GB" sz="2903" spc="-1" dirty="0">
                <a:latin typeface="Arial"/>
                <a:ea typeface="DejaVu Sans"/>
              </a:rPr>
              <a:t> , is connected via a set of reduction gears, with reduction ratio N, to a motor, with inertia </a:t>
            </a:r>
            <a:r>
              <a:rPr lang="en-GB" sz="2903" spc="-1" dirty="0" err="1">
                <a:latin typeface="Arial"/>
                <a:ea typeface="DejaVu Sans"/>
              </a:rPr>
              <a:t>I</a:t>
            </a:r>
            <a:r>
              <a:rPr lang="en-GB" sz="3348" spc="-1" baseline="-25000" dirty="0" err="1">
                <a:latin typeface="Arial"/>
                <a:ea typeface="DejaVu Sans"/>
              </a:rPr>
              <a:t>m</a:t>
            </a:r>
            <a:r>
              <a:rPr lang="en-GB" sz="2903" spc="-1" dirty="0">
                <a:latin typeface="Arial"/>
                <a:ea typeface="DejaVu Sans"/>
              </a:rPr>
              <a:t> (including the inertia of the reduction gears).</a:t>
            </a:r>
            <a:endParaRPr lang="en-GB" sz="2903"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2"/>
          <p:cNvSpPr/>
          <p:nvPr/>
        </p:nvSpPr>
        <p:spPr>
          <a:xfrm>
            <a:off x="10983705" y="6299170"/>
            <a:ext cx="36790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175B7966-0779-49E2-B950-F22E1756C51F}" type="slidenum">
              <a:rPr lang="en-GB" sz="1451" spc="-1">
                <a:solidFill>
                  <a:srgbClr val="898989"/>
                </a:solidFill>
                <a:latin typeface="Calibri"/>
                <a:ea typeface="DejaVu Sans"/>
              </a:rPr>
              <a:t>5</a:t>
            </a:fld>
            <a:endParaRPr lang="en-GB" sz="1451" spc="-1">
              <a:solidFill>
                <a:srgbClr val="000000"/>
              </a:solidFill>
              <a:latin typeface="Arial"/>
            </a:endParaRPr>
          </a:p>
        </p:txBody>
      </p:sp>
      <p:sp>
        <p:nvSpPr>
          <p:cNvPr id="103"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Reduction Gears</a:t>
            </a:r>
            <a:endParaRPr lang="en-GB" sz="5321" spc="-1">
              <a:solidFill>
                <a:srgbClr val="000000"/>
              </a:solidFill>
              <a:latin typeface="Arial"/>
            </a:endParaRPr>
          </a:p>
        </p:txBody>
      </p:sp>
      <p:sp>
        <p:nvSpPr>
          <p:cNvPr id="104"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buClr>
                <a:srgbClr val="000000"/>
              </a:buClr>
              <a:buSzPct val="45000"/>
              <a:buFont typeface="Wingdings" charset="2"/>
              <a:buChar char=""/>
            </a:pPr>
            <a:r>
              <a:rPr lang="en-GB" sz="3870" spc="-1">
                <a:solidFill>
                  <a:srgbClr val="2E461B"/>
                </a:solidFill>
                <a:latin typeface="Arial"/>
                <a:ea typeface="DejaVu Sans"/>
              </a:rPr>
              <a:t>The torque and speed ratio between the motor and load are:</a:t>
            </a:r>
            <a:endParaRPr lang="en-GB" sz="3870" spc="-1">
              <a:solidFill>
                <a:srgbClr val="000000"/>
              </a:solidFill>
              <a:latin typeface="Arial"/>
            </a:endParaRPr>
          </a:p>
        </p:txBody>
      </p:sp>
      <p:pic>
        <p:nvPicPr>
          <p:cNvPr id="105" name="Picture 104"/>
          <p:cNvPicPr/>
          <p:nvPr/>
        </p:nvPicPr>
        <p:blipFill>
          <a:blip r:embed="rId3"/>
          <a:stretch/>
        </p:blipFill>
        <p:spPr>
          <a:xfrm>
            <a:off x="4984952" y="2520016"/>
            <a:ext cx="2219600" cy="3817903"/>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stomShape 2"/>
          <p:cNvSpPr/>
          <p:nvPr/>
        </p:nvSpPr>
        <p:spPr>
          <a:xfrm>
            <a:off x="10983705" y="6299170"/>
            <a:ext cx="36790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F9B478F5-EB60-4CF8-BAAD-D047C5856B52}" type="slidenum">
              <a:rPr lang="en-GB" sz="1451" spc="-1">
                <a:solidFill>
                  <a:srgbClr val="898989"/>
                </a:solidFill>
                <a:latin typeface="Calibri"/>
                <a:ea typeface="DejaVu Sans"/>
              </a:rPr>
              <a:t>6</a:t>
            </a:fld>
            <a:endParaRPr lang="en-GB" sz="1451" spc="-1">
              <a:solidFill>
                <a:srgbClr val="000000"/>
              </a:solidFill>
              <a:latin typeface="Arial"/>
            </a:endParaRPr>
          </a:p>
        </p:txBody>
      </p:sp>
      <p:sp>
        <p:nvSpPr>
          <p:cNvPr id="108"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Reduction Gears</a:t>
            </a:r>
            <a:endParaRPr lang="en-GB" sz="5321" spc="-1">
              <a:solidFill>
                <a:srgbClr val="000000"/>
              </a:solidFill>
              <a:latin typeface="Arial"/>
            </a:endParaRPr>
          </a:p>
        </p:txBody>
      </p:sp>
      <p:sp>
        <p:nvSpPr>
          <p:cNvPr id="109"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buClr>
                <a:srgbClr val="000000"/>
              </a:buClr>
              <a:buSzPct val="45000"/>
              <a:buFont typeface="Wingdings" charset="2"/>
              <a:buChar char=""/>
            </a:pPr>
            <a:r>
              <a:rPr lang="en-GB" sz="2903" spc="-1" dirty="0">
                <a:solidFill>
                  <a:srgbClr val="2E461B"/>
                </a:solidFill>
                <a:latin typeface="Arial"/>
                <a:ea typeface="DejaVu Sans"/>
              </a:rPr>
              <a:t>Writing the force-balance equations for the system and substituting in the torque and speed ratio defined previously we obtain:</a:t>
            </a:r>
            <a:endParaRPr lang="en-GB" sz="2903" spc="-1" dirty="0">
              <a:solidFill>
                <a:srgbClr val="000000"/>
              </a:solidFill>
              <a:latin typeface="Arial"/>
            </a:endParaRPr>
          </a:p>
          <a:p>
            <a:pPr marL="829407" lvl="1" indent="-275598">
              <a:lnSpc>
                <a:spcPct val="90000"/>
              </a:lnSpc>
              <a:spcAft>
                <a:spcPts val="1710"/>
              </a:spcAft>
              <a:buClr>
                <a:srgbClr val="000000"/>
              </a:buClr>
              <a:buSzPct val="75000"/>
              <a:buFont typeface="Symbol"/>
              <a:buChar char=""/>
            </a:pPr>
            <a:r>
              <a:rPr lang="en-GB" sz="2903" spc="-1" dirty="0">
                <a:solidFill>
                  <a:srgbClr val="2E461B"/>
                </a:solidFill>
                <a:latin typeface="Arial"/>
                <a:ea typeface="DejaVu Sans"/>
              </a:rPr>
              <a:t>Torque acting on motor shaft:</a:t>
            </a:r>
            <a:endParaRPr lang="en-GB" sz="2903" spc="-1" dirty="0">
              <a:solidFill>
                <a:srgbClr val="000000"/>
              </a:solidFill>
              <a:latin typeface="Arial"/>
            </a:endParaRPr>
          </a:p>
          <a:p>
            <a:pPr marL="871">
              <a:lnSpc>
                <a:spcPct val="90000"/>
              </a:lnSpc>
              <a:spcAft>
                <a:spcPts val="1710"/>
              </a:spcAft>
              <a:buClr>
                <a:srgbClr val="000000"/>
              </a:buClr>
              <a:buSzPct val="45000"/>
            </a:pPr>
            <a:r>
              <a:rPr lang="en-GB" sz="2903" spc="-1" dirty="0">
                <a:solidFill>
                  <a:srgbClr val="2E461B"/>
                </a:solidFill>
                <a:latin typeface="Arial"/>
                <a:ea typeface="DejaVu Sans"/>
              </a:rPr>
              <a:t> </a:t>
            </a:r>
            <a:endParaRPr lang="en-GB" sz="2903" spc="-1" dirty="0">
              <a:solidFill>
                <a:srgbClr val="000000"/>
              </a:solidFill>
              <a:latin typeface="Arial"/>
            </a:endParaRPr>
          </a:p>
          <a:p>
            <a:pPr marL="871">
              <a:lnSpc>
                <a:spcPct val="90000"/>
              </a:lnSpc>
              <a:spcAft>
                <a:spcPts val="1710"/>
              </a:spcAft>
              <a:buClr>
                <a:srgbClr val="000000"/>
              </a:buClr>
              <a:buSzPct val="45000"/>
            </a:pPr>
            <a:r>
              <a:rPr lang="en-GB" sz="2903" spc="-1" dirty="0">
                <a:solidFill>
                  <a:srgbClr val="2E461B"/>
                </a:solidFill>
                <a:latin typeface="Arial"/>
                <a:ea typeface="DejaVu Sans"/>
              </a:rPr>
              <a:t> </a:t>
            </a:r>
            <a:endParaRPr lang="en-GB" sz="2903" spc="-1" dirty="0">
              <a:solidFill>
                <a:srgbClr val="000000"/>
              </a:solidFill>
              <a:latin typeface="Arial"/>
            </a:endParaRPr>
          </a:p>
          <a:p>
            <a:pPr marL="829407" lvl="1" indent="-275598">
              <a:lnSpc>
                <a:spcPct val="90000"/>
              </a:lnSpc>
              <a:spcAft>
                <a:spcPts val="1710"/>
              </a:spcAft>
              <a:buClr>
                <a:srgbClr val="000000"/>
              </a:buClr>
              <a:buSzPct val="75000"/>
              <a:buFont typeface="Symbol"/>
              <a:buChar char=""/>
            </a:pPr>
            <a:r>
              <a:rPr lang="en-GB" sz="2903" spc="-1" dirty="0">
                <a:solidFill>
                  <a:srgbClr val="2E461B"/>
                </a:solidFill>
                <a:latin typeface="Arial"/>
                <a:ea typeface="DejaVu Sans"/>
              </a:rPr>
              <a:t>Torque acting on load:</a:t>
            </a:r>
            <a:endParaRPr lang="en-GB" sz="2903" spc="-1" dirty="0">
              <a:solidFill>
                <a:srgbClr val="000000"/>
              </a:solidFill>
              <a:latin typeface="Arial"/>
            </a:endParaRPr>
          </a:p>
        </p:txBody>
      </p:sp>
      <p:pic>
        <p:nvPicPr>
          <p:cNvPr id="110" name="Picture 109"/>
          <p:cNvPicPr/>
          <p:nvPr/>
        </p:nvPicPr>
        <p:blipFill>
          <a:blip r:embed="rId3"/>
          <a:stretch/>
        </p:blipFill>
        <p:spPr>
          <a:xfrm>
            <a:off x="2706575" y="3918477"/>
            <a:ext cx="3387741" cy="1064084"/>
          </a:xfrm>
          <a:prstGeom prst="rect">
            <a:avLst/>
          </a:prstGeom>
          <a:ln w="0">
            <a:noFill/>
          </a:ln>
        </p:spPr>
      </p:pic>
      <p:pic>
        <p:nvPicPr>
          <p:cNvPr id="111" name="Picture 110"/>
          <p:cNvPicPr/>
          <p:nvPr/>
        </p:nvPicPr>
        <p:blipFill>
          <a:blip r:embed="rId4"/>
          <a:stretch/>
        </p:blipFill>
        <p:spPr>
          <a:xfrm>
            <a:off x="3584750" y="5660022"/>
            <a:ext cx="2727260" cy="899508"/>
          </a:xfrm>
          <a:prstGeom prst="rect">
            <a:avLst/>
          </a:prstGeom>
          <a:ln w="0">
            <a:noFill/>
          </a:ln>
        </p:spPr>
      </p:pic>
      <p:pic>
        <p:nvPicPr>
          <p:cNvPr id="112" name="Picture 111"/>
          <p:cNvPicPr/>
          <p:nvPr/>
        </p:nvPicPr>
        <p:blipFill>
          <a:blip r:embed="rId5"/>
          <a:stretch/>
        </p:blipFill>
        <p:spPr>
          <a:xfrm>
            <a:off x="7086562" y="2735968"/>
            <a:ext cx="2631475" cy="3526194"/>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2"/>
          <p:cNvSpPr/>
          <p:nvPr/>
        </p:nvSpPr>
        <p:spPr>
          <a:xfrm>
            <a:off x="10983705" y="6299170"/>
            <a:ext cx="36790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0B2DDA57-7249-4C5F-BBEE-31EB3C3B7DCA}" type="slidenum">
              <a:rPr lang="en-GB" sz="1451" spc="-1">
                <a:solidFill>
                  <a:srgbClr val="898989"/>
                </a:solidFill>
                <a:latin typeface="Calibri"/>
                <a:ea typeface="DejaVu Sans"/>
              </a:rPr>
              <a:t>7</a:t>
            </a:fld>
            <a:endParaRPr lang="en-GB" sz="1451" spc="-1">
              <a:solidFill>
                <a:srgbClr val="000000"/>
              </a:solidFill>
              <a:latin typeface="Arial"/>
            </a:endParaRPr>
          </a:p>
        </p:txBody>
      </p:sp>
      <p:sp>
        <p:nvSpPr>
          <p:cNvPr id="115"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Reduction Gears</a:t>
            </a:r>
            <a:endParaRPr lang="en-GB" sz="5321" spc="-1">
              <a:solidFill>
                <a:srgbClr val="000000"/>
              </a:solidFill>
              <a:latin typeface="Arial"/>
            </a:endParaRPr>
          </a:p>
        </p:txBody>
      </p:sp>
      <p:sp>
        <p:nvSpPr>
          <p:cNvPr id="116"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buClr>
                <a:srgbClr val="000000"/>
              </a:buClr>
              <a:buSzPct val="45000"/>
              <a:buFont typeface="Wingdings" charset="2"/>
              <a:buChar char=""/>
            </a:pPr>
            <a:r>
              <a:rPr lang="en-GB" sz="2661" spc="-1" dirty="0">
                <a:solidFill>
                  <a:srgbClr val="2E461B"/>
                </a:solidFill>
                <a:latin typeface="Arial"/>
                <a:ea typeface="DejaVu Sans"/>
              </a:rPr>
              <a:t>Where b</a:t>
            </a:r>
            <a:r>
              <a:rPr lang="en-GB" sz="3071" spc="-1" baseline="-33000" dirty="0">
                <a:solidFill>
                  <a:srgbClr val="2E461B"/>
                </a:solidFill>
                <a:latin typeface="Arial"/>
                <a:ea typeface="DejaVu Sans"/>
              </a:rPr>
              <a:t>m</a:t>
            </a:r>
            <a:r>
              <a:rPr lang="en-GB" sz="2661" spc="-1" dirty="0">
                <a:solidFill>
                  <a:srgbClr val="2E461B"/>
                </a:solidFill>
                <a:latin typeface="Arial"/>
                <a:ea typeface="DejaVu Sans"/>
              </a:rPr>
              <a:t> and b</a:t>
            </a:r>
            <a:r>
              <a:rPr lang="en-GB" sz="3071" spc="-1" baseline="-33000" dirty="0">
                <a:solidFill>
                  <a:srgbClr val="2E461B"/>
                </a:solidFill>
                <a:latin typeface="Arial"/>
                <a:ea typeface="DejaVu Sans"/>
              </a:rPr>
              <a:t>l</a:t>
            </a:r>
            <a:r>
              <a:rPr lang="en-GB" sz="2661" spc="-1" dirty="0">
                <a:solidFill>
                  <a:srgbClr val="2E461B"/>
                </a:solidFill>
                <a:latin typeface="Arial"/>
                <a:ea typeface="DejaVu Sans"/>
              </a:rPr>
              <a:t> are viscous coefficients of friction for the motor and the load.</a:t>
            </a:r>
            <a:endParaRPr lang="en-GB" sz="2661"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661" spc="-1" dirty="0">
                <a:solidFill>
                  <a:srgbClr val="2E461B"/>
                </a:solidFill>
                <a:latin typeface="Arial"/>
                <a:ea typeface="DejaVu Sans"/>
              </a:rPr>
              <a:t>The motor torque can be re-written:</a:t>
            </a:r>
            <a:endParaRPr lang="en-GB" sz="2661" spc="-1" dirty="0">
              <a:solidFill>
                <a:srgbClr val="000000"/>
              </a:solidFill>
              <a:latin typeface="Arial"/>
            </a:endParaRPr>
          </a:p>
          <a:p>
            <a:pPr marL="871">
              <a:lnSpc>
                <a:spcPct val="90000"/>
              </a:lnSpc>
              <a:spcAft>
                <a:spcPts val="1710"/>
              </a:spcAft>
              <a:buClr>
                <a:srgbClr val="000000"/>
              </a:buClr>
              <a:buSzPct val="45000"/>
            </a:pPr>
            <a:r>
              <a:rPr lang="en-GB" sz="2661" spc="-1" dirty="0">
                <a:solidFill>
                  <a:srgbClr val="000000"/>
                </a:solidFill>
                <a:latin typeface="Arial"/>
                <a:ea typeface="DejaVu Sans"/>
              </a:rPr>
              <a:t> </a:t>
            </a:r>
            <a:endParaRPr lang="en-GB" sz="2661" spc="-1" dirty="0">
              <a:solidFill>
                <a:srgbClr val="000000"/>
              </a:solidFill>
              <a:latin typeface="Arial"/>
            </a:endParaRPr>
          </a:p>
          <a:p>
            <a:pPr marL="871">
              <a:lnSpc>
                <a:spcPct val="90000"/>
              </a:lnSpc>
              <a:spcAft>
                <a:spcPts val="1710"/>
              </a:spcAft>
              <a:buClr>
                <a:srgbClr val="000000"/>
              </a:buClr>
              <a:buSzPct val="45000"/>
            </a:pPr>
            <a:r>
              <a:rPr lang="en-GB" sz="2661" spc="-1" dirty="0">
                <a:solidFill>
                  <a:srgbClr val="000000"/>
                </a:solidFill>
                <a:latin typeface="Arial"/>
                <a:ea typeface="DejaVu Sans"/>
              </a:rPr>
              <a:t> </a:t>
            </a:r>
            <a:endParaRPr lang="en-GB" sz="2661"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661" spc="-1" dirty="0">
                <a:solidFill>
                  <a:srgbClr val="2E461B"/>
                </a:solidFill>
                <a:latin typeface="Arial"/>
                <a:ea typeface="DejaVu Sans"/>
              </a:rPr>
              <a:t>From this it can be seen that the effective inertia of the load as felt by the motor is inversely proportional to the square of the reduction gear ratio:</a:t>
            </a:r>
            <a:endParaRPr lang="en-GB" sz="2661" spc="-1" dirty="0">
              <a:solidFill>
                <a:srgbClr val="000000"/>
              </a:solidFill>
              <a:latin typeface="Arial"/>
            </a:endParaRPr>
          </a:p>
        </p:txBody>
      </p:sp>
      <p:pic>
        <p:nvPicPr>
          <p:cNvPr id="117" name="Picture 116"/>
          <p:cNvPicPr/>
          <p:nvPr/>
        </p:nvPicPr>
        <p:blipFill>
          <a:blip r:embed="rId3"/>
          <a:stretch/>
        </p:blipFill>
        <p:spPr>
          <a:xfrm>
            <a:off x="1533209" y="3331576"/>
            <a:ext cx="9124827" cy="1089772"/>
          </a:xfrm>
          <a:prstGeom prst="rect">
            <a:avLst/>
          </a:prstGeom>
          <a:ln w="0">
            <a:noFill/>
          </a:ln>
        </p:spPr>
      </p:pic>
      <p:pic>
        <p:nvPicPr>
          <p:cNvPr id="118" name="Picture 117"/>
          <p:cNvPicPr/>
          <p:nvPr/>
        </p:nvPicPr>
        <p:blipFill>
          <a:blip r:embed="rId4"/>
          <a:stretch/>
        </p:blipFill>
        <p:spPr>
          <a:xfrm>
            <a:off x="3259516" y="5660022"/>
            <a:ext cx="5672213" cy="1140712"/>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2"/>
          <p:cNvSpPr/>
          <p:nvPr/>
        </p:nvSpPr>
        <p:spPr>
          <a:xfrm>
            <a:off x="10983705" y="6299170"/>
            <a:ext cx="36790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CF72CD85-6850-4416-BA6C-DCC96334D5EB}" type="slidenum">
              <a:rPr lang="en-GB" sz="1451" spc="-1">
                <a:solidFill>
                  <a:srgbClr val="898989"/>
                </a:solidFill>
                <a:latin typeface="Calibri"/>
                <a:ea typeface="DejaVu Sans"/>
              </a:rPr>
              <a:t>8</a:t>
            </a:fld>
            <a:endParaRPr lang="en-GB" sz="1451" spc="-1">
              <a:solidFill>
                <a:srgbClr val="000000"/>
              </a:solidFill>
              <a:latin typeface="Arial"/>
            </a:endParaRPr>
          </a:p>
        </p:txBody>
      </p:sp>
      <p:sp>
        <p:nvSpPr>
          <p:cNvPr id="121"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Reduction Gears</a:t>
            </a:r>
            <a:endParaRPr lang="en-GB" sz="5321" spc="-1">
              <a:solidFill>
                <a:srgbClr val="000000"/>
              </a:solidFill>
              <a:latin typeface="Arial"/>
            </a:endParaRPr>
          </a:p>
        </p:txBody>
      </p:sp>
      <p:sp>
        <p:nvSpPr>
          <p:cNvPr id="122"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7000"/>
          </a:bodyPr>
          <a:lstStyle/>
          <a:p>
            <a:pPr marL="276469" indent="-275598">
              <a:lnSpc>
                <a:spcPct val="90000"/>
              </a:lnSpc>
              <a:spcAft>
                <a:spcPts val="1710"/>
              </a:spcAft>
              <a:buClr>
                <a:srgbClr val="000000"/>
              </a:buClr>
              <a:buSzPct val="45000"/>
              <a:buFont typeface="Wingdings" charset="2"/>
              <a:buChar char=""/>
            </a:pPr>
            <a:r>
              <a:rPr lang="en-GB" sz="2419" spc="-1">
                <a:solidFill>
                  <a:srgbClr val="2E461B"/>
                </a:solidFill>
                <a:latin typeface="Arial"/>
                <a:ea typeface="DejaVu Sans"/>
              </a:rPr>
              <a:t>The motor only feels a fraction of the actual inertia of the load which in the case of a robot constitutes both the manipulator and the load it carries.</a:t>
            </a:r>
            <a:endParaRPr lang="en-GB" sz="2419" spc="-1">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a:solidFill>
                  <a:srgbClr val="2E461B"/>
                </a:solidFill>
                <a:latin typeface="Arial"/>
                <a:ea typeface="DejaVu Sans"/>
              </a:rPr>
              <a:t>Reduction ratios of 20-100 are common in manipulator robots so that the actual inertia applied to the motor from the load may 1/400 th to 1/10,000 th of the actual inertia.</a:t>
            </a:r>
            <a:endParaRPr lang="en-GB" sz="2419" spc="-1">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a:solidFill>
                  <a:srgbClr val="2E461B"/>
                </a:solidFill>
                <a:latin typeface="Arial"/>
                <a:ea typeface="DejaVu Sans"/>
              </a:rPr>
              <a:t>This allows robots to both accelerate and decelerate quickly and with high gear ratios the inertial effects of the load can be ignored by the robot’s control system.</a:t>
            </a:r>
            <a:endParaRPr lang="en-GB" sz="2419" spc="-1">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a:solidFill>
                  <a:srgbClr val="2E461B"/>
                </a:solidFill>
                <a:latin typeface="Arial"/>
                <a:ea typeface="DejaVu Sans"/>
              </a:rPr>
              <a:t>In both hydraulic and electric direct drive systems (where non reduction gearing is required) the actuators are exposed to full inertial loads.</a:t>
            </a:r>
            <a:endParaRPr lang="en-GB" sz="2419" spc="-1">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a:solidFill>
                  <a:srgbClr val="2E461B"/>
                </a:solidFill>
                <a:latin typeface="Arial"/>
                <a:ea typeface="DejaVu Sans"/>
              </a:rPr>
              <a:t>However, the opposite is also true that the effect of the inertia of the motor on the load is also 400-10,000 larger and to reduce this effect designers use long slender rotors or pancake motors.</a:t>
            </a:r>
            <a:endParaRPr lang="en-GB" sz="2419"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1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nodeType="clickEffect">
                                  <p:stCondLst>
                                    <p:cond delay="0"/>
                                  </p:stCondLst>
                                  <p:childTnLst>
                                    <p:set>
                                      <p:cBhvr>
                                        <p:cTn id="14" dur="1" fill="hold">
                                          <p:stCondLst>
                                            <p:cond delay="0"/>
                                          </p:stCondLst>
                                        </p:cTn>
                                        <p:tgtEl>
                                          <p:spTgt spid="1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nodeType="clickEffect">
                                  <p:stCondLst>
                                    <p:cond delay="0"/>
                                  </p:stCondLst>
                                  <p:childTnLst>
                                    <p:set>
                                      <p:cBhvr>
                                        <p:cTn id="18" dur="1" fill="hold">
                                          <p:stCondLst>
                                            <p:cond delay="0"/>
                                          </p:stCondLst>
                                        </p:cTn>
                                        <p:tgtEl>
                                          <p:spTgt spid="1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nodeType="clickEffect">
                                  <p:stCondLst>
                                    <p:cond delay="0"/>
                                  </p:stCondLst>
                                  <p:childTnLst>
                                    <p:set>
                                      <p:cBhvr>
                                        <p:cTn id="22" dur="1" fill="hold">
                                          <p:stCondLst>
                                            <p:cond delay="0"/>
                                          </p:stCondLst>
                                        </p:cTn>
                                        <p:tgtEl>
                                          <p:spTgt spid="12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stomShape 2"/>
          <p:cNvSpPr/>
          <p:nvPr/>
        </p:nvSpPr>
        <p:spPr>
          <a:xfrm>
            <a:off x="10983705" y="6299170"/>
            <a:ext cx="36790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68386C94-D853-4A2F-80AD-5F1E408A98B8}" type="slidenum">
              <a:rPr lang="en-GB" sz="1451" spc="-1">
                <a:solidFill>
                  <a:srgbClr val="898989"/>
                </a:solidFill>
                <a:latin typeface="Calibri"/>
                <a:ea typeface="DejaVu Sans"/>
              </a:rPr>
              <a:t>9</a:t>
            </a:fld>
            <a:endParaRPr lang="en-GB" sz="1451" spc="-1">
              <a:solidFill>
                <a:srgbClr val="000000"/>
              </a:solidFill>
              <a:latin typeface="Arial"/>
            </a:endParaRPr>
          </a:p>
        </p:txBody>
      </p:sp>
      <p:sp>
        <p:nvSpPr>
          <p:cNvPr id="125"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Reduction Gear Example</a:t>
            </a:r>
            <a:endParaRPr lang="en-GB" sz="5321" spc="-1">
              <a:solidFill>
                <a:srgbClr val="000000"/>
              </a:solidFill>
              <a:latin typeface="Arial"/>
            </a:endParaRPr>
          </a:p>
        </p:txBody>
      </p:sp>
      <p:sp>
        <p:nvSpPr>
          <p:cNvPr id="126"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tabLst>
                <a:tab pos="0" algn="l"/>
              </a:tabLst>
            </a:pPr>
            <a:r>
              <a:rPr lang="en-GB" sz="2177" spc="-1">
                <a:solidFill>
                  <a:srgbClr val="2E461B"/>
                </a:solidFill>
                <a:latin typeface="Arial"/>
                <a:ea typeface="DejaVu Sans"/>
              </a:rPr>
              <a:t>A motor with inertia 0.015Kgm 2 and maximum torque of 8Nm is connected to a uniformly distributed arm of length 0.5m and mass 3kg with a concentrated mass of 2kg on its end. Ignoring the inertia of a pair of reduction gears and the viscous friction in the system, calculate the total moment of inertia felt by the motor and the maximum angular acceleration it can develop if the gear ratio is: a) 3 b) 30</a:t>
            </a:r>
            <a:endParaRPr lang="en-GB" sz="2177" spc="-1">
              <a:solidFill>
                <a:srgbClr val="000000"/>
              </a:solidFill>
              <a:latin typeface="Arial"/>
            </a:endParaRPr>
          </a:p>
        </p:txBody>
      </p:sp>
      <p:pic>
        <p:nvPicPr>
          <p:cNvPr id="127" name="Picture 126"/>
          <p:cNvPicPr/>
          <p:nvPr/>
        </p:nvPicPr>
        <p:blipFill>
          <a:blip r:embed="rId3"/>
          <a:stretch/>
        </p:blipFill>
        <p:spPr>
          <a:xfrm>
            <a:off x="3756292" y="3644619"/>
            <a:ext cx="4678226" cy="3102563"/>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ustomShape 2"/>
          <p:cNvSpPr/>
          <p:nvPr/>
        </p:nvSpPr>
        <p:spPr>
          <a:xfrm>
            <a:off x="10869283" y="6366294"/>
            <a:ext cx="482323" cy="295988"/>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7E337FB0-2FB9-4ADC-B2AE-E175C25A01E7}" type="slidenum">
              <a:rPr lang="en-GB" sz="1451" spc="-1">
                <a:solidFill>
                  <a:srgbClr val="898989"/>
                </a:solidFill>
                <a:latin typeface="Calibri"/>
                <a:ea typeface="DejaVu Sans"/>
              </a:rPr>
              <a:t>10</a:t>
            </a:fld>
            <a:endParaRPr lang="en-GB" sz="1451" spc="-1">
              <a:solidFill>
                <a:srgbClr val="000000"/>
              </a:solidFill>
              <a:latin typeface="Arial"/>
            </a:endParaRPr>
          </a:p>
        </p:txBody>
      </p:sp>
      <p:sp>
        <p:nvSpPr>
          <p:cNvPr id="130"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354" b="1" spc="-1">
                <a:solidFill>
                  <a:srgbClr val="2E461B"/>
                </a:solidFill>
                <a:latin typeface="Arial"/>
                <a:ea typeface="DejaVu Sans"/>
              </a:rPr>
              <a:t>Reduction Gear Example Solution</a:t>
            </a:r>
            <a:endParaRPr lang="en-GB" sz="4354" spc="-1">
              <a:solidFill>
                <a:srgbClr val="000000"/>
              </a:solidFill>
              <a:latin typeface="Arial"/>
            </a:endParaRPr>
          </a:p>
        </p:txBody>
      </p:sp>
      <p:sp>
        <p:nvSpPr>
          <p:cNvPr id="131"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buClr>
                <a:srgbClr val="000000"/>
              </a:buClr>
              <a:buSzPct val="45000"/>
              <a:buFont typeface="Wingdings" charset="2"/>
              <a:buChar char=""/>
            </a:pPr>
            <a:r>
              <a:rPr lang="en-GB" sz="2903" spc="-1">
                <a:solidFill>
                  <a:srgbClr val="2E461B"/>
                </a:solidFill>
                <a:latin typeface="Arial"/>
                <a:ea typeface="DejaVu Sans"/>
              </a:rPr>
              <a:t>The total moment of inertia of the arm and the concentrated mass at the centre of rotation is:</a:t>
            </a:r>
            <a:endParaRPr lang="en-GB" sz="2903" spc="-1">
              <a:solidFill>
                <a:srgbClr val="000000"/>
              </a:solidFill>
              <a:latin typeface="Arial"/>
            </a:endParaRPr>
          </a:p>
        </p:txBody>
      </p:sp>
      <p:pic>
        <p:nvPicPr>
          <p:cNvPr id="132" name="Picture 131"/>
          <p:cNvPicPr/>
          <p:nvPr/>
        </p:nvPicPr>
        <p:blipFill>
          <a:blip r:embed="rId3"/>
          <a:stretch/>
        </p:blipFill>
        <p:spPr>
          <a:xfrm>
            <a:off x="1811857" y="3025064"/>
            <a:ext cx="8566226" cy="759749"/>
          </a:xfrm>
          <a:prstGeom prst="rect">
            <a:avLst/>
          </a:prstGeom>
          <a:ln w="0">
            <a:noFill/>
          </a:ln>
        </p:spPr>
      </p:pic>
      <p:pic>
        <p:nvPicPr>
          <p:cNvPr id="133" name="Picture 132"/>
          <p:cNvPicPr/>
          <p:nvPr/>
        </p:nvPicPr>
        <p:blipFill>
          <a:blip r:embed="rId4"/>
          <a:stretch/>
        </p:blipFill>
        <p:spPr>
          <a:xfrm>
            <a:off x="1913302" y="4520616"/>
            <a:ext cx="8363336" cy="1165965"/>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ustomShape 2"/>
          <p:cNvSpPr/>
          <p:nvPr/>
        </p:nvSpPr>
        <p:spPr>
          <a:xfrm>
            <a:off x="10938295" y="6349042"/>
            <a:ext cx="413312" cy="313240"/>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CA11CC54-70A5-4502-BF51-65B4EBD76308}" type="slidenum">
              <a:rPr lang="en-GB" sz="1451" spc="-1">
                <a:solidFill>
                  <a:srgbClr val="898989"/>
                </a:solidFill>
                <a:latin typeface="Calibri"/>
                <a:ea typeface="DejaVu Sans"/>
              </a:rPr>
              <a:t>11</a:t>
            </a:fld>
            <a:endParaRPr lang="en-GB" sz="1451" spc="-1" dirty="0">
              <a:solidFill>
                <a:srgbClr val="000000"/>
              </a:solidFill>
              <a:latin typeface="Arial"/>
            </a:endParaRPr>
          </a:p>
        </p:txBody>
      </p:sp>
      <p:sp>
        <p:nvSpPr>
          <p:cNvPr id="136"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354" b="1" spc="-1">
                <a:solidFill>
                  <a:srgbClr val="2E461B"/>
                </a:solidFill>
                <a:latin typeface="Arial"/>
                <a:ea typeface="DejaVu Sans"/>
              </a:rPr>
              <a:t>Reduction Gear Example Solution</a:t>
            </a:r>
            <a:endParaRPr lang="en-GB" sz="4354" spc="-1">
              <a:solidFill>
                <a:srgbClr val="000000"/>
              </a:solidFill>
              <a:latin typeface="Arial"/>
            </a:endParaRPr>
          </a:p>
        </p:txBody>
      </p:sp>
      <p:sp>
        <p:nvSpPr>
          <p:cNvPr id="137"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t">
            <a:noAutofit/>
          </a:bodyPr>
          <a:lstStyle/>
          <a:p>
            <a:pPr>
              <a:lnSpc>
                <a:spcPct val="100000"/>
              </a:lnSpc>
            </a:pPr>
            <a:endParaRPr lang="en-GB" sz="2177" spc="-1">
              <a:solidFill>
                <a:srgbClr val="000000"/>
              </a:solidFill>
              <a:latin typeface="Arial"/>
              <a:ea typeface="DejaVu Sans"/>
            </a:endParaRPr>
          </a:p>
        </p:txBody>
      </p:sp>
      <p:pic>
        <p:nvPicPr>
          <p:cNvPr id="138" name="Picture 137"/>
          <p:cNvPicPr/>
          <p:nvPr/>
        </p:nvPicPr>
        <p:blipFill>
          <a:blip r:embed="rId3"/>
          <a:stretch/>
        </p:blipFill>
        <p:spPr>
          <a:xfrm>
            <a:off x="1938554" y="1825575"/>
            <a:ext cx="8312396" cy="4033854"/>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2"/>
          <p:cNvSpPr/>
          <p:nvPr/>
        </p:nvSpPr>
        <p:spPr>
          <a:xfrm>
            <a:off x="10834777" y="6223847"/>
            <a:ext cx="516829" cy="438435"/>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5F0D973B-9F0B-492C-A643-1CF4C84B201A}" type="slidenum">
              <a:rPr lang="en-GB" sz="1451" spc="-1">
                <a:solidFill>
                  <a:srgbClr val="898989"/>
                </a:solidFill>
                <a:latin typeface="Calibri"/>
                <a:ea typeface="DejaVu Sans"/>
              </a:rPr>
              <a:t>12</a:t>
            </a:fld>
            <a:endParaRPr lang="en-GB" sz="1451" spc="-1" dirty="0">
              <a:solidFill>
                <a:srgbClr val="000000"/>
              </a:solidFill>
              <a:latin typeface="Arial"/>
            </a:endParaRPr>
          </a:p>
        </p:txBody>
      </p:sp>
      <p:sp>
        <p:nvSpPr>
          <p:cNvPr id="141"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354" b="1" spc="-1">
                <a:solidFill>
                  <a:srgbClr val="2E461B"/>
                </a:solidFill>
                <a:latin typeface="Arial"/>
                <a:ea typeface="DejaVu Sans"/>
              </a:rPr>
              <a:t>Rotational to Translational Motion</a:t>
            </a:r>
            <a:endParaRPr lang="en-GB" sz="4354" spc="-1">
              <a:solidFill>
                <a:srgbClr val="000000"/>
              </a:solidFill>
              <a:latin typeface="Arial"/>
            </a:endParaRPr>
          </a:p>
        </p:txBody>
      </p:sp>
      <p:sp>
        <p:nvSpPr>
          <p:cNvPr id="142"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0500" lnSpcReduction="20000"/>
          </a:bodyPr>
          <a:lstStyle/>
          <a:p>
            <a:pPr marL="276469" indent="-275598">
              <a:lnSpc>
                <a:spcPct val="90000"/>
              </a:lnSpc>
              <a:spcAft>
                <a:spcPts val="1710"/>
              </a:spcAft>
              <a:buClr>
                <a:srgbClr val="000000"/>
              </a:buClr>
              <a:buSzPct val="45000"/>
              <a:buFont typeface="Wingdings" charset="2"/>
              <a:buChar char=""/>
            </a:pPr>
            <a:r>
              <a:rPr lang="en-GB" sz="3386" spc="-1">
                <a:solidFill>
                  <a:srgbClr val="2E461B"/>
                </a:solidFill>
                <a:latin typeface="Arial"/>
                <a:ea typeface="DejaVu Sans"/>
              </a:rPr>
              <a:t>Rack and pinions are another form of gear and essentially two intermeshed gears with one being a circle of theoretically infinite radius. They are used to transform rotary motion to linear motion.</a:t>
            </a:r>
            <a:endParaRPr lang="en-GB" sz="3386" spc="-1">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3386" spc="-1">
                <a:solidFill>
                  <a:srgbClr val="2E461B"/>
                </a:solidFill>
                <a:latin typeface="Arial"/>
                <a:ea typeface="DejaVu Sans"/>
              </a:rPr>
              <a:t>Another method of achieving this is to use a screw and nut system where the nut is rotated using a motor and moves along the stationary screw attached to the part to be driven. This is termed a </a:t>
            </a:r>
            <a:r>
              <a:rPr lang="en-GB" sz="3386" b="1" i="1" spc="-1">
                <a:solidFill>
                  <a:srgbClr val="2E461B"/>
                </a:solidFill>
                <a:latin typeface="Arial"/>
                <a:ea typeface="DejaVu Sans"/>
              </a:rPr>
              <a:t>Lead Screw</a:t>
            </a:r>
            <a:r>
              <a:rPr lang="en-GB" sz="3386" spc="-1">
                <a:solidFill>
                  <a:srgbClr val="2E461B"/>
                </a:solidFill>
                <a:latin typeface="Arial"/>
                <a:ea typeface="DejaVu Sans"/>
              </a:rPr>
              <a:t>.</a:t>
            </a:r>
            <a:endParaRPr lang="en-GB" sz="3386" spc="-1">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3386" spc="-1">
                <a:solidFill>
                  <a:srgbClr val="2E461B"/>
                </a:solidFill>
                <a:latin typeface="Arial"/>
                <a:ea typeface="DejaVu Sans"/>
              </a:rPr>
              <a:t>Issues with this configuration are due to high friction forces which can be overcome by using ball bearings in the thread of the nut and this is called a </a:t>
            </a:r>
            <a:r>
              <a:rPr lang="en-GB" sz="3386" b="1" i="1" spc="-1">
                <a:solidFill>
                  <a:srgbClr val="2E461B"/>
                </a:solidFill>
                <a:latin typeface="Arial"/>
                <a:ea typeface="DejaVu Sans"/>
              </a:rPr>
              <a:t>Ball Screw</a:t>
            </a:r>
            <a:r>
              <a:rPr lang="en-GB" sz="3386" spc="-1">
                <a:solidFill>
                  <a:srgbClr val="2E461B"/>
                </a:solidFill>
                <a:latin typeface="Arial"/>
                <a:ea typeface="DejaVu Sans"/>
              </a:rPr>
              <a:t>.</a:t>
            </a:r>
            <a:endParaRPr lang="en-GB" sz="3386"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nodeType="clickEffect">
                                  <p:stCondLst>
                                    <p:cond delay="0"/>
                                  </p:stCondLst>
                                  <p:childTnLst>
                                    <p:set>
                                      <p:cBhvr>
                                        <p:cTn id="14"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2"/>
          <p:cNvSpPr/>
          <p:nvPr/>
        </p:nvSpPr>
        <p:spPr>
          <a:xfrm>
            <a:off x="10921043" y="6331788"/>
            <a:ext cx="430564" cy="330493"/>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4DF7CE0A-6075-4C4D-AB2B-5305736C2E63}" type="slidenum">
              <a:rPr lang="en-GB" sz="1451" spc="-1">
                <a:solidFill>
                  <a:srgbClr val="898989"/>
                </a:solidFill>
                <a:latin typeface="Calibri"/>
                <a:ea typeface="DejaVu Sans"/>
              </a:rPr>
              <a:t>13</a:t>
            </a:fld>
            <a:endParaRPr lang="en-GB" sz="1451" spc="-1" dirty="0">
              <a:solidFill>
                <a:srgbClr val="000000"/>
              </a:solidFill>
              <a:latin typeface="Arial"/>
            </a:endParaRPr>
          </a:p>
        </p:txBody>
      </p:sp>
      <p:sp>
        <p:nvSpPr>
          <p:cNvPr id="145"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Rack and Pinion</a:t>
            </a:r>
            <a:endParaRPr lang="en-GB" sz="5321" spc="-1">
              <a:solidFill>
                <a:srgbClr val="000000"/>
              </a:solidFill>
              <a:latin typeface="Arial"/>
            </a:endParaRPr>
          </a:p>
        </p:txBody>
      </p:sp>
      <p:sp>
        <p:nvSpPr>
          <p:cNvPr id="146"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8000" lnSpcReduction="10000"/>
          </a:bodyPr>
          <a:lstStyle/>
          <a:p>
            <a:pPr marL="276469" indent="-275598">
              <a:lnSpc>
                <a:spcPct val="90000"/>
              </a:lnSpc>
              <a:spcAft>
                <a:spcPts val="1710"/>
              </a:spcAft>
              <a:buClr>
                <a:srgbClr val="000000"/>
              </a:buClr>
              <a:buSzPct val="45000"/>
              <a:buFont typeface="Wingdings" charset="2"/>
              <a:buChar char=""/>
            </a:pPr>
            <a:r>
              <a:rPr lang="en-GB" sz="2419" spc="-1" dirty="0">
                <a:solidFill>
                  <a:srgbClr val="2E461B"/>
                </a:solidFill>
                <a:latin typeface="Arial"/>
                <a:ea typeface="DejaVu Sans"/>
              </a:rPr>
              <a:t>Consider the rack and pinion system, the rotational motion of the pinion is transformed into the translational motion of the rack.</a:t>
            </a:r>
            <a:endParaRPr lang="en-GB" sz="2419"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dirty="0">
                <a:solidFill>
                  <a:srgbClr val="2E461B"/>
                </a:solidFill>
                <a:latin typeface="Arial"/>
                <a:ea typeface="DejaVu Sans"/>
              </a:rPr>
              <a:t>The net torque acting on the pinion is the difference between the input torque and the torque applied to the rack:</a:t>
            </a:r>
            <a:endParaRPr lang="en-GB" sz="2419" spc="-1" dirty="0">
              <a:solidFill>
                <a:srgbClr val="000000"/>
              </a:solidFill>
              <a:latin typeface="Arial"/>
            </a:endParaRPr>
          </a:p>
          <a:p>
            <a:pPr>
              <a:lnSpc>
                <a:spcPct val="90000"/>
              </a:lnSpc>
              <a:spcAft>
                <a:spcPts val="1710"/>
              </a:spcAft>
            </a:pPr>
            <a:endParaRPr lang="en-GB" sz="2419" spc="-1" dirty="0">
              <a:solidFill>
                <a:srgbClr val="000000"/>
              </a:solidFill>
              <a:latin typeface="Arial"/>
            </a:endParaRPr>
          </a:p>
          <a:p>
            <a:pPr>
              <a:lnSpc>
                <a:spcPct val="90000"/>
              </a:lnSpc>
              <a:spcAft>
                <a:spcPts val="1710"/>
              </a:spcAft>
            </a:pPr>
            <a:endParaRPr lang="en-GB" sz="2419" spc="-1" dirty="0">
              <a:solidFill>
                <a:srgbClr val="000000"/>
              </a:solidFill>
              <a:latin typeface="Arial"/>
            </a:endParaRPr>
          </a:p>
          <a:p>
            <a:pPr>
              <a:lnSpc>
                <a:spcPct val="90000"/>
              </a:lnSpc>
              <a:spcAft>
                <a:spcPts val="1710"/>
              </a:spcAft>
            </a:pPr>
            <a:endParaRPr lang="en-GB" sz="2419" spc="-1" dirty="0">
              <a:solidFill>
                <a:srgbClr val="000000"/>
              </a:solidFill>
              <a:latin typeface="Arial"/>
            </a:endParaRPr>
          </a:p>
          <a:p>
            <a:pPr>
              <a:lnSpc>
                <a:spcPct val="90000"/>
              </a:lnSpc>
              <a:spcAft>
                <a:spcPts val="1710"/>
              </a:spcAft>
            </a:pPr>
            <a:endParaRPr lang="en-GB" sz="2419" spc="-1" dirty="0">
              <a:solidFill>
                <a:srgbClr val="000000"/>
              </a:solidFill>
              <a:latin typeface="Arial"/>
            </a:endParaRPr>
          </a:p>
          <a:p>
            <a:pPr marL="871">
              <a:lnSpc>
                <a:spcPct val="90000"/>
              </a:lnSpc>
              <a:spcAft>
                <a:spcPts val="1710"/>
              </a:spcAft>
              <a:buClr>
                <a:srgbClr val="000000"/>
              </a:buClr>
              <a:buSzPct val="45000"/>
            </a:pPr>
            <a:r>
              <a:rPr lang="en-GB" sz="2419" spc="-1" dirty="0">
                <a:solidFill>
                  <a:srgbClr val="2E461B"/>
                </a:solidFill>
                <a:latin typeface="Arial"/>
                <a:ea typeface="DejaVu Sans"/>
              </a:rPr>
              <a:t> </a:t>
            </a:r>
            <a:endParaRPr lang="en-GB" sz="2419"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dirty="0">
                <a:solidFill>
                  <a:srgbClr val="2E461B"/>
                </a:solidFill>
                <a:latin typeface="Arial"/>
                <a:ea typeface="DejaVu Sans"/>
              </a:rPr>
              <a:t>where I is the moment of inertia of the pinion and ω is its angular velocity.</a:t>
            </a:r>
            <a:endParaRPr lang="en-GB" sz="2419" spc="-1" dirty="0">
              <a:solidFill>
                <a:srgbClr val="000000"/>
              </a:solidFill>
              <a:latin typeface="Arial"/>
            </a:endParaRPr>
          </a:p>
        </p:txBody>
      </p:sp>
      <p:pic>
        <p:nvPicPr>
          <p:cNvPr id="148" name="Picture 147"/>
          <p:cNvPicPr/>
          <p:nvPr/>
        </p:nvPicPr>
        <p:blipFill>
          <a:blip r:embed="rId3"/>
          <a:stretch/>
        </p:blipFill>
        <p:spPr>
          <a:xfrm>
            <a:off x="2971140" y="3768720"/>
            <a:ext cx="2169095" cy="950013"/>
          </a:xfrm>
          <a:prstGeom prst="rect">
            <a:avLst/>
          </a:prstGeom>
          <a:ln w="0">
            <a:noFill/>
          </a:ln>
        </p:spPr>
      </p:pic>
      <p:pic>
        <p:nvPicPr>
          <p:cNvPr id="2" name="Picture 1">
            <a:extLst>
              <a:ext uri="{FF2B5EF4-FFF2-40B4-BE49-F238E27FC236}">
                <a16:creationId xmlns:a16="http://schemas.microsoft.com/office/drawing/2014/main" id="{B4AD75C7-97DC-83D8-C930-BA0E130E2BBE}"/>
              </a:ext>
            </a:extLst>
          </p:cNvPr>
          <p:cNvPicPr>
            <a:picLocks noChangeAspect="1"/>
          </p:cNvPicPr>
          <p:nvPr/>
        </p:nvPicPr>
        <p:blipFill>
          <a:blip r:embed="rId4"/>
          <a:stretch>
            <a:fillRect/>
          </a:stretch>
        </p:blipFill>
        <p:spPr>
          <a:xfrm>
            <a:off x="7051766" y="3027180"/>
            <a:ext cx="3582470" cy="2433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2"/>
          <p:cNvSpPr/>
          <p:nvPr/>
        </p:nvSpPr>
        <p:spPr>
          <a:xfrm>
            <a:off x="10859185" y="6299170"/>
            <a:ext cx="492421" cy="363112"/>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09E0AE82-F316-4D0D-B88F-45B4D306F308}" type="slidenum">
              <a:rPr lang="en-GB" sz="1451" spc="-1">
                <a:solidFill>
                  <a:srgbClr val="898989"/>
                </a:solidFill>
                <a:latin typeface="Calibri"/>
                <a:ea typeface="DejaVu Sans"/>
              </a:rPr>
              <a:t>14</a:t>
            </a:fld>
            <a:endParaRPr lang="en-GB" sz="1451" spc="-1">
              <a:solidFill>
                <a:srgbClr val="000000"/>
              </a:solidFill>
              <a:latin typeface="Arial"/>
            </a:endParaRPr>
          </a:p>
        </p:txBody>
      </p:sp>
      <p:sp>
        <p:nvSpPr>
          <p:cNvPr id="151"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Rack and Pinion</a:t>
            </a:r>
            <a:endParaRPr lang="en-GB" sz="5321" spc="-1">
              <a:solidFill>
                <a:srgbClr val="000000"/>
              </a:solidFill>
              <a:latin typeface="Arial"/>
            </a:endParaRPr>
          </a:p>
        </p:txBody>
      </p:sp>
      <p:sp>
        <p:nvSpPr>
          <p:cNvPr id="152" name="CustomShape 4"/>
          <p:cNvSpPr/>
          <p:nvPr/>
        </p:nvSpPr>
        <p:spPr>
          <a:xfrm>
            <a:off x="837897" y="1825575"/>
            <a:ext cx="10359190" cy="447359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buClr>
                <a:srgbClr val="000000"/>
              </a:buClr>
              <a:buSzPct val="45000"/>
              <a:buFont typeface="Wingdings" charset="2"/>
              <a:buChar char=""/>
            </a:pPr>
            <a:r>
              <a:rPr lang="en-GB" sz="2903" spc="-1" dirty="0">
                <a:solidFill>
                  <a:srgbClr val="2E461B"/>
                </a:solidFill>
                <a:latin typeface="Arial"/>
                <a:ea typeface="DejaVu Sans"/>
              </a:rPr>
              <a:t>The rotation of the pinion results in a linear velocity of the rack, v.</a:t>
            </a:r>
            <a:endParaRPr lang="en-GB" sz="2903"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903" spc="-1" dirty="0">
                <a:solidFill>
                  <a:srgbClr val="2E461B"/>
                </a:solidFill>
                <a:latin typeface="Arial"/>
                <a:ea typeface="DejaVu Sans"/>
              </a:rPr>
              <a:t>If the pinion has radius r then v = </a:t>
            </a:r>
            <a:r>
              <a:rPr lang="en-GB" sz="2903" spc="-1" dirty="0" err="1">
                <a:solidFill>
                  <a:srgbClr val="2E461B"/>
                </a:solidFill>
                <a:latin typeface="Arial"/>
                <a:ea typeface="DejaVu Sans"/>
              </a:rPr>
              <a:t>rω</a:t>
            </a:r>
            <a:r>
              <a:rPr lang="en-GB" sz="2903" spc="-1" dirty="0">
                <a:solidFill>
                  <a:srgbClr val="2E461B"/>
                </a:solidFill>
                <a:latin typeface="Arial"/>
                <a:ea typeface="DejaVu Sans"/>
              </a:rPr>
              <a:t> and then:</a:t>
            </a:r>
            <a:endParaRPr lang="en-GB" sz="2903" spc="-1" dirty="0">
              <a:solidFill>
                <a:srgbClr val="000000"/>
              </a:solidFill>
              <a:latin typeface="Arial"/>
            </a:endParaRPr>
          </a:p>
          <a:p>
            <a:pPr>
              <a:lnSpc>
                <a:spcPct val="90000"/>
              </a:lnSpc>
              <a:spcAft>
                <a:spcPts val="1710"/>
              </a:spcAft>
            </a:pPr>
            <a:endParaRPr lang="en-GB" sz="2903" spc="-1" dirty="0">
              <a:solidFill>
                <a:srgbClr val="000000"/>
              </a:solidFill>
              <a:latin typeface="Arial"/>
            </a:endParaRPr>
          </a:p>
          <a:p>
            <a:pPr marL="871">
              <a:lnSpc>
                <a:spcPct val="90000"/>
              </a:lnSpc>
              <a:spcAft>
                <a:spcPts val="1710"/>
              </a:spcAft>
              <a:buClr>
                <a:srgbClr val="000000"/>
              </a:buClr>
              <a:buSzPct val="45000"/>
            </a:pPr>
            <a:r>
              <a:rPr lang="en-GB" sz="2903" spc="-1" dirty="0">
                <a:solidFill>
                  <a:srgbClr val="2E461B"/>
                </a:solidFill>
                <a:latin typeface="Arial"/>
                <a:ea typeface="DejaVu Sans"/>
              </a:rPr>
              <a:t> </a:t>
            </a:r>
            <a:endParaRPr lang="en-GB" sz="2903"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903" spc="-1" dirty="0">
                <a:solidFill>
                  <a:srgbClr val="2E461B"/>
                </a:solidFill>
                <a:latin typeface="Arial"/>
                <a:ea typeface="DejaVu Sans"/>
              </a:rPr>
              <a:t>For the rack there is a force T</a:t>
            </a:r>
            <a:r>
              <a:rPr lang="en-GB" sz="3348" spc="-1" baseline="-25000" dirty="0">
                <a:solidFill>
                  <a:srgbClr val="2E461B"/>
                </a:solidFill>
                <a:latin typeface="Arial"/>
                <a:ea typeface="DejaVu Sans"/>
              </a:rPr>
              <a:t>out </a:t>
            </a:r>
            <a:r>
              <a:rPr lang="en-GB" sz="2903" spc="-1" dirty="0">
                <a:solidFill>
                  <a:srgbClr val="2E461B"/>
                </a:solidFill>
                <a:latin typeface="Arial"/>
                <a:ea typeface="DejaVu Sans"/>
              </a:rPr>
              <a:t>/ r from the pinion and if a frictional force cv is present the net force on the rack is:</a:t>
            </a:r>
            <a:endParaRPr lang="en-GB" sz="2903" spc="-1" dirty="0">
              <a:solidFill>
                <a:srgbClr val="000000"/>
              </a:solidFill>
              <a:latin typeface="Arial"/>
            </a:endParaRPr>
          </a:p>
          <a:p>
            <a:pPr>
              <a:lnSpc>
                <a:spcPct val="90000"/>
              </a:lnSpc>
              <a:spcAft>
                <a:spcPts val="1710"/>
              </a:spcAft>
            </a:pPr>
            <a:endParaRPr lang="en-GB" sz="2903" spc="-1" dirty="0">
              <a:solidFill>
                <a:srgbClr val="000000"/>
              </a:solidFill>
              <a:latin typeface="Arial"/>
            </a:endParaRPr>
          </a:p>
        </p:txBody>
      </p:sp>
      <p:pic>
        <p:nvPicPr>
          <p:cNvPr id="153" name="Picture 152"/>
          <p:cNvPicPr/>
          <p:nvPr/>
        </p:nvPicPr>
        <p:blipFill>
          <a:blip r:embed="rId3"/>
          <a:stretch/>
        </p:blipFill>
        <p:spPr>
          <a:xfrm>
            <a:off x="5036763" y="3483091"/>
            <a:ext cx="2117719" cy="988327"/>
          </a:xfrm>
          <a:prstGeom prst="rect">
            <a:avLst/>
          </a:prstGeom>
          <a:ln w="0">
            <a:noFill/>
          </a:ln>
        </p:spPr>
      </p:pic>
      <p:pic>
        <p:nvPicPr>
          <p:cNvPr id="154" name="Picture 153"/>
          <p:cNvPicPr/>
          <p:nvPr/>
        </p:nvPicPr>
        <p:blipFill>
          <a:blip r:embed="rId4"/>
          <a:stretch/>
        </p:blipFill>
        <p:spPr>
          <a:xfrm>
            <a:off x="4960135" y="5683098"/>
            <a:ext cx="2270540" cy="1064084"/>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ustomShape 2"/>
          <p:cNvSpPr/>
          <p:nvPr/>
        </p:nvSpPr>
        <p:spPr>
          <a:xfrm>
            <a:off x="10903789" y="6349042"/>
            <a:ext cx="447817" cy="313240"/>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92D04985-09D8-47FE-892D-89027EF9EE86}" type="slidenum">
              <a:rPr lang="en-GB" sz="1451" spc="-1">
                <a:solidFill>
                  <a:srgbClr val="898989"/>
                </a:solidFill>
                <a:latin typeface="Calibri"/>
                <a:ea typeface="DejaVu Sans"/>
              </a:rPr>
              <a:t>15</a:t>
            </a:fld>
            <a:endParaRPr lang="en-GB" sz="1451" spc="-1">
              <a:solidFill>
                <a:srgbClr val="000000"/>
              </a:solidFill>
              <a:latin typeface="Arial"/>
            </a:endParaRPr>
          </a:p>
        </p:txBody>
      </p:sp>
      <p:sp>
        <p:nvSpPr>
          <p:cNvPr id="157"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a:solidFill>
                  <a:srgbClr val="2E461B"/>
                </a:solidFill>
                <a:latin typeface="Arial"/>
                <a:ea typeface="DejaVu Sans"/>
              </a:rPr>
              <a:t>Rack and Pinion</a:t>
            </a:r>
            <a:endParaRPr lang="en-GB" sz="5321" spc="-1">
              <a:solidFill>
                <a:srgbClr val="000000"/>
              </a:solidFill>
              <a:latin typeface="Arial"/>
            </a:endParaRPr>
          </a:p>
        </p:txBody>
      </p:sp>
      <p:sp>
        <p:nvSpPr>
          <p:cNvPr id="158" name="CustomShape 4"/>
          <p:cNvSpPr/>
          <p:nvPr/>
        </p:nvSpPr>
        <p:spPr>
          <a:xfrm>
            <a:off x="837897" y="1825575"/>
            <a:ext cx="10513274"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76469" indent="-275598">
              <a:lnSpc>
                <a:spcPct val="90000"/>
              </a:lnSpc>
              <a:spcAft>
                <a:spcPts val="1710"/>
              </a:spcAft>
              <a:buClr>
                <a:srgbClr val="000000"/>
              </a:buClr>
              <a:buSzPct val="45000"/>
              <a:buFont typeface="Wingdings" charset="2"/>
              <a:buChar char=""/>
            </a:pPr>
            <a:r>
              <a:rPr lang="en-GB" sz="3870" spc="-1">
                <a:solidFill>
                  <a:srgbClr val="2E461B"/>
                </a:solidFill>
                <a:latin typeface="Arial"/>
                <a:ea typeface="DejaVu Sans"/>
              </a:rPr>
              <a:t>Eliminating T</a:t>
            </a:r>
            <a:r>
              <a:rPr lang="en-GB" sz="4475" spc="-1" baseline="-25000">
                <a:solidFill>
                  <a:srgbClr val="2E461B"/>
                </a:solidFill>
                <a:latin typeface="Arial"/>
                <a:ea typeface="DejaVu Sans"/>
              </a:rPr>
              <a:t>out</a:t>
            </a:r>
            <a:r>
              <a:rPr lang="en-GB" sz="3870" spc="-1">
                <a:solidFill>
                  <a:srgbClr val="2E461B"/>
                </a:solidFill>
                <a:latin typeface="Arial"/>
                <a:ea typeface="DejaVu Sans"/>
              </a:rPr>
              <a:t> gives:</a:t>
            </a:r>
            <a:endParaRPr lang="en-GB" sz="3870" spc="-1">
              <a:solidFill>
                <a:srgbClr val="000000"/>
              </a:solidFill>
              <a:latin typeface="Arial"/>
            </a:endParaRPr>
          </a:p>
        </p:txBody>
      </p:sp>
      <p:pic>
        <p:nvPicPr>
          <p:cNvPr id="159" name="Picture 158"/>
          <p:cNvPicPr/>
          <p:nvPr/>
        </p:nvPicPr>
        <p:blipFill>
          <a:blip r:embed="rId3"/>
          <a:stretch/>
        </p:blipFill>
        <p:spPr>
          <a:xfrm>
            <a:off x="4020136" y="2755996"/>
            <a:ext cx="4148796" cy="2714198"/>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2"/>
          <p:cNvSpPr/>
          <p:nvPr/>
        </p:nvSpPr>
        <p:spPr>
          <a:xfrm>
            <a:off x="10815211" y="6349042"/>
            <a:ext cx="536396" cy="313240"/>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ctr">
            <a:noAutofit/>
          </a:bodyPr>
          <a:lstStyle/>
          <a:p>
            <a:pPr algn="r">
              <a:lnSpc>
                <a:spcPct val="100000"/>
              </a:lnSpc>
            </a:pPr>
            <a:fld id="{21AAB6BC-6795-4D18-8FD5-9493DDA71C7A}" type="slidenum">
              <a:rPr lang="en-GB" sz="1451" spc="-1">
                <a:solidFill>
                  <a:srgbClr val="898989"/>
                </a:solidFill>
                <a:latin typeface="Calibri"/>
                <a:ea typeface="DejaVu Sans"/>
              </a:rPr>
              <a:t>16</a:t>
            </a:fld>
            <a:endParaRPr lang="en-GB" sz="1451" spc="-1" dirty="0">
              <a:solidFill>
                <a:srgbClr val="000000"/>
              </a:solidFill>
              <a:latin typeface="Arial"/>
            </a:endParaRPr>
          </a:p>
        </p:txBody>
      </p:sp>
      <p:sp>
        <p:nvSpPr>
          <p:cNvPr id="162" name="CustomShape 3"/>
          <p:cNvSpPr/>
          <p:nvPr/>
        </p:nvSpPr>
        <p:spPr>
          <a:xfrm>
            <a:off x="837897" y="364854"/>
            <a:ext cx="10513274" cy="13240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5321" b="1" spc="-1" dirty="0">
                <a:solidFill>
                  <a:srgbClr val="2E461B"/>
                </a:solidFill>
                <a:latin typeface="Arial"/>
                <a:ea typeface="DejaVu Sans"/>
              </a:rPr>
              <a:t>Ratchet and Pawl</a:t>
            </a:r>
            <a:endParaRPr lang="en-GB" sz="5321" spc="-1" dirty="0">
              <a:solidFill>
                <a:srgbClr val="000000"/>
              </a:solidFill>
              <a:latin typeface="Arial"/>
            </a:endParaRPr>
          </a:p>
        </p:txBody>
      </p:sp>
      <p:sp>
        <p:nvSpPr>
          <p:cNvPr id="163" name="CustomShape 4"/>
          <p:cNvSpPr/>
          <p:nvPr/>
        </p:nvSpPr>
        <p:spPr>
          <a:xfrm>
            <a:off x="837897" y="1825575"/>
            <a:ext cx="5129286" cy="426156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7500" lnSpcReduction="20000"/>
          </a:bodyPr>
          <a:lstStyle/>
          <a:p>
            <a:pPr marL="276469" indent="-275598">
              <a:lnSpc>
                <a:spcPct val="90000"/>
              </a:lnSpc>
              <a:spcAft>
                <a:spcPts val="1710"/>
              </a:spcAft>
              <a:buClr>
                <a:srgbClr val="000000"/>
              </a:buClr>
              <a:buSzPct val="45000"/>
              <a:buFont typeface="Wingdings" charset="2"/>
              <a:buChar char=""/>
            </a:pPr>
            <a:r>
              <a:rPr lang="en-GB" sz="2419" spc="-1" dirty="0">
                <a:solidFill>
                  <a:srgbClr val="2E461B"/>
                </a:solidFill>
                <a:latin typeface="Arial"/>
                <a:ea typeface="DejaVu Sans"/>
              </a:rPr>
              <a:t>Ratchets are used to lock mechanisms when they are holding a load.</a:t>
            </a:r>
            <a:endParaRPr lang="en-GB" sz="2419"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dirty="0">
                <a:solidFill>
                  <a:srgbClr val="2E461B"/>
                </a:solidFill>
                <a:latin typeface="Arial"/>
                <a:ea typeface="DejaVu Sans"/>
              </a:rPr>
              <a:t>The wheel (1) is termed the </a:t>
            </a:r>
            <a:r>
              <a:rPr lang="en-GB" sz="2419" b="1" i="1" spc="-1" dirty="0">
                <a:solidFill>
                  <a:srgbClr val="2E461B"/>
                </a:solidFill>
                <a:latin typeface="Arial"/>
                <a:ea typeface="DejaVu Sans"/>
              </a:rPr>
              <a:t>ratchet</a:t>
            </a:r>
            <a:r>
              <a:rPr lang="en-GB" sz="2419" spc="-1" dirty="0">
                <a:solidFill>
                  <a:srgbClr val="2E461B"/>
                </a:solidFill>
                <a:latin typeface="Arial"/>
                <a:ea typeface="DejaVu Sans"/>
              </a:rPr>
              <a:t> and has saw teeth which are used to engage the arm (2) called the </a:t>
            </a:r>
            <a:r>
              <a:rPr lang="en-GB" sz="2419" b="1" i="1" spc="-1" dirty="0">
                <a:solidFill>
                  <a:srgbClr val="2E461B"/>
                </a:solidFill>
                <a:latin typeface="Arial"/>
                <a:ea typeface="DejaVu Sans"/>
              </a:rPr>
              <a:t>pawl</a:t>
            </a:r>
            <a:r>
              <a:rPr lang="en-GB" sz="2419" spc="-1" dirty="0">
                <a:solidFill>
                  <a:srgbClr val="2E461B"/>
                </a:solidFill>
                <a:latin typeface="Arial"/>
                <a:ea typeface="DejaVu Sans"/>
              </a:rPr>
              <a:t>.</a:t>
            </a:r>
            <a:endParaRPr lang="en-GB" sz="2419"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dirty="0">
                <a:solidFill>
                  <a:srgbClr val="2E461B"/>
                </a:solidFill>
                <a:latin typeface="Arial"/>
                <a:ea typeface="DejaVu Sans"/>
              </a:rPr>
              <a:t>The shape of the teeth are such that motion can only occur in one-direction.</a:t>
            </a:r>
            <a:endParaRPr lang="en-GB" sz="2419" spc="-1" dirty="0">
              <a:solidFill>
                <a:srgbClr val="000000"/>
              </a:solidFill>
              <a:latin typeface="Arial"/>
            </a:endParaRPr>
          </a:p>
          <a:p>
            <a:pPr marL="276469" indent="-275598">
              <a:lnSpc>
                <a:spcPct val="90000"/>
              </a:lnSpc>
              <a:spcAft>
                <a:spcPts val="1710"/>
              </a:spcAft>
              <a:buClr>
                <a:srgbClr val="000000"/>
              </a:buClr>
              <a:buSzPct val="45000"/>
              <a:buFont typeface="Wingdings" charset="2"/>
              <a:buChar char=""/>
            </a:pPr>
            <a:r>
              <a:rPr lang="en-GB" sz="2419" spc="-1" dirty="0">
                <a:solidFill>
                  <a:srgbClr val="2E461B"/>
                </a:solidFill>
                <a:latin typeface="Arial"/>
                <a:ea typeface="DejaVu Sans"/>
              </a:rPr>
              <a:t>Clockwise rotation of the ratchet can only occur when the pawl is lifted and these tend to be spring-loaded to ensure automatic engagement with the ratchet teeth.</a:t>
            </a:r>
          </a:p>
          <a:p>
            <a:pPr marL="276469" indent="-275598">
              <a:lnSpc>
                <a:spcPct val="90000"/>
              </a:lnSpc>
              <a:spcAft>
                <a:spcPts val="1710"/>
              </a:spcAft>
              <a:buClr>
                <a:srgbClr val="000000"/>
              </a:buClr>
              <a:buSzPct val="45000"/>
              <a:buFont typeface="Wingdings" charset="2"/>
              <a:buChar char=""/>
            </a:pPr>
            <a:r>
              <a:rPr lang="en-GB" sz="2419" spc="-1" dirty="0">
                <a:solidFill>
                  <a:srgbClr val="000000"/>
                </a:solidFill>
                <a:latin typeface="Arial"/>
              </a:rPr>
              <a:t>https://www.youtube.com/watch?v=lw04cZg59F4</a:t>
            </a:r>
          </a:p>
        </p:txBody>
      </p:sp>
      <p:sp>
        <p:nvSpPr>
          <p:cNvPr id="164" name="CustomShape 5"/>
          <p:cNvSpPr/>
          <p:nvPr/>
        </p:nvSpPr>
        <p:spPr>
          <a:xfrm>
            <a:off x="6225803" y="1825575"/>
            <a:ext cx="5129286" cy="4261561"/>
          </a:xfrm>
          <a:prstGeom prst="rect">
            <a:avLst/>
          </a:prstGeom>
          <a:noFill/>
          <a:ln w="0">
            <a:noFill/>
          </a:ln>
        </p:spPr>
        <p:style>
          <a:lnRef idx="0">
            <a:scrgbClr r="0" g="0" b="0"/>
          </a:lnRef>
          <a:fillRef idx="0">
            <a:scrgbClr r="0" g="0" b="0"/>
          </a:fillRef>
          <a:effectRef idx="0">
            <a:scrgbClr r="0" g="0" b="0"/>
          </a:effectRef>
          <a:fontRef idx="minor"/>
        </p:style>
        <p:txBody>
          <a:bodyPr lIns="108847" tIns="54423" rIns="108847" bIns="54423" anchor="t">
            <a:noAutofit/>
          </a:bodyPr>
          <a:lstStyle/>
          <a:p>
            <a:pPr>
              <a:lnSpc>
                <a:spcPct val="100000"/>
              </a:lnSpc>
            </a:pPr>
            <a:endParaRPr lang="en-GB" sz="2177" spc="-1">
              <a:solidFill>
                <a:srgbClr val="000000"/>
              </a:solidFill>
              <a:latin typeface="Arial"/>
              <a:ea typeface="DejaVu Sans"/>
            </a:endParaRPr>
          </a:p>
        </p:txBody>
      </p:sp>
      <p:pic>
        <p:nvPicPr>
          <p:cNvPr id="165" name="Picture 164"/>
          <p:cNvPicPr/>
          <p:nvPr/>
        </p:nvPicPr>
        <p:blipFill>
          <a:blip r:embed="rId3"/>
          <a:stretch/>
        </p:blipFill>
        <p:spPr>
          <a:xfrm>
            <a:off x="6767859" y="2624944"/>
            <a:ext cx="4047351" cy="2701137"/>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6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6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6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6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Actuators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fontScale="92500" lnSpcReduction="10000"/>
          </a:bodyPr>
          <a:lstStyle/>
          <a:p>
            <a:r>
              <a:rPr lang="en-GB" sz="3600" dirty="0"/>
              <a:t>If the links and joints connecting the parts of a robot can be considered a skeleton, then the actuators are the muscles.</a:t>
            </a:r>
          </a:p>
          <a:p>
            <a:r>
              <a:rPr lang="en-GB" sz="3600" dirty="0"/>
              <a:t>Actuators are used to move and change the links which change the configuration of the robot.</a:t>
            </a:r>
          </a:p>
          <a:p>
            <a:r>
              <a:rPr lang="en-GB" sz="3600" dirty="0"/>
              <a:t>These must have enough power to accelerate and decelerate the links and carry the loads in addition to being light, economical, accurate, responsive, reliable and easily maintained.</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430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C1D3-5E6E-7A32-F80D-07118AAC3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A58B7-4D67-09FE-9B1D-B239C6DA9C04}"/>
              </a:ext>
            </a:extLst>
          </p:cNvPr>
          <p:cNvSpPr>
            <a:spLocks noGrp="1"/>
          </p:cNvSpPr>
          <p:nvPr>
            <p:ph type="title"/>
          </p:nvPr>
        </p:nvSpPr>
        <p:spPr/>
        <p:txBody>
          <a:bodyPr>
            <a:normAutofit/>
          </a:bodyPr>
          <a:lstStyle/>
          <a:p>
            <a:r>
              <a:rPr lang="en-GB" b="1" dirty="0"/>
              <a:t>Actuators</a:t>
            </a:r>
          </a:p>
        </p:txBody>
      </p:sp>
      <p:sp>
        <p:nvSpPr>
          <p:cNvPr id="3" name="Subtitle 2">
            <a:extLst>
              <a:ext uri="{FF2B5EF4-FFF2-40B4-BE49-F238E27FC236}">
                <a16:creationId xmlns:a16="http://schemas.microsoft.com/office/drawing/2014/main" id="{F142F4A4-8A90-F245-A7D2-48D7B4398BF9}"/>
              </a:ext>
            </a:extLst>
          </p:cNvPr>
          <p:cNvSpPr>
            <a:spLocks noGrp="1"/>
          </p:cNvSpPr>
          <p:nvPr>
            <p:ph idx="1"/>
          </p:nvPr>
        </p:nvSpPr>
        <p:spPr/>
        <p:txBody>
          <a:bodyPr>
            <a:normAutofit/>
          </a:bodyPr>
          <a:lstStyle/>
          <a:p>
            <a:r>
              <a:rPr lang="en-GB" sz="3600" dirty="0"/>
              <a:t>There are many types of actuator available with some of the most common:</a:t>
            </a:r>
          </a:p>
          <a:p>
            <a:pPr lvl="1"/>
            <a:r>
              <a:rPr lang="en-GB" sz="3200" dirty="0"/>
              <a:t>Hydraulic actuators (use liquids, usually oil)</a:t>
            </a:r>
          </a:p>
          <a:p>
            <a:pPr lvl="1"/>
            <a:r>
              <a:rPr lang="en-GB" sz="3200" dirty="0"/>
              <a:t>Pneumatic actuators (use compressed air)</a:t>
            </a:r>
          </a:p>
          <a:p>
            <a:pPr lvl="1"/>
            <a:r>
              <a:rPr lang="en-GB" sz="3200" dirty="0"/>
              <a:t>AC, DC, Stepper motors</a:t>
            </a:r>
          </a:p>
        </p:txBody>
      </p:sp>
      <p:sp>
        <p:nvSpPr>
          <p:cNvPr id="4" name="Slide Number Placeholder 3">
            <a:extLst>
              <a:ext uri="{FF2B5EF4-FFF2-40B4-BE49-F238E27FC236}">
                <a16:creationId xmlns:a16="http://schemas.microsoft.com/office/drawing/2014/main" id="{FB100AC1-D7F8-52CA-C6E6-4B5ADDE146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599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Hydraulic System</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19</a:t>
            </a:fld>
            <a:endParaRPr lang="en-GB"/>
          </a:p>
        </p:txBody>
      </p:sp>
    </p:spTree>
    <p:extLst>
      <p:ext uri="{BB962C8B-B14F-4D97-AF65-F5344CB8AC3E}">
        <p14:creationId xmlns:p14="http://schemas.microsoft.com/office/powerpoint/2010/main" val="1779676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Hydraulic System</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normAutofit fontScale="85000" lnSpcReduction="20000"/>
          </a:bodyPr>
          <a:lstStyle/>
          <a:p>
            <a:r>
              <a:rPr lang="en-GB" dirty="0"/>
              <a:t>Common in many large robots of the past decades</a:t>
            </a:r>
          </a:p>
          <a:p>
            <a:r>
              <a:rPr lang="en-GB" dirty="0"/>
              <a:t>Pressurised oil is provided by a pump driven by an electric motor</a:t>
            </a:r>
          </a:p>
          <a:p>
            <a:r>
              <a:rPr lang="en-GB" dirty="0"/>
              <a:t>Due to relatively costly systems (pump, drive motor, valves...) they are no longer as widely used</a:t>
            </a:r>
          </a:p>
          <a:p>
            <a:r>
              <a:rPr lang="en-GB" dirty="0"/>
              <a:t>Hydraulic systems use an accumulator which stores the constant energy of the pump and can deliver larger loads when necessary</a:t>
            </a:r>
          </a:p>
          <a:p>
            <a:r>
              <a:rPr lang="en-GB" dirty="0"/>
              <a:t>One important difference with electric systems is that a hydraulic pumps are sized for average load whereas electric actuators must be sized for maximum load</a:t>
            </a:r>
          </a:p>
          <a:p>
            <a:r>
              <a:rPr lang="en-GB" dirty="0"/>
              <a:t>Additionally, electric motors must be located near to the joint to be controlled whereas only the actuators, accumulators and control valves need be near the joint in hydraulic systems</a:t>
            </a:r>
          </a:p>
          <a:p>
            <a:r>
              <a:rPr lang="en-GB" dirty="0"/>
              <a:t>The power unit may be located elsewhere reducing mass and motor inertia on the load</a:t>
            </a:r>
          </a:p>
        </p:txBody>
      </p:sp>
    </p:spTree>
    <p:extLst>
      <p:ext uri="{BB962C8B-B14F-4D97-AF65-F5344CB8AC3E}">
        <p14:creationId xmlns:p14="http://schemas.microsoft.com/office/powerpoint/2010/main" val="48437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F6A58-5BCA-BEE2-9C14-2FF525051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D3AE5-A230-FADB-446E-5E1BD0AF6A24}"/>
              </a:ext>
            </a:extLst>
          </p:cNvPr>
          <p:cNvSpPr>
            <a:spLocks noGrp="1"/>
          </p:cNvSpPr>
          <p:nvPr>
            <p:ph type="title"/>
          </p:nvPr>
        </p:nvSpPr>
        <p:spPr/>
        <p:txBody>
          <a:bodyPr>
            <a:normAutofit/>
          </a:bodyPr>
          <a:lstStyle/>
          <a:p>
            <a:r>
              <a:rPr lang="en-GB" b="1" dirty="0"/>
              <a:t>Hydraulic System - Main components</a:t>
            </a:r>
          </a:p>
        </p:txBody>
      </p:sp>
      <p:sp>
        <p:nvSpPr>
          <p:cNvPr id="4" name="Slide Number Placeholder 3">
            <a:extLst>
              <a:ext uri="{FF2B5EF4-FFF2-40B4-BE49-F238E27FC236}">
                <a16:creationId xmlns:a16="http://schemas.microsoft.com/office/drawing/2014/main" id="{6EC429AB-715F-1848-C1C7-6E30C67CF2A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0A5A98B-AADF-0A88-462F-7D8069FCF1B0}"/>
              </a:ext>
            </a:extLst>
          </p:cNvPr>
          <p:cNvSpPr>
            <a:spLocks noGrp="1"/>
          </p:cNvSpPr>
          <p:nvPr>
            <p:ph idx="1"/>
          </p:nvPr>
        </p:nvSpPr>
        <p:spPr/>
        <p:txBody>
          <a:bodyPr>
            <a:normAutofit fontScale="92500"/>
          </a:bodyPr>
          <a:lstStyle/>
          <a:p>
            <a:r>
              <a:rPr lang="en-GB" dirty="0"/>
              <a:t>Hydraulic linear or rotary actuator: provides the force or torque needed to move the joints and is controlled by servo-valves or manual valves</a:t>
            </a:r>
          </a:p>
          <a:p>
            <a:r>
              <a:rPr lang="en-GB" dirty="0"/>
              <a:t>Hydraulic pump: provides high pressure fluid to the system</a:t>
            </a:r>
          </a:p>
          <a:p>
            <a:r>
              <a:rPr lang="en-GB" dirty="0"/>
              <a:t>Electric motor: operates the hydraulic pump</a:t>
            </a:r>
          </a:p>
          <a:p>
            <a:r>
              <a:rPr lang="en-GB" dirty="0"/>
              <a:t>Cooling system: rids the system of excessive heat</a:t>
            </a:r>
          </a:p>
          <a:p>
            <a:r>
              <a:rPr lang="en-GB" dirty="0"/>
              <a:t>Reservoir: keeps the fluid supply available to the system by storing excess fluid</a:t>
            </a:r>
          </a:p>
          <a:p>
            <a:r>
              <a:rPr lang="en-GB" dirty="0"/>
              <a:t>Accumulators: used to store extra energy for maximum loads (a pressure storage reservoir where the fluid is held under pressure by an external source)</a:t>
            </a:r>
          </a:p>
        </p:txBody>
      </p:sp>
    </p:spTree>
    <p:extLst>
      <p:ext uri="{BB962C8B-B14F-4D97-AF65-F5344CB8AC3E}">
        <p14:creationId xmlns:p14="http://schemas.microsoft.com/office/powerpoint/2010/main" val="317195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1CE48-3E07-CE64-2D91-FB509C6DD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1C38A-F525-9243-EC03-60BE9895161A}"/>
              </a:ext>
            </a:extLst>
          </p:cNvPr>
          <p:cNvSpPr>
            <a:spLocks noGrp="1"/>
          </p:cNvSpPr>
          <p:nvPr>
            <p:ph type="title"/>
          </p:nvPr>
        </p:nvSpPr>
        <p:spPr/>
        <p:txBody>
          <a:bodyPr>
            <a:normAutofit/>
          </a:bodyPr>
          <a:lstStyle/>
          <a:p>
            <a:r>
              <a:rPr lang="en-GB" b="1" dirty="0"/>
              <a:t>Hydraulic System - Main components</a:t>
            </a:r>
          </a:p>
        </p:txBody>
      </p:sp>
      <p:sp>
        <p:nvSpPr>
          <p:cNvPr id="4" name="Slide Number Placeholder 3">
            <a:extLst>
              <a:ext uri="{FF2B5EF4-FFF2-40B4-BE49-F238E27FC236}">
                <a16:creationId xmlns:a16="http://schemas.microsoft.com/office/drawing/2014/main" id="{1D2EA2B7-2B71-26F1-02C9-D5E96B9435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6794AEBB-504A-4844-F715-F42DE33AB827}"/>
              </a:ext>
            </a:extLst>
          </p:cNvPr>
          <p:cNvSpPr>
            <a:spLocks noGrp="1"/>
          </p:cNvSpPr>
          <p:nvPr>
            <p:ph idx="1"/>
          </p:nvPr>
        </p:nvSpPr>
        <p:spPr/>
        <p:txBody>
          <a:bodyPr>
            <a:normAutofit/>
          </a:bodyPr>
          <a:lstStyle/>
          <a:p>
            <a:r>
              <a:rPr lang="en-GB" dirty="0"/>
              <a:t>Servo-valves: control the amount and rate of fluid flowing into the actuators</a:t>
            </a:r>
          </a:p>
          <a:p>
            <a:r>
              <a:rPr lang="en-GB" dirty="0"/>
              <a:t>Check valves: used for safety and controlling maximum pressure</a:t>
            </a:r>
          </a:p>
          <a:p>
            <a:r>
              <a:rPr lang="en-GB" dirty="0"/>
              <a:t>Holding valves: used to prevent the actuator moving when the system is turned off or power is lost</a:t>
            </a:r>
          </a:p>
          <a:p>
            <a:r>
              <a:rPr lang="en-GB" dirty="0"/>
              <a:t>Connecting hoses: used to transport the pressurised fluid to the actuators and back to the reservoir</a:t>
            </a:r>
          </a:p>
          <a:p>
            <a:r>
              <a:rPr lang="en-GB" dirty="0"/>
              <a:t>Filtering system: maintains the quality and purity of the fluid</a:t>
            </a:r>
          </a:p>
          <a:p>
            <a:r>
              <a:rPr lang="en-GB" dirty="0"/>
              <a:t>Sensors: used in the feedback control of the motion of the actuators</a:t>
            </a:r>
          </a:p>
        </p:txBody>
      </p:sp>
    </p:spTree>
    <p:extLst>
      <p:ext uri="{BB962C8B-B14F-4D97-AF65-F5344CB8AC3E}">
        <p14:creationId xmlns:p14="http://schemas.microsoft.com/office/powerpoint/2010/main" val="17221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571DB-2AC5-75EE-7064-9262C54E6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2516E-722B-B9CD-AF00-65473A86E599}"/>
              </a:ext>
            </a:extLst>
          </p:cNvPr>
          <p:cNvSpPr>
            <a:spLocks noGrp="1"/>
          </p:cNvSpPr>
          <p:nvPr>
            <p:ph type="title"/>
          </p:nvPr>
        </p:nvSpPr>
        <p:spPr/>
        <p:txBody>
          <a:bodyPr>
            <a:normAutofit/>
          </a:bodyPr>
          <a:lstStyle/>
          <a:p>
            <a:r>
              <a:rPr lang="en-GB" b="1" dirty="0"/>
              <a:t>Hydraulic System</a:t>
            </a:r>
          </a:p>
        </p:txBody>
      </p:sp>
      <p:sp>
        <p:nvSpPr>
          <p:cNvPr id="4" name="Slide Number Placeholder 3">
            <a:extLst>
              <a:ext uri="{FF2B5EF4-FFF2-40B4-BE49-F238E27FC236}">
                <a16:creationId xmlns:a16="http://schemas.microsoft.com/office/drawing/2014/main" id="{19BD4BE5-BCA0-133F-334C-5FD2EBD7DD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04938814-A1D8-78B3-7FF0-4C01C8C50156}"/>
              </a:ext>
            </a:extLst>
          </p:cNvPr>
          <p:cNvPicPr>
            <a:picLocks noGrp="1" noChangeAspect="1"/>
          </p:cNvPicPr>
          <p:nvPr>
            <p:ph idx="1"/>
          </p:nvPr>
        </p:nvPicPr>
        <p:blipFill>
          <a:blip r:embed="rId2"/>
          <a:stretch>
            <a:fillRect/>
          </a:stretch>
        </p:blipFill>
        <p:spPr>
          <a:xfrm>
            <a:off x="2370667" y="1393561"/>
            <a:ext cx="7450666" cy="5215466"/>
          </a:xfrm>
          <a:prstGeom prst="rect">
            <a:avLst/>
          </a:prstGeom>
        </p:spPr>
      </p:pic>
      <p:sp>
        <p:nvSpPr>
          <p:cNvPr id="9" name="TextBox 8">
            <a:extLst>
              <a:ext uri="{FF2B5EF4-FFF2-40B4-BE49-F238E27FC236}">
                <a16:creationId xmlns:a16="http://schemas.microsoft.com/office/drawing/2014/main" id="{E9830FAE-CA50-820C-1587-B26A2B08F34F}"/>
              </a:ext>
            </a:extLst>
          </p:cNvPr>
          <p:cNvSpPr txBox="1"/>
          <p:nvPr/>
        </p:nvSpPr>
        <p:spPr>
          <a:xfrm>
            <a:off x="4340886" y="5657466"/>
            <a:ext cx="7880747" cy="369332"/>
          </a:xfrm>
          <a:prstGeom prst="rect">
            <a:avLst/>
          </a:prstGeom>
          <a:noFill/>
        </p:spPr>
        <p:txBody>
          <a:bodyPr wrap="none" rtlCol="0">
            <a:spAutoFit/>
          </a:bodyPr>
          <a:lstStyle/>
          <a:p>
            <a:r>
              <a:rPr lang="en-GB" dirty="0"/>
              <a:t>https://www.panagonsystems.com/hydraulic-pump-101-how-do-hydraulics-work/</a:t>
            </a:r>
          </a:p>
        </p:txBody>
      </p:sp>
    </p:spTree>
    <p:extLst>
      <p:ext uri="{BB962C8B-B14F-4D97-AF65-F5344CB8AC3E}">
        <p14:creationId xmlns:p14="http://schemas.microsoft.com/office/powerpoint/2010/main" val="4196671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B978-4E74-4BAF-59FB-46A8B245B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DA9CD-6479-BF85-6C72-4A075B584D0A}"/>
              </a:ext>
            </a:extLst>
          </p:cNvPr>
          <p:cNvSpPr>
            <a:spLocks noGrp="1"/>
          </p:cNvSpPr>
          <p:nvPr>
            <p:ph type="title"/>
          </p:nvPr>
        </p:nvSpPr>
        <p:spPr/>
        <p:txBody>
          <a:bodyPr>
            <a:normAutofit/>
          </a:bodyPr>
          <a:lstStyle/>
          <a:p>
            <a:r>
              <a:rPr lang="en-GB" b="1" dirty="0"/>
              <a:t>Hydraulic System – Example</a:t>
            </a:r>
          </a:p>
        </p:txBody>
      </p:sp>
      <p:sp>
        <p:nvSpPr>
          <p:cNvPr id="4" name="Slide Number Placeholder 3">
            <a:extLst>
              <a:ext uri="{FF2B5EF4-FFF2-40B4-BE49-F238E27FC236}">
                <a16:creationId xmlns:a16="http://schemas.microsoft.com/office/drawing/2014/main" id="{BCD23675-076A-4C40-B2A4-5F0385A8AB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Content Placeholder 4" descr="A diagram of a machine&#10;&#10;Description automatically generated">
            <a:extLst>
              <a:ext uri="{FF2B5EF4-FFF2-40B4-BE49-F238E27FC236}">
                <a16:creationId xmlns:a16="http://schemas.microsoft.com/office/drawing/2014/main" id="{35F099EE-1A06-6A87-681D-7B74ACE45E1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1950" y="1334294"/>
            <a:ext cx="8928100" cy="5022056"/>
          </a:xfrm>
        </p:spPr>
      </p:pic>
    </p:spTree>
    <p:extLst>
      <p:ext uri="{BB962C8B-B14F-4D97-AF65-F5344CB8AC3E}">
        <p14:creationId xmlns:p14="http://schemas.microsoft.com/office/powerpoint/2010/main" val="2037682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A1D1D-A2F6-E88C-7F34-24B95415F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D2375-D192-CA10-58A6-6C1FE4405275}"/>
              </a:ext>
            </a:extLst>
          </p:cNvPr>
          <p:cNvSpPr>
            <a:spLocks noGrp="1"/>
          </p:cNvSpPr>
          <p:nvPr>
            <p:ph type="title"/>
          </p:nvPr>
        </p:nvSpPr>
        <p:spPr/>
        <p:txBody>
          <a:bodyPr>
            <a:normAutofit/>
          </a:bodyPr>
          <a:lstStyle/>
          <a:p>
            <a:r>
              <a:rPr lang="en-GB" b="1" dirty="0"/>
              <a:t>Hydraulic System - Linear actuator</a:t>
            </a:r>
          </a:p>
        </p:txBody>
      </p:sp>
      <p:sp>
        <p:nvSpPr>
          <p:cNvPr id="4" name="Slide Number Placeholder 3">
            <a:extLst>
              <a:ext uri="{FF2B5EF4-FFF2-40B4-BE49-F238E27FC236}">
                <a16:creationId xmlns:a16="http://schemas.microsoft.com/office/drawing/2014/main" id="{02CFC025-C6DA-47CF-D914-675E9C0F059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FA5FAA7-BE8F-DD2A-E805-EE6C150DDF94}"/>
              </a:ext>
            </a:extLst>
          </p:cNvPr>
          <p:cNvSpPr>
            <a:spLocks noGrp="1"/>
          </p:cNvSpPr>
          <p:nvPr>
            <p:ph idx="1"/>
          </p:nvPr>
        </p:nvSpPr>
        <p:spPr/>
        <p:txBody>
          <a:bodyPr>
            <a:normAutofit/>
          </a:bodyPr>
          <a:lstStyle/>
          <a:p>
            <a:r>
              <a:rPr lang="en-GB" dirty="0"/>
              <a:t>The total force, F, delivered by a linear hydraulic actuator is extremely large for its size</a:t>
            </a:r>
          </a:p>
          <a:p>
            <a:pPr marL="0" indent="0" algn="ctr">
              <a:buNone/>
            </a:pPr>
            <a:r>
              <a:rPr lang="en-GB" dirty="0"/>
              <a:t>F = </a:t>
            </a:r>
            <a:r>
              <a:rPr lang="en-GB" dirty="0" err="1"/>
              <a:t>pA</a:t>
            </a:r>
            <a:endParaRPr lang="en-GB" dirty="0"/>
          </a:p>
          <a:p>
            <a:pPr marL="0" indent="0">
              <a:buNone/>
            </a:pPr>
            <a:r>
              <a:rPr lang="en-GB" dirty="0"/>
              <a:t> where A is the effective area of the piston and p is the working pressure</a:t>
            </a:r>
          </a:p>
          <a:p>
            <a:endParaRPr lang="en-GB" dirty="0"/>
          </a:p>
        </p:txBody>
      </p:sp>
      <p:pic>
        <p:nvPicPr>
          <p:cNvPr id="3" name="Picture 5_1">
            <a:extLst>
              <a:ext uri="{FF2B5EF4-FFF2-40B4-BE49-F238E27FC236}">
                <a16:creationId xmlns:a16="http://schemas.microsoft.com/office/drawing/2014/main" id="{0B6631DD-B1D4-2A77-E97A-02987E49C7FF}"/>
              </a:ext>
            </a:extLst>
          </p:cNvPr>
          <p:cNvPicPr/>
          <p:nvPr/>
        </p:nvPicPr>
        <p:blipFill>
          <a:blip r:embed="rId3"/>
          <a:stretch/>
        </p:blipFill>
        <p:spPr>
          <a:xfrm>
            <a:off x="2835405" y="3903358"/>
            <a:ext cx="6521190" cy="2452992"/>
          </a:xfrm>
          <a:prstGeom prst="rect">
            <a:avLst/>
          </a:prstGeom>
          <a:ln w="0">
            <a:noFill/>
          </a:ln>
        </p:spPr>
      </p:pic>
    </p:spTree>
    <p:extLst>
      <p:ext uri="{BB962C8B-B14F-4D97-AF65-F5344CB8AC3E}">
        <p14:creationId xmlns:p14="http://schemas.microsoft.com/office/powerpoint/2010/main" val="324673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C5B24-0DE3-1147-0E99-F506C337E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51972-6884-3BAB-5E01-B3756578B72C}"/>
              </a:ext>
            </a:extLst>
          </p:cNvPr>
          <p:cNvSpPr>
            <a:spLocks noGrp="1"/>
          </p:cNvSpPr>
          <p:nvPr>
            <p:ph type="title"/>
          </p:nvPr>
        </p:nvSpPr>
        <p:spPr/>
        <p:txBody>
          <a:bodyPr>
            <a:normAutofit/>
          </a:bodyPr>
          <a:lstStyle/>
          <a:p>
            <a:r>
              <a:rPr lang="en-GB" b="1" dirty="0"/>
              <a:t>Hydraulic System - rotary cylinders</a:t>
            </a:r>
          </a:p>
        </p:txBody>
      </p:sp>
      <p:sp>
        <p:nvSpPr>
          <p:cNvPr id="4" name="Slide Number Placeholder 3">
            <a:extLst>
              <a:ext uri="{FF2B5EF4-FFF2-40B4-BE49-F238E27FC236}">
                <a16:creationId xmlns:a16="http://schemas.microsoft.com/office/drawing/2014/main" id="{783F70D5-217E-E1E6-03F7-69DEEE8A2DB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77D08AE6-2B4C-D2C8-87D1-E314C68A5916}"/>
              </a:ext>
            </a:extLst>
          </p:cNvPr>
          <p:cNvSpPr>
            <a:spLocks noGrp="1"/>
          </p:cNvSpPr>
          <p:nvPr>
            <p:ph idx="1"/>
          </p:nvPr>
        </p:nvSpPr>
        <p:spPr/>
        <p:txBody>
          <a:bodyPr>
            <a:normAutofit/>
          </a:bodyPr>
          <a:lstStyle/>
          <a:p>
            <a:r>
              <a:rPr lang="en-GB" dirty="0"/>
              <a:t>For rotary cylinders, the same principle is true except that the output is a torque</a:t>
            </a:r>
          </a:p>
          <a:p>
            <a:pPr marL="0" indent="0">
              <a:buNone/>
            </a:pPr>
            <a:r>
              <a:rPr lang="en-GB" dirty="0"/>
              <a:t> </a:t>
            </a:r>
          </a:p>
          <a:p>
            <a:endParaRPr lang="en-GB" dirty="0"/>
          </a:p>
          <a:p>
            <a:pPr marL="0" indent="0">
              <a:buNone/>
            </a:pPr>
            <a:endParaRPr lang="en-GB" dirty="0"/>
          </a:p>
          <a:p>
            <a:pPr marL="0" indent="0">
              <a:buNone/>
            </a:pPr>
            <a:r>
              <a:rPr lang="en-GB" dirty="0"/>
              <a:t>where p is the working pressure, t the rotary cylinder thickness and r1 and r2 are the inner and outer radii of the cylinder</a:t>
            </a:r>
          </a:p>
        </p:txBody>
      </p:sp>
      <p:pic>
        <p:nvPicPr>
          <p:cNvPr id="6" name="Picture 6_1">
            <a:extLst>
              <a:ext uri="{FF2B5EF4-FFF2-40B4-BE49-F238E27FC236}">
                <a16:creationId xmlns:a16="http://schemas.microsoft.com/office/drawing/2014/main" id="{F91732D3-3222-E79D-3FCE-C78797E93B08}"/>
              </a:ext>
            </a:extLst>
          </p:cNvPr>
          <p:cNvPicPr/>
          <p:nvPr/>
        </p:nvPicPr>
        <p:blipFill>
          <a:blip r:embed="rId3"/>
          <a:stretch/>
        </p:blipFill>
        <p:spPr>
          <a:xfrm>
            <a:off x="3294660" y="2829060"/>
            <a:ext cx="5602680" cy="1199880"/>
          </a:xfrm>
          <a:prstGeom prst="rect">
            <a:avLst/>
          </a:prstGeom>
          <a:ln w="0">
            <a:noFill/>
          </a:ln>
        </p:spPr>
      </p:pic>
    </p:spTree>
    <p:extLst>
      <p:ext uri="{BB962C8B-B14F-4D97-AF65-F5344CB8AC3E}">
        <p14:creationId xmlns:p14="http://schemas.microsoft.com/office/powerpoint/2010/main" val="376776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FBA6F-EBE5-FBC1-12F7-A5F809274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2ECF6-53F1-84F5-93A5-32A973864CA7}"/>
              </a:ext>
            </a:extLst>
          </p:cNvPr>
          <p:cNvSpPr>
            <a:spLocks noGrp="1"/>
          </p:cNvSpPr>
          <p:nvPr>
            <p:ph type="title"/>
          </p:nvPr>
        </p:nvSpPr>
        <p:spPr/>
        <p:txBody>
          <a:bodyPr>
            <a:normAutofit/>
          </a:bodyPr>
          <a:lstStyle/>
          <a:p>
            <a:r>
              <a:rPr lang="en-GB" b="1" dirty="0"/>
              <a:t>Hydraulic System – Flow Rate</a:t>
            </a:r>
          </a:p>
        </p:txBody>
      </p:sp>
      <p:sp>
        <p:nvSpPr>
          <p:cNvPr id="4" name="Slide Number Placeholder 3">
            <a:extLst>
              <a:ext uri="{FF2B5EF4-FFF2-40B4-BE49-F238E27FC236}">
                <a16:creationId xmlns:a16="http://schemas.microsoft.com/office/drawing/2014/main" id="{F2E9D00C-7C1D-FAE1-0D0C-C40403EB44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51BB29CC-C9B5-BFC9-B55B-EFBA2E0B31B9}"/>
              </a:ext>
            </a:extLst>
          </p:cNvPr>
          <p:cNvSpPr>
            <a:spLocks noGrp="1"/>
          </p:cNvSpPr>
          <p:nvPr>
            <p:ph idx="1"/>
          </p:nvPr>
        </p:nvSpPr>
        <p:spPr/>
        <p:txBody>
          <a:bodyPr>
            <a:normAutofit fontScale="92500" lnSpcReduction="10000"/>
          </a:bodyPr>
          <a:lstStyle/>
          <a:p>
            <a:r>
              <a:rPr lang="en-GB" dirty="0"/>
              <a:t>The flow rate Q and the volume of fluid V needed in hydraulic systems are</a:t>
            </a:r>
          </a:p>
          <a:p>
            <a:endParaRPr lang="en-GB" dirty="0"/>
          </a:p>
          <a:p>
            <a:pPr marL="0" indent="0">
              <a:buNone/>
            </a:pPr>
            <a:r>
              <a:rPr lang="en-GB" dirty="0"/>
              <a:t> </a:t>
            </a:r>
          </a:p>
          <a:p>
            <a:pPr marL="0" indent="0">
              <a:buNone/>
            </a:pPr>
            <a:r>
              <a:rPr lang="en-GB" dirty="0"/>
              <a:t> </a:t>
            </a:r>
          </a:p>
          <a:p>
            <a:pPr marL="0" indent="0">
              <a:buNone/>
            </a:pPr>
            <a:r>
              <a:rPr lang="en-GB" dirty="0"/>
              <a:t> </a:t>
            </a:r>
          </a:p>
          <a:p>
            <a:pPr marL="0" indent="0">
              <a:buNone/>
            </a:pPr>
            <a:r>
              <a:rPr lang="en-GB" dirty="0"/>
              <a:t>	where dx is the desired displacement and dx/dt is the required piston 	velocity</a:t>
            </a:r>
          </a:p>
          <a:p>
            <a:r>
              <a:rPr lang="en-GB" dirty="0"/>
              <a:t>By controlling the volume of the fluid entering the actuator, total displacement/rotation can be controlled</a:t>
            </a:r>
          </a:p>
          <a:p>
            <a:r>
              <a:rPr lang="en-GB" dirty="0"/>
              <a:t>By controlling the rate at which fluid is delivered, velocity can be controlled</a:t>
            </a:r>
          </a:p>
        </p:txBody>
      </p:sp>
      <p:pic>
        <p:nvPicPr>
          <p:cNvPr id="3" name="Picture 5_2">
            <a:extLst>
              <a:ext uri="{FF2B5EF4-FFF2-40B4-BE49-F238E27FC236}">
                <a16:creationId xmlns:a16="http://schemas.microsoft.com/office/drawing/2014/main" id="{FFA82C4F-1465-8674-1090-804F02A2A7FF}"/>
              </a:ext>
            </a:extLst>
          </p:cNvPr>
          <p:cNvPicPr/>
          <p:nvPr/>
        </p:nvPicPr>
        <p:blipFill>
          <a:blip r:embed="rId3"/>
          <a:stretch/>
        </p:blipFill>
        <p:spPr>
          <a:xfrm>
            <a:off x="4434600" y="2294120"/>
            <a:ext cx="3322800" cy="1552320"/>
          </a:xfrm>
          <a:prstGeom prst="rect">
            <a:avLst/>
          </a:prstGeom>
          <a:ln w="0">
            <a:noFill/>
          </a:ln>
        </p:spPr>
      </p:pic>
    </p:spTree>
    <p:extLst>
      <p:ext uri="{BB962C8B-B14F-4D97-AF65-F5344CB8AC3E}">
        <p14:creationId xmlns:p14="http://schemas.microsoft.com/office/powerpoint/2010/main" val="73436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14FD-F248-7845-2413-C67150145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8B870-0F8C-D7C5-FD4A-9A9D22AC5BD8}"/>
              </a:ext>
            </a:extLst>
          </p:cNvPr>
          <p:cNvSpPr>
            <a:spLocks noGrp="1"/>
          </p:cNvSpPr>
          <p:nvPr>
            <p:ph type="title"/>
          </p:nvPr>
        </p:nvSpPr>
        <p:spPr/>
        <p:txBody>
          <a:bodyPr>
            <a:normAutofit/>
          </a:bodyPr>
          <a:lstStyle/>
          <a:p>
            <a:r>
              <a:rPr lang="en-GB" b="1" dirty="0"/>
              <a:t>Hydraulic System – Servo-Valve</a:t>
            </a:r>
          </a:p>
        </p:txBody>
      </p:sp>
      <p:sp>
        <p:nvSpPr>
          <p:cNvPr id="4" name="Slide Number Placeholder 3">
            <a:extLst>
              <a:ext uri="{FF2B5EF4-FFF2-40B4-BE49-F238E27FC236}">
                <a16:creationId xmlns:a16="http://schemas.microsoft.com/office/drawing/2014/main" id="{60CD5B8F-41CB-FBA0-E881-82749B41EC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61AA5C34-76E0-9CA2-7FD7-E552B4DD59F0}"/>
              </a:ext>
            </a:extLst>
          </p:cNvPr>
          <p:cNvSpPr>
            <a:spLocks noGrp="1"/>
          </p:cNvSpPr>
          <p:nvPr>
            <p:ph idx="1"/>
          </p:nvPr>
        </p:nvSpPr>
        <p:spPr/>
        <p:txBody>
          <a:bodyPr>
            <a:normAutofit fontScale="92500" lnSpcReduction="10000"/>
          </a:bodyPr>
          <a:lstStyle/>
          <a:p>
            <a:r>
              <a:rPr lang="en-GB" dirty="0"/>
              <a:t>Electric actuator used to move a spool within a valve (electrohydraulic servo-valve)</a:t>
            </a:r>
          </a:p>
          <a:p>
            <a:r>
              <a:rPr lang="en-GB" dirty="0"/>
              <a:t>The valve gives a flow rate and direction proportional to the electric current</a:t>
            </a:r>
          </a:p>
          <a:p>
            <a:r>
              <a:rPr lang="en-GB" dirty="0"/>
              <a:t>Accurate position control in feedback control systems</a:t>
            </a:r>
          </a:p>
          <a:p>
            <a:r>
              <a:rPr lang="en-GB" dirty="0"/>
              <a:t>Depending upon which ports are open, the direction of motion of the piston will change</a:t>
            </a:r>
          </a:p>
          <a:p>
            <a:r>
              <a:rPr lang="en-GB" dirty="0"/>
              <a:t>Depending upon the size of the opening of the port as the spool moves, the supply flow rate is controlled, and so is the velocity of the cylinder</a:t>
            </a:r>
          </a:p>
          <a:p>
            <a:r>
              <a:rPr lang="en-GB" dirty="0"/>
              <a:t>Depending upon the length of time the port is kept open, the total amount of fluid to the cylinder, and consequently total displacement, is controlled</a:t>
            </a:r>
          </a:p>
          <a:p>
            <a:endParaRPr lang="en-GB" dirty="0"/>
          </a:p>
        </p:txBody>
      </p:sp>
    </p:spTree>
    <p:extLst>
      <p:ext uri="{BB962C8B-B14F-4D97-AF65-F5344CB8AC3E}">
        <p14:creationId xmlns:p14="http://schemas.microsoft.com/office/powerpoint/2010/main" val="123445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7B7F3-995D-8375-A86C-F08078095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CAEE0-FD0E-6CA5-7C1F-8BE5FFFDAA1D}"/>
              </a:ext>
            </a:extLst>
          </p:cNvPr>
          <p:cNvSpPr>
            <a:spLocks noGrp="1"/>
          </p:cNvSpPr>
          <p:nvPr>
            <p:ph type="title"/>
          </p:nvPr>
        </p:nvSpPr>
        <p:spPr/>
        <p:txBody>
          <a:bodyPr>
            <a:normAutofit/>
          </a:bodyPr>
          <a:lstStyle/>
          <a:p>
            <a:r>
              <a:rPr lang="en-GB" b="1" dirty="0"/>
              <a:t>Hydraulic System – Examples</a:t>
            </a:r>
          </a:p>
        </p:txBody>
      </p:sp>
      <p:sp>
        <p:nvSpPr>
          <p:cNvPr id="4" name="Slide Number Placeholder 3">
            <a:extLst>
              <a:ext uri="{FF2B5EF4-FFF2-40B4-BE49-F238E27FC236}">
                <a16:creationId xmlns:a16="http://schemas.microsoft.com/office/drawing/2014/main" id="{8CB78188-E270-E776-34A9-A8D9532322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BE4564FC-45C2-1D9E-7A90-F76760348A18}"/>
              </a:ext>
            </a:extLst>
          </p:cNvPr>
          <p:cNvSpPr>
            <a:spLocks noGrp="1"/>
          </p:cNvSpPr>
          <p:nvPr>
            <p:ph idx="1"/>
          </p:nvPr>
        </p:nvSpPr>
        <p:spPr/>
        <p:txBody>
          <a:bodyPr/>
          <a:lstStyle/>
          <a:p>
            <a:r>
              <a:rPr lang="en-GB" dirty="0"/>
              <a:t>https://www.youtube.com/watch?v=9-J2ECAKHj4</a:t>
            </a:r>
          </a:p>
          <a:p>
            <a:r>
              <a:rPr lang="en-GB" dirty="0"/>
              <a:t>https://www.youtube.com/watch?v=VFUmGxtrS28</a:t>
            </a:r>
          </a:p>
          <a:p>
            <a:pPr marL="0" indent="0">
              <a:buNone/>
            </a:pPr>
            <a:endParaRPr lang="en-GB" dirty="0"/>
          </a:p>
        </p:txBody>
      </p:sp>
    </p:spTree>
    <p:extLst>
      <p:ext uri="{BB962C8B-B14F-4D97-AF65-F5344CB8AC3E}">
        <p14:creationId xmlns:p14="http://schemas.microsoft.com/office/powerpoint/2010/main" val="1098106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1DDF3-BFDB-96D8-4553-F04F6743F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8783E-4C5C-A306-D5F8-E2199FEE3697}"/>
              </a:ext>
            </a:extLst>
          </p:cNvPr>
          <p:cNvSpPr>
            <a:spLocks noGrp="1"/>
          </p:cNvSpPr>
          <p:nvPr>
            <p:ph type="title"/>
          </p:nvPr>
        </p:nvSpPr>
        <p:spPr/>
        <p:txBody>
          <a:bodyPr>
            <a:normAutofit/>
          </a:bodyPr>
          <a:lstStyle/>
          <a:p>
            <a:r>
              <a:rPr lang="en-GB" b="1" dirty="0"/>
              <a:t>Hydraulic System</a:t>
            </a:r>
          </a:p>
        </p:txBody>
      </p:sp>
      <p:sp>
        <p:nvSpPr>
          <p:cNvPr id="9" name="Text Placeholder 8">
            <a:extLst>
              <a:ext uri="{FF2B5EF4-FFF2-40B4-BE49-F238E27FC236}">
                <a16:creationId xmlns:a16="http://schemas.microsoft.com/office/drawing/2014/main" id="{B9858890-82F5-9F9C-BF74-52A8A2338392}"/>
              </a:ext>
            </a:extLst>
          </p:cNvPr>
          <p:cNvSpPr>
            <a:spLocks noGrp="1"/>
          </p:cNvSpPr>
          <p:nvPr>
            <p:ph type="body" idx="1"/>
          </p:nvPr>
        </p:nvSpPr>
        <p:spPr>
          <a:xfrm>
            <a:off x="839788" y="1681163"/>
            <a:ext cx="5157787" cy="439737"/>
          </a:xfrm>
        </p:spPr>
        <p:txBody>
          <a:bodyPr/>
          <a:lstStyle/>
          <a:p>
            <a:r>
              <a:rPr lang="en-GB" dirty="0"/>
              <a:t>Advantages</a:t>
            </a:r>
          </a:p>
        </p:txBody>
      </p:sp>
      <p:sp>
        <p:nvSpPr>
          <p:cNvPr id="10" name="Content Placeholder 9">
            <a:extLst>
              <a:ext uri="{FF2B5EF4-FFF2-40B4-BE49-F238E27FC236}">
                <a16:creationId xmlns:a16="http://schemas.microsoft.com/office/drawing/2014/main" id="{C8CAFD04-78BE-D9D0-C847-5E0BAA2FE4CE}"/>
              </a:ext>
            </a:extLst>
          </p:cNvPr>
          <p:cNvSpPr>
            <a:spLocks noGrp="1"/>
          </p:cNvSpPr>
          <p:nvPr>
            <p:ph sz="half" idx="2"/>
          </p:nvPr>
        </p:nvSpPr>
        <p:spPr>
          <a:xfrm>
            <a:off x="839788" y="2120900"/>
            <a:ext cx="5157787" cy="4068763"/>
          </a:xfrm>
        </p:spPr>
        <p:txBody>
          <a:bodyPr>
            <a:normAutofit fontScale="70000" lnSpcReduction="20000"/>
          </a:bodyPr>
          <a:lstStyle/>
          <a:p>
            <a:r>
              <a:rPr lang="en-GB" dirty="0"/>
              <a:t>Highest power-to-weight ratio</a:t>
            </a:r>
          </a:p>
          <a:p>
            <a:r>
              <a:rPr lang="en-GB" dirty="0"/>
              <a:t>Maintains constant torque and force</a:t>
            </a:r>
          </a:p>
          <a:p>
            <a:r>
              <a:rPr lang="en-GB" dirty="0"/>
              <a:t>Power can be transmitted long distances</a:t>
            </a:r>
          </a:p>
          <a:p>
            <a:r>
              <a:rPr lang="en-GB" dirty="0"/>
              <a:t>Smooth operating and movement of loads</a:t>
            </a:r>
          </a:p>
          <a:p>
            <a:r>
              <a:rPr lang="en-GB" dirty="0"/>
              <a:t>Handles heavy loads and shock forces</a:t>
            </a:r>
          </a:p>
          <a:p>
            <a:r>
              <a:rPr lang="en-GB" dirty="0"/>
              <a:t>No reduction gears needed</a:t>
            </a:r>
          </a:p>
          <a:p>
            <a:r>
              <a:rPr lang="en-GB" dirty="0"/>
              <a:t>Fast motion reversal</a:t>
            </a:r>
          </a:p>
          <a:p>
            <a:r>
              <a:rPr lang="en-GB" dirty="0"/>
              <a:t>Low overall wear because of oil lubrication</a:t>
            </a:r>
          </a:p>
          <a:p>
            <a:r>
              <a:rPr lang="en-GB" dirty="0"/>
              <a:t>No sparks generated</a:t>
            </a:r>
          </a:p>
          <a:p>
            <a:r>
              <a:rPr lang="en-GB" dirty="0"/>
              <a:t>Leaks easy to find</a:t>
            </a:r>
          </a:p>
          <a:p>
            <a:r>
              <a:rPr lang="en-GB" dirty="0"/>
              <a:t>Operates in hot environments</a:t>
            </a:r>
          </a:p>
        </p:txBody>
      </p:sp>
      <p:sp>
        <p:nvSpPr>
          <p:cNvPr id="11" name="Text Placeholder 10">
            <a:extLst>
              <a:ext uri="{FF2B5EF4-FFF2-40B4-BE49-F238E27FC236}">
                <a16:creationId xmlns:a16="http://schemas.microsoft.com/office/drawing/2014/main" id="{9F697AD1-E8EF-23D7-741D-7C801DA677FC}"/>
              </a:ext>
            </a:extLst>
          </p:cNvPr>
          <p:cNvSpPr>
            <a:spLocks noGrp="1"/>
          </p:cNvSpPr>
          <p:nvPr>
            <p:ph type="body" sz="quarter" idx="3"/>
          </p:nvPr>
        </p:nvSpPr>
        <p:spPr>
          <a:xfrm>
            <a:off x="6172200" y="1681163"/>
            <a:ext cx="5183188" cy="439737"/>
          </a:xfrm>
        </p:spPr>
        <p:txBody>
          <a:bodyPr/>
          <a:lstStyle/>
          <a:p>
            <a:r>
              <a:rPr lang="en-GB" dirty="0"/>
              <a:t>Disadvantages</a:t>
            </a:r>
          </a:p>
        </p:txBody>
      </p:sp>
      <p:sp>
        <p:nvSpPr>
          <p:cNvPr id="12" name="Content Placeholder 11">
            <a:extLst>
              <a:ext uri="{FF2B5EF4-FFF2-40B4-BE49-F238E27FC236}">
                <a16:creationId xmlns:a16="http://schemas.microsoft.com/office/drawing/2014/main" id="{B8C09C61-923C-9EE4-24B4-921132EF81F8}"/>
              </a:ext>
            </a:extLst>
          </p:cNvPr>
          <p:cNvSpPr>
            <a:spLocks noGrp="1"/>
          </p:cNvSpPr>
          <p:nvPr>
            <p:ph sz="quarter" idx="4"/>
          </p:nvPr>
        </p:nvSpPr>
        <p:spPr>
          <a:xfrm>
            <a:off x="6172200" y="2120900"/>
            <a:ext cx="5183188" cy="4068763"/>
          </a:xfrm>
        </p:spPr>
        <p:txBody>
          <a:bodyPr>
            <a:normAutofit fontScale="70000" lnSpcReduction="20000"/>
          </a:bodyPr>
          <a:lstStyle/>
          <a:p>
            <a:r>
              <a:rPr lang="en-GB" dirty="0"/>
              <a:t>Expensive initial installation (pump, reservoir, motor, hose...)</a:t>
            </a:r>
          </a:p>
          <a:p>
            <a:r>
              <a:rPr lang="en-GB" dirty="0"/>
              <a:t>Noisy</a:t>
            </a:r>
          </a:p>
          <a:p>
            <a:r>
              <a:rPr lang="en-GB" dirty="0"/>
              <a:t>Risk of contamination</a:t>
            </a:r>
          </a:p>
          <a:p>
            <a:r>
              <a:rPr lang="en-GB" dirty="0"/>
              <a:t>High energy to operate</a:t>
            </a:r>
          </a:p>
          <a:p>
            <a:r>
              <a:rPr lang="en-GB" dirty="0"/>
              <a:t>High maintenance</a:t>
            </a:r>
          </a:p>
          <a:p>
            <a:r>
              <a:rPr lang="en-GB" dirty="0"/>
              <a:t>Heavy components</a:t>
            </a:r>
          </a:p>
          <a:p>
            <a:r>
              <a:rPr lang="en-GB" dirty="0"/>
              <a:t>Large inertia on the actuator</a:t>
            </a:r>
          </a:p>
          <a:p>
            <a:r>
              <a:rPr lang="en-GB" dirty="0"/>
              <a:t>Hydraulic fluid dangerous to human</a:t>
            </a:r>
          </a:p>
          <a:p>
            <a:r>
              <a:rPr lang="en-GB" dirty="0"/>
              <a:t>Hydraulic fluid not environmentally friendly</a:t>
            </a:r>
          </a:p>
        </p:txBody>
      </p:sp>
      <p:sp>
        <p:nvSpPr>
          <p:cNvPr id="4" name="Slide Number Placeholder 3">
            <a:extLst>
              <a:ext uri="{FF2B5EF4-FFF2-40B4-BE49-F238E27FC236}">
                <a16:creationId xmlns:a16="http://schemas.microsoft.com/office/drawing/2014/main" id="{B7243820-3E07-B56F-8425-7B6D5F1125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2016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References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err="1"/>
              <a:t>Niku</a:t>
            </a:r>
            <a:r>
              <a:rPr lang="en-GB" sz="3600" dirty="0"/>
              <a:t>, S.B. , Introduction to Robotics, 2nd Edition, Wiley, New Jersey, 2011</a:t>
            </a:r>
          </a:p>
          <a:p>
            <a:r>
              <a:rPr lang="en-GB" sz="3600" b="0" strike="noStrike" spc="-1" dirty="0">
                <a:solidFill>
                  <a:srgbClr val="000000"/>
                </a:solidFill>
                <a:latin typeface="Arial"/>
                <a:ea typeface="DejaVu Sans"/>
              </a:rPr>
              <a:t>Bolton, W. , Mechatronics, 2nd Edition, Longman, New York, 2000</a:t>
            </a:r>
          </a:p>
          <a:p>
            <a:pPr marL="0" indent="0">
              <a:buNone/>
            </a:pPr>
            <a:endParaRPr lang="en-GB" sz="3600" b="0" strike="noStrike" spc="-1" dirty="0">
              <a:solidFill>
                <a:srgbClr val="000000"/>
              </a:solidFill>
              <a:latin typeface="Arial"/>
            </a:endParaRPr>
          </a:p>
          <a:p>
            <a:endParaRPr lang="en-GB" sz="3600" dirty="0"/>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p:txBody>
          <a:bodyPr/>
          <a:lstStyle/>
          <a:p>
            <a:fld id="{1ED87AFC-F3F3-4E09-A9D9-1873FFB55ECB}" type="slidenum">
              <a:rPr lang="en-GB" smtClean="0"/>
              <a:t>31</a:t>
            </a:fld>
            <a:endParaRPr lang="en-GB"/>
          </a:p>
        </p:txBody>
      </p:sp>
    </p:spTree>
    <p:extLst>
      <p:ext uri="{BB962C8B-B14F-4D97-AF65-F5344CB8AC3E}">
        <p14:creationId xmlns:p14="http://schemas.microsoft.com/office/powerpoint/2010/main" val="1122386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TotalTime>
  <Words>1827</Words>
  <Application>Microsoft Office PowerPoint</Application>
  <PresentationFormat>Widescreen</PresentationFormat>
  <Paragraphs>225</Paragraphs>
  <Slides>31</Slides>
  <Notes>21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31</vt:i4>
      </vt:variant>
    </vt:vector>
  </HeadingPairs>
  <TitlesOfParts>
    <vt:vector size="38" baseType="lpstr">
      <vt:lpstr>Arial</vt:lpstr>
      <vt:lpstr>Calibri</vt:lpstr>
      <vt:lpstr>Calibri Light</vt:lpstr>
      <vt:lpstr>Symbol</vt:lpstr>
      <vt:lpstr>Wingdings</vt:lpstr>
      <vt:lpstr>Office Theme</vt:lpstr>
      <vt:lpstr>1_Office Theme</vt:lpstr>
      <vt:lpstr>ENG4118/5326 - Robotics 4/M Sensors, Actuators and Image capture, processing and analysis</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Actuators</vt:lpstr>
      <vt:lpstr>Actuators</vt:lpstr>
      <vt:lpstr>Hydraulic System</vt:lpstr>
      <vt:lpstr>Hydraulic System</vt:lpstr>
      <vt:lpstr>Hydraulic System - Main components</vt:lpstr>
      <vt:lpstr>Hydraulic System - Main components</vt:lpstr>
      <vt:lpstr>Hydraulic System</vt:lpstr>
      <vt:lpstr>Hydraulic System – Example</vt:lpstr>
      <vt:lpstr>Hydraulic System - Linear actuator</vt:lpstr>
      <vt:lpstr>Hydraulic System - rotary cylinders</vt:lpstr>
      <vt:lpstr>Hydraulic System – Flow Rate</vt:lpstr>
      <vt:lpstr>Hydraulic System – Servo-Valve</vt:lpstr>
      <vt:lpstr>Hydraulic System – Examples</vt:lpstr>
      <vt:lpstr>Hydraulic System</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ENG5009 –  Advanced Control 5</dc:title>
  <dc:creator>Kevin Worrall</dc:creator>
  <cp:lastModifiedBy>Kevin Worrall</cp:lastModifiedBy>
  <cp:revision>2</cp:revision>
  <dcterms:created xsi:type="dcterms:W3CDTF">2024-01-08T14:11:01Z</dcterms:created>
  <dcterms:modified xsi:type="dcterms:W3CDTF">2025-02-24T20:46:44Z</dcterms:modified>
</cp:coreProperties>
</file>